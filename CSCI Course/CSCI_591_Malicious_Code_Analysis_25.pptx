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slideLayouts/slideLayout4.xml" ContentType="application/vnd.openxmlformats-officedocument.presentationml.slideLayout+xml"/>
  <Override PartName="/ppt/theme/theme3.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slideLayouts/slideLayout5.xml" ContentType="application/vnd.openxmlformats-officedocument.presentationml.slideLayout+xml"/>
  <Override PartName="/ppt/theme/theme4.xml" ContentType="application/vnd.openxmlformats-officedocument.them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slideLayouts/slideLayout6.xml" ContentType="application/vnd.openxmlformats-officedocument.presentationml.slideLayout+xml"/>
  <Override PartName="/ppt/theme/theme5.xml" ContentType="application/vnd.openxmlformats-officedocument.them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slideLayouts/slideLayout7.xml" ContentType="application/vnd.openxmlformats-officedocument.presentationml.slideLayout+xml"/>
  <Override PartName="/ppt/theme/theme6.xml" ContentType="application/vnd.openxmlformats-officedocument.them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slideLayouts/slideLayout8.xml" ContentType="application/vnd.openxmlformats-officedocument.presentationml.slideLayout+xml"/>
  <Override PartName="/ppt/theme/theme7.xml" ContentType="application/vnd.openxmlformats-officedocument.them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slideLayouts/slideLayout9.xml" ContentType="application/vnd.openxmlformats-officedocument.presentationml.slideLayout+xml"/>
  <Override PartName="/ppt/theme/theme8.xml" ContentType="application/vnd.openxmlformats-officedocument.theme+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slideLayouts/slideLayout10.xml" ContentType="application/vnd.openxmlformats-officedocument.presentationml.slideLayout+xml"/>
  <Override PartName="/ppt/theme/theme9.xml" ContentType="application/vnd.openxmlformats-officedocument.theme+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slideLayouts/slideLayout11.xml" ContentType="application/vnd.openxmlformats-officedocument.presentationml.slideLayout+xml"/>
  <Override PartName="/ppt/theme/theme10.xml" ContentType="application/vnd.openxmlformats-officedocument.theme+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slideLayouts/slideLayout12.xml" ContentType="application/vnd.openxmlformats-officedocument.presentationml.slideLayout+xml"/>
  <Override PartName="/ppt/theme/theme11.xml" ContentType="application/vnd.openxmlformats-officedocument.theme+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slideLayouts/slideLayout13.xml" ContentType="application/vnd.openxmlformats-officedocument.presentationml.slideLayout+xml"/>
  <Override PartName="/ppt/theme/theme12.xml" ContentType="application/vnd.openxmlformats-officedocument.theme+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slideLayouts/slideLayout14.xml" ContentType="application/vnd.openxmlformats-officedocument.presentationml.slideLayout+xml"/>
  <Override PartName="/ppt/theme/theme13.xml" ContentType="application/vnd.openxmlformats-officedocument.theme+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slideLayouts/slideLayout15.xml" ContentType="application/vnd.openxmlformats-officedocument.presentationml.slideLayout+xml"/>
  <Override PartName="/ppt/theme/theme14.xml" ContentType="application/vnd.openxmlformats-officedocument.theme+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slideLayouts/slideLayout16.xml" ContentType="application/vnd.openxmlformats-officedocument.presentationml.slideLayout+xml"/>
  <Override PartName="/ppt/theme/theme15.xml" ContentType="application/vnd.openxmlformats-officedocument.them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slideLayouts/slideLayout17.xml" ContentType="application/vnd.openxmlformats-officedocument.presentationml.slideLayout+xml"/>
  <Override PartName="/ppt/theme/theme16.xml" ContentType="application/vnd.openxmlformats-officedocument.theme+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slideLayouts/slideLayout18.xml" ContentType="application/vnd.openxmlformats-officedocument.presentationml.slideLayout+xml"/>
  <Override PartName="/ppt/theme/theme17.xml" ContentType="application/vnd.openxmlformats-officedocument.theme+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slideLayouts/slideLayout19.xml" ContentType="application/vnd.openxmlformats-officedocument.presentationml.slideLayout+xml"/>
  <Override PartName="/ppt/theme/theme18.xml" ContentType="application/vnd.openxmlformats-officedocument.theme+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slideLayouts/slideLayout20.xml" ContentType="application/vnd.openxmlformats-officedocument.presentationml.slideLayout+xml"/>
  <Override PartName="/ppt/theme/theme19.xml" ContentType="application/vnd.openxmlformats-officedocument.theme+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slideLayouts/slideLayout21.xml" ContentType="application/vnd.openxmlformats-officedocument.presentationml.slideLayout+xml"/>
  <Override PartName="/ppt/theme/theme20.xml" ContentType="application/vnd.openxmlformats-officedocument.theme+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slideLayouts/slideLayout22.xml" ContentType="application/vnd.openxmlformats-officedocument.presentationml.slideLayout+xml"/>
  <Override PartName="/ppt/theme/theme21.xml" ContentType="application/vnd.openxmlformats-officedocument.theme+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slideLayouts/slideLayout23.xml" ContentType="application/vnd.openxmlformats-officedocument.presentationml.slideLayout+xml"/>
  <Override PartName="/ppt/theme/theme22.xml" ContentType="application/vnd.openxmlformats-officedocument.theme+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slideLayouts/slideLayout24.xml" ContentType="application/vnd.openxmlformats-officedocument.presentationml.slideLayout+xml"/>
  <Override PartName="/ppt/theme/theme23.xml" ContentType="application/vnd.openxmlformats-officedocument.theme+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slideLayouts/slideLayout25.xml" ContentType="application/vnd.openxmlformats-officedocument.presentationml.slideLayout+xml"/>
  <Override PartName="/ppt/theme/theme24.xml" ContentType="application/vnd.openxmlformats-officedocument.theme+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slideLayouts/slideLayout26.xml" ContentType="application/vnd.openxmlformats-officedocument.presentationml.slideLayout+xml"/>
  <Override PartName="/ppt/theme/theme25.xml" ContentType="application/vnd.openxmlformats-officedocument.theme+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slideLayouts/slideLayout27.xml" ContentType="application/vnd.openxmlformats-officedocument.presentationml.slideLayout+xml"/>
  <Override PartName="/ppt/theme/theme26.xml" ContentType="application/vnd.openxmlformats-officedocument.theme+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slideLayouts/slideLayout28.xml" ContentType="application/vnd.openxmlformats-officedocument.presentationml.slideLayout+xml"/>
  <Override PartName="/ppt/theme/theme27.xml" ContentType="application/vnd.openxmlformats-officedocument.theme+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slideLayouts/slideLayout29.xml" ContentType="application/vnd.openxmlformats-officedocument.presentationml.slideLayout+xml"/>
  <Override PartName="/ppt/theme/theme28.xml" ContentType="application/vnd.openxmlformats-officedocument.theme+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heme/theme29.xml" ContentType="application/vnd.openxmlformats-officedocument.theme+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comments/modernComment_101_0.xml" ContentType="application/vnd.ms-powerpoint.comment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comments/modernComment_36D_0.xml" ContentType="application/vnd.ms-powerpoint.comment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comments/modernComment_36E_0.xml" ContentType="application/vnd.ms-powerpoint.comment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comments/modernComment_36F_0.xml" ContentType="application/vnd.ms-powerpoint.comment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comments/modernComment_371_0.xml" ContentType="application/vnd.ms-powerpoint.comment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comments/modernComment_37B_0.xml" ContentType="application/vnd.ms-powerpoint.comment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comments/modernComment_37F_0.xml" ContentType="application/vnd.ms-powerpoint.comment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comments/modernComment_380_0.xml" ContentType="application/vnd.ms-powerpoint.comment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 id="2147483793" r:id="rId3"/>
    <p:sldMasterId id="2147483795" r:id="rId4"/>
    <p:sldMasterId id="2147483797" r:id="rId5"/>
    <p:sldMasterId id="2147483839" r:id="rId6"/>
    <p:sldMasterId id="2147483841" r:id="rId7"/>
    <p:sldMasterId id="2147483843" r:id="rId8"/>
    <p:sldMasterId id="2147483845" r:id="rId9"/>
    <p:sldMasterId id="2147483847" r:id="rId10"/>
    <p:sldMasterId id="2147483849" r:id="rId11"/>
    <p:sldMasterId id="2147483851" r:id="rId12"/>
    <p:sldMasterId id="2147483853" r:id="rId13"/>
    <p:sldMasterId id="2147483855" r:id="rId14"/>
    <p:sldMasterId id="2147483857" r:id="rId15"/>
    <p:sldMasterId id="2147483859" r:id="rId16"/>
    <p:sldMasterId id="2147483861" r:id="rId17"/>
    <p:sldMasterId id="2147483863" r:id="rId18"/>
    <p:sldMasterId id="2147483865" r:id="rId19"/>
    <p:sldMasterId id="2147483873" r:id="rId20"/>
    <p:sldMasterId id="2147483875" r:id="rId21"/>
    <p:sldMasterId id="2147483877" r:id="rId22"/>
    <p:sldMasterId id="2147483879" r:id="rId23"/>
    <p:sldMasterId id="2147483881" r:id="rId24"/>
    <p:sldMasterId id="2147483883" r:id="rId25"/>
    <p:sldMasterId id="2147483885" r:id="rId26"/>
    <p:sldMasterId id="2147483887" r:id="rId27"/>
    <p:sldMasterId id="2147483891" r:id="rId28"/>
  </p:sldMasterIdLst>
  <p:notesMasterIdLst>
    <p:notesMasterId r:id="rId58"/>
  </p:notesMasterIdLst>
  <p:sldIdLst>
    <p:sldId id="257" r:id="rId29"/>
    <p:sldId id="832" r:id="rId30"/>
    <p:sldId id="833" r:id="rId31"/>
    <p:sldId id="834" r:id="rId32"/>
    <p:sldId id="835" r:id="rId33"/>
    <p:sldId id="876" r:id="rId34"/>
    <p:sldId id="877" r:id="rId35"/>
    <p:sldId id="878" r:id="rId36"/>
    <p:sldId id="879" r:id="rId37"/>
    <p:sldId id="880" r:id="rId38"/>
    <p:sldId id="881" r:id="rId39"/>
    <p:sldId id="882" r:id="rId40"/>
    <p:sldId id="883" r:id="rId41"/>
    <p:sldId id="884" r:id="rId42"/>
    <p:sldId id="885" r:id="rId43"/>
    <p:sldId id="886" r:id="rId44"/>
    <p:sldId id="887" r:id="rId45"/>
    <p:sldId id="888" r:id="rId46"/>
    <p:sldId id="889" r:id="rId47"/>
    <p:sldId id="900" r:id="rId48"/>
    <p:sldId id="891" r:id="rId49"/>
    <p:sldId id="892" r:id="rId50"/>
    <p:sldId id="893" r:id="rId51"/>
    <p:sldId id="894" r:id="rId52"/>
    <p:sldId id="895" r:id="rId53"/>
    <p:sldId id="896" r:id="rId54"/>
    <p:sldId id="897" r:id="rId55"/>
    <p:sldId id="898" r:id="rId56"/>
    <p:sldId id="637" r:id="rId57"/>
  </p:sldIdLst>
  <p:sldSz cx="12192000" cy="6858000"/>
  <p:notesSz cx="6858000" cy="9144000"/>
  <p:custDataLst>
    <p:tags r:id="rId5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16">
          <p15:clr>
            <a:srgbClr val="A4A3A4"/>
          </p15:clr>
        </p15:guide>
        <p15:guide id="2" pos="3528">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9CB068E-0DAD-188A-5234-4F0D95AC1878}" name="卓雲 钱" initials="卓钱" userId="e9c72fbd0d489ef6"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F4FC"/>
    <a:srgbClr val="A728BE"/>
    <a:srgbClr val="D1202F"/>
    <a:srgbClr val="222424"/>
    <a:srgbClr val="07A7AF"/>
    <a:srgbClr val="0000FF"/>
    <a:srgbClr val="FF4338"/>
    <a:srgbClr val="E80B01"/>
    <a:srgbClr val="802196"/>
    <a:srgbClr val="20E4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varScale="1">
        <p:scale>
          <a:sx n="72" d="100"/>
          <a:sy n="72" d="100"/>
        </p:scale>
        <p:origin x="55" y="579"/>
      </p:cViewPr>
      <p:guideLst>
        <p:guide orient="horz" pos="2216"/>
        <p:guide pos="3528"/>
      </p:guideLst>
    </p:cSldViewPr>
  </p:slideViewPr>
  <p:notesTextViewPr>
    <p:cViewPr>
      <p:scale>
        <a:sx n="1" d="1"/>
        <a:sy n="1" d="1"/>
      </p:scale>
      <p:origin x="0" y="0"/>
    </p:cViewPr>
  </p:notesTextViewPr>
  <p:gridSpacing cx="72000" cy="720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Master" Target="slideMasters/slideMaster18.xml"/><Relationship Id="rId26" Type="http://schemas.openxmlformats.org/officeDocument/2006/relationships/slideMaster" Target="slideMasters/slideMaster26.xml"/><Relationship Id="rId39" Type="http://schemas.openxmlformats.org/officeDocument/2006/relationships/slide" Target="slides/slide11.xml"/><Relationship Id="rId21" Type="http://schemas.openxmlformats.org/officeDocument/2006/relationships/slideMaster" Target="slideMasters/slideMaster21.xml"/><Relationship Id="rId34" Type="http://schemas.openxmlformats.org/officeDocument/2006/relationships/slide" Target="slides/slide6.xml"/><Relationship Id="rId42" Type="http://schemas.openxmlformats.org/officeDocument/2006/relationships/slide" Target="slides/slide14.xml"/><Relationship Id="rId47" Type="http://schemas.openxmlformats.org/officeDocument/2006/relationships/slide" Target="slides/slide19.xml"/><Relationship Id="rId50" Type="http://schemas.openxmlformats.org/officeDocument/2006/relationships/slide" Target="slides/slide22.xml"/><Relationship Id="rId55" Type="http://schemas.openxmlformats.org/officeDocument/2006/relationships/slide" Target="slides/slide27.xml"/><Relationship Id="rId63" Type="http://schemas.openxmlformats.org/officeDocument/2006/relationships/tableStyles" Target="tableStyle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9" Type="http://schemas.openxmlformats.org/officeDocument/2006/relationships/slide" Target="slides/slide1.xml"/><Relationship Id="rId11" Type="http://schemas.openxmlformats.org/officeDocument/2006/relationships/slideMaster" Target="slideMasters/slideMaster11.xml"/><Relationship Id="rId24" Type="http://schemas.openxmlformats.org/officeDocument/2006/relationships/slideMaster" Target="slideMasters/slideMaster24.xml"/><Relationship Id="rId32" Type="http://schemas.openxmlformats.org/officeDocument/2006/relationships/slide" Target="slides/slide4.xml"/><Relationship Id="rId37" Type="http://schemas.openxmlformats.org/officeDocument/2006/relationships/slide" Target="slides/slide9.xml"/><Relationship Id="rId40" Type="http://schemas.openxmlformats.org/officeDocument/2006/relationships/slide" Target="slides/slide12.xml"/><Relationship Id="rId45" Type="http://schemas.openxmlformats.org/officeDocument/2006/relationships/slide" Target="slides/slide17.xml"/><Relationship Id="rId53" Type="http://schemas.openxmlformats.org/officeDocument/2006/relationships/slide" Target="slides/slide25.xml"/><Relationship Id="rId58" Type="http://schemas.openxmlformats.org/officeDocument/2006/relationships/notesMaster" Target="notesMasters/notesMaster1.xml"/><Relationship Id="rId5" Type="http://schemas.openxmlformats.org/officeDocument/2006/relationships/slideMaster" Target="slideMasters/slideMaster5.xml"/><Relationship Id="rId61" Type="http://schemas.openxmlformats.org/officeDocument/2006/relationships/viewProps" Target="viewProps.xml"/><Relationship Id="rId19" Type="http://schemas.openxmlformats.org/officeDocument/2006/relationships/slideMaster" Target="slideMasters/slideMaster19.xml"/><Relationship Id="rId14" Type="http://schemas.openxmlformats.org/officeDocument/2006/relationships/slideMaster" Target="slideMasters/slideMaster14.xml"/><Relationship Id="rId22" Type="http://schemas.openxmlformats.org/officeDocument/2006/relationships/slideMaster" Target="slideMasters/slideMaster22.xml"/><Relationship Id="rId27" Type="http://schemas.openxmlformats.org/officeDocument/2006/relationships/slideMaster" Target="slideMasters/slideMaster27.xml"/><Relationship Id="rId30" Type="http://schemas.openxmlformats.org/officeDocument/2006/relationships/slide" Target="slides/slide2.xml"/><Relationship Id="rId35" Type="http://schemas.openxmlformats.org/officeDocument/2006/relationships/slide" Target="slides/slide7.xml"/><Relationship Id="rId43" Type="http://schemas.openxmlformats.org/officeDocument/2006/relationships/slide" Target="slides/slide15.xml"/><Relationship Id="rId48" Type="http://schemas.openxmlformats.org/officeDocument/2006/relationships/slide" Target="slides/slide20.xml"/><Relationship Id="rId56" Type="http://schemas.openxmlformats.org/officeDocument/2006/relationships/slide" Target="slides/slide28.xml"/><Relationship Id="rId64" Type="http://schemas.microsoft.com/office/2018/10/relationships/authors" Target="authors.xml"/><Relationship Id="rId8" Type="http://schemas.openxmlformats.org/officeDocument/2006/relationships/slideMaster" Target="slideMasters/slideMaster8.xml"/><Relationship Id="rId51" Type="http://schemas.openxmlformats.org/officeDocument/2006/relationships/slide" Target="slides/slide23.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Master" Target="slideMasters/slideMaster25.xml"/><Relationship Id="rId33" Type="http://schemas.openxmlformats.org/officeDocument/2006/relationships/slide" Target="slides/slide5.xml"/><Relationship Id="rId38" Type="http://schemas.openxmlformats.org/officeDocument/2006/relationships/slide" Target="slides/slide10.xml"/><Relationship Id="rId46" Type="http://schemas.openxmlformats.org/officeDocument/2006/relationships/slide" Target="slides/slide18.xml"/><Relationship Id="rId59" Type="http://schemas.openxmlformats.org/officeDocument/2006/relationships/tags" Target="tags/tag1.xml"/><Relationship Id="rId20" Type="http://schemas.openxmlformats.org/officeDocument/2006/relationships/slideMaster" Target="slideMasters/slideMaster20.xml"/><Relationship Id="rId41" Type="http://schemas.openxmlformats.org/officeDocument/2006/relationships/slide" Target="slides/slide13.xml"/><Relationship Id="rId54" Type="http://schemas.openxmlformats.org/officeDocument/2006/relationships/slide" Target="slides/slide26.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Master" Target="slideMasters/slideMaster23.xml"/><Relationship Id="rId28" Type="http://schemas.openxmlformats.org/officeDocument/2006/relationships/slideMaster" Target="slideMasters/slideMaster28.xml"/><Relationship Id="rId36" Type="http://schemas.openxmlformats.org/officeDocument/2006/relationships/slide" Target="slides/slide8.xml"/><Relationship Id="rId49" Type="http://schemas.openxmlformats.org/officeDocument/2006/relationships/slide" Target="slides/slide21.xml"/><Relationship Id="rId57" Type="http://schemas.openxmlformats.org/officeDocument/2006/relationships/slide" Target="slides/slide29.xml"/><Relationship Id="rId10" Type="http://schemas.openxmlformats.org/officeDocument/2006/relationships/slideMaster" Target="slideMasters/slideMaster10.xml"/><Relationship Id="rId31" Type="http://schemas.openxmlformats.org/officeDocument/2006/relationships/slide" Target="slides/slide3.xml"/><Relationship Id="rId44" Type="http://schemas.openxmlformats.org/officeDocument/2006/relationships/slide" Target="slides/slide16.xml"/><Relationship Id="rId52" Type="http://schemas.openxmlformats.org/officeDocument/2006/relationships/slide" Target="slides/slide24.xml"/><Relationship Id="rId60"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Master" Target="slideMasters/slideMaster9.xml"/></Relationships>
</file>

<file path=ppt/comments/modernComment_36D_0.xml><?xml version="1.0" encoding="utf-8"?>
<p188:cmLst xmlns:a="http://schemas.openxmlformats.org/drawingml/2006/main" xmlns:r="http://schemas.openxmlformats.org/officeDocument/2006/relationships" xmlns:p188="http://schemas.microsoft.com/office/powerpoint/2018/8/main">
  <p188:cm id="{C4075BE8-7903-4FDE-96F6-BCF9E1F1DA89}" authorId="{E9CB068E-0DAD-188A-5234-4F0D95AC1878}" created="2024-03-04T02:56:02.439">
    <pc:sldMkLst xmlns:pc="http://schemas.microsoft.com/office/powerpoint/2013/main/command">
      <pc:docMk/>
      <pc:sldMk cId="0" sldId="877"/>
    </pc:sldMkLst>
    <p188:txBody>
      <a:bodyPr/>
      <a:lstStyle/>
      <a:p>
        <a:r>
          <a:rPr lang="zh-CN" altLang="en-US"/>
          <a:t>使用该程序的框架对程序进行分析。</a:t>
        </a:r>
      </a:p>
    </p188:txBody>
  </p188:cm>
</p188:cmLst>
</file>

<file path=ppt/comments/modernComment_36E_0.xml><?xml version="1.0" encoding="utf-8"?>
<p188:cmLst xmlns:a="http://schemas.openxmlformats.org/drawingml/2006/main" xmlns:r="http://schemas.openxmlformats.org/officeDocument/2006/relationships" xmlns:p188="http://schemas.microsoft.com/office/powerpoint/2018/8/main">
  <p188:cm id="{68200720-56CD-400D-997F-4476E986D977}" authorId="{E9CB068E-0DAD-188A-5234-4F0D95AC1878}" created="2024-03-04T02:17:55.822">
    <pc:sldMkLst xmlns:pc="http://schemas.microsoft.com/office/powerpoint/2013/main/command">
      <pc:docMk/>
      <pc:sldMk cId="0" sldId="878"/>
    </pc:sldMkLst>
    <p188:txBody>
      <a:bodyPr/>
      <a:lstStyle/>
      <a:p>
        <a:r>
          <a:rPr lang="zh-CN" altLang="en-US"/>
          <a:t>detect by the PE format in Windows or ELF in Linux.</a:t>
        </a:r>
      </a:p>
    </p188:txBody>
  </p188:cm>
</p188:cmLst>
</file>

<file path=ppt/comments/modernComment_36F_0.xml><?xml version="1.0" encoding="utf-8"?>
<p188:cmLst xmlns:a="http://schemas.openxmlformats.org/drawingml/2006/main" xmlns:r="http://schemas.openxmlformats.org/officeDocument/2006/relationships" xmlns:p188="http://schemas.microsoft.com/office/powerpoint/2018/8/main">
  <p188:cm id="{F0C34147-2E16-4FF9-80D4-83EBB0EE0D2A}" authorId="{E9CB068E-0DAD-188A-5234-4F0D95AC1878}" created="2024-03-04T02:19:58.929">
    <pc:sldMkLst xmlns:pc="http://schemas.microsoft.com/office/powerpoint/2013/main/command">
      <pc:docMk/>
      <pc:sldMk cId="0" sldId="879"/>
    </pc:sldMkLst>
    <p188:txBody>
      <a:bodyPr/>
      <a:lstStyle/>
      <a:p>
        <a:r>
          <a:rPr lang="zh-CN" altLang="en-US"/>
          <a:t>scalable virus</a:t>
        </a:r>
      </a:p>
    </p188:txBody>
  </p188:cm>
</p188:cmLst>
</file>

<file path=ppt/comments/modernComment_37B_0.xml><?xml version="1.0" encoding="utf-8"?>
<p188:cmLst xmlns:a="http://schemas.openxmlformats.org/drawingml/2006/main" xmlns:r="http://schemas.openxmlformats.org/officeDocument/2006/relationships" xmlns:p188="http://schemas.microsoft.com/office/powerpoint/2018/8/main">
  <p188:cm id="{FB662AF1-7E79-4343-AE3D-78173A5935E0}" authorId="{E9CB068E-0DAD-188A-5234-4F0D95AC1878}" created="2024-03-04T02:42:08.018">
    <pc:sldMkLst xmlns:pc="http://schemas.microsoft.com/office/powerpoint/2013/main/command">
      <pc:docMk/>
      <pc:sldMk cId="0" sldId="891"/>
    </pc:sldMkLst>
    <p188:txBody>
      <a:bodyPr/>
      <a:lstStyle/>
      <a:p>
        <a:r>
          <a:rPr lang="zh-CN" altLang="en-US"/>
          <a:t>Symbolic execution is a kind of static decryptor detention </a:t>
        </a:r>
      </a:p>
    </p188:txBody>
  </p188:cm>
</p188:cmLst>
</file>

<file path=ppt/comments/modernComment_37F_0.xml><?xml version="1.0" encoding="utf-8"?>
<p188:cmLst xmlns:a="http://schemas.openxmlformats.org/drawingml/2006/main" xmlns:r="http://schemas.openxmlformats.org/officeDocument/2006/relationships" xmlns:p188="http://schemas.microsoft.com/office/powerpoint/2018/8/main">
  <p188:cm id="{C4AC64EA-241F-48DB-B5EA-609CDFD9A0E2}" authorId="{E9CB068E-0DAD-188A-5234-4F0D95AC1878}" created="2024-03-04T02:50:40.443">
    <pc:sldMkLst xmlns:pc="http://schemas.microsoft.com/office/powerpoint/2013/main/command">
      <pc:docMk/>
      <pc:sldMk cId="0" sldId="895"/>
    </pc:sldMkLst>
    <p188:txBody>
      <a:bodyPr/>
      <a:lstStyle/>
      <a:p>
        <a:r>
          <a:rPr lang="zh-CN" altLang="en-US"/>
          <a:t>A advanced field!</a:t>
        </a:r>
      </a:p>
    </p188:txBody>
  </p188:cm>
</p188:cmLst>
</file>

<file path=ppt/comments/modernComment_101_0.xml><?xml version="1.0" encoding="utf-8"?>
<p188:cmLst xmlns:a="http://schemas.openxmlformats.org/drawingml/2006/main" xmlns:r="http://schemas.openxmlformats.org/officeDocument/2006/relationships" xmlns:p188="http://schemas.microsoft.com/office/powerpoint/2018/8/main">
  <p188:cm id="{705A0A8E-0610-4475-86BA-67D0F8C329F4}" authorId="{E9CB068E-0DAD-188A-5234-4F0D95AC1878}" created="2024-03-04T02:52:59.757">
    <pc:sldMkLst xmlns:pc="http://schemas.microsoft.com/office/powerpoint/2013/main/command">
      <pc:docMk/>
      <pc:sldMk cId="0" sldId="257"/>
    </pc:sldMkLst>
    <p188:txBody>
      <a:bodyPr/>
      <a:lstStyle/>
      <a:p>
        <a:r>
          <a:rPr lang="zh-CN" altLang="en-US"/>
          <a:t>Question:
1. what is Static Decryptor Detection?</a:t>
        </a:r>
      </a:p>
    </p188:txBody>
  </p188:cm>
</p188:cmLst>
</file>

<file path=ppt/comments/modernComment_371_0.xml><?xml version="1.0" encoding="utf-8"?>
<p188:cmLst xmlns:a="http://schemas.openxmlformats.org/drawingml/2006/main" xmlns:r="http://schemas.openxmlformats.org/officeDocument/2006/relationships" xmlns:p188="http://schemas.microsoft.com/office/powerpoint/2018/8/main">
  <p188:cm id="{7086B2C1-73C4-493C-B3AA-F0420952C735}" authorId="{E9CB068E-0DAD-188A-5234-4F0D95AC1878}" created="2024-03-04T02:37:46.764">
    <pc:sldMkLst xmlns:pc="http://schemas.microsoft.com/office/powerpoint/2013/main/command">
      <pc:docMk/>
      <pc:sldMk cId="0" sldId="881"/>
    </pc:sldMkLst>
    <p188:txBody>
      <a:bodyPr/>
      <a:lstStyle/>
      <a:p>
        <a:r>
          <a:rPr lang="zh-CN" altLang="en-US"/>
          <a:t>Compare the graph differ according to the control_graph</a:t>
        </a:r>
      </a:p>
    </p188:txBody>
  </p188:cm>
</p188:cmLst>
</file>

<file path=ppt/comments/modernComment_380_0.xml><?xml version="1.0" encoding="utf-8"?>
<p188:cmLst xmlns:a="http://schemas.openxmlformats.org/drawingml/2006/main" xmlns:r="http://schemas.openxmlformats.org/officeDocument/2006/relationships" xmlns:p188="http://schemas.microsoft.com/office/powerpoint/2018/8/main">
  <p188:cm id="{AFF1B3F9-D46C-4DFA-87F7-104EB108FD1D}" authorId="{E9CB068E-0DAD-188A-5234-4F0D95AC1878}" created="2024-03-05T03:08:48.462">
    <pc:sldMkLst xmlns:pc="http://schemas.microsoft.com/office/powerpoint/2013/main/command">
      <pc:docMk/>
      <pc:sldMk cId="0" sldId="896"/>
    </pc:sldMkLst>
    <p188:txBody>
      <a:bodyPr/>
      <a:lstStyle/>
      <a:p>
        <a:r>
          <a:rPr lang="zh-CN" altLang="en-US"/>
          <a:t>1. 怎么用c/c++画出这样的图
2. 这个图的结构怎么来的</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521922-B392-49CB-98B2-D1506FCEECF3}" type="datetimeFigureOut">
              <a:rPr lang="zh-CN" altLang="en-US" smtClean="0"/>
              <a:t>2024/3/5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B082BF-40C1-4E6C-9085-1B48E30F0BDA}"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23020B4-C4F0-47FB-9EF6-DA1D8CA35CE4}"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29</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t>2024/3/5</a:t>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tags" Target="../tags/tag2.xml"/><Relationship Id="rId7"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s>
</file>

<file path=ppt/slideMasters/_rels/slideMaster2.xml.rels><?xml version="1.0" encoding="UTF-8" standalone="yes"?>
<Relationships xmlns="http://schemas.openxmlformats.org/package/2006/relationships"><Relationship Id="rId8" Type="http://schemas.openxmlformats.org/officeDocument/2006/relationships/tags" Target="../tags/tag10.xml"/><Relationship Id="rId3" Type="http://schemas.openxmlformats.org/officeDocument/2006/relationships/theme" Target="../theme/theme2.xml"/><Relationship Id="rId7" Type="http://schemas.openxmlformats.org/officeDocument/2006/relationships/tags" Target="../tags/tag9.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tags" Target="../tags/tag8.xml"/><Relationship Id="rId11" Type="http://schemas.openxmlformats.org/officeDocument/2006/relationships/image" Target="../media/image4.svg"/><Relationship Id="rId5" Type="http://schemas.openxmlformats.org/officeDocument/2006/relationships/tags" Target="../tags/tag7.xml"/><Relationship Id="rId10" Type="http://schemas.openxmlformats.org/officeDocument/2006/relationships/image" Target="../media/image3.png"/><Relationship Id="rId4" Type="http://schemas.openxmlformats.org/officeDocument/2006/relationships/tags" Target="../tags/tag6.xml"/><Relationship Id="rId9" Type="http://schemas.openxmlformats.org/officeDocument/2006/relationships/tags" Target="../tags/tag11.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tags" Target="../tags/tag12.xml"/><Relationship Id="rId7" Type="http://schemas.openxmlformats.org/officeDocument/2006/relationships/image" Target="../media/image5.png"/><Relationship Id="rId2" Type="http://schemas.openxmlformats.org/officeDocument/2006/relationships/theme" Target="../theme/theme3.xml"/><Relationship Id="rId1" Type="http://schemas.openxmlformats.org/officeDocument/2006/relationships/slideLayout" Target="../slideLayouts/slideLayout4.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s>
</file>

<file path=ppt/slideMasters/_rels/slideMaster4.xml.rels><?xml version="1.0" encoding="UTF-8" standalone="yes"?>
<Relationships xmlns="http://schemas.openxmlformats.org/package/2006/relationships"><Relationship Id="rId8" Type="http://schemas.openxmlformats.org/officeDocument/2006/relationships/tags" Target="../tags/tag21.xml"/><Relationship Id="rId3" Type="http://schemas.openxmlformats.org/officeDocument/2006/relationships/tags" Target="../tags/tag16.xml"/><Relationship Id="rId7" Type="http://schemas.openxmlformats.org/officeDocument/2006/relationships/tags" Target="../tags/tag20.xml"/><Relationship Id="rId2" Type="http://schemas.openxmlformats.org/officeDocument/2006/relationships/theme" Target="../theme/theme4.xml"/><Relationship Id="rId1" Type="http://schemas.openxmlformats.org/officeDocument/2006/relationships/slideLayout" Target="../slideLayouts/slideLayout5.xml"/><Relationship Id="rId6" Type="http://schemas.openxmlformats.org/officeDocument/2006/relationships/tags" Target="../tags/tag19.xml"/><Relationship Id="rId5" Type="http://schemas.openxmlformats.org/officeDocument/2006/relationships/tags" Target="../tags/tag18.xml"/><Relationship Id="rId10" Type="http://schemas.openxmlformats.org/officeDocument/2006/relationships/image" Target="../media/image4.svg"/><Relationship Id="rId4" Type="http://schemas.openxmlformats.org/officeDocument/2006/relationships/tags" Target="../tags/tag17.xml"/><Relationship Id="rId9" Type="http://schemas.openxmlformats.org/officeDocument/2006/relationships/image" Target="../media/image3.png"/></Relationships>
</file>

<file path=ppt/slideMasters/_rels/slideMaster5.xml.rels><?xml version="1.0" encoding="UTF-8" standalone="yes"?>
<Relationships xmlns="http://schemas.openxmlformats.org/package/2006/relationships"><Relationship Id="rId8" Type="http://schemas.openxmlformats.org/officeDocument/2006/relationships/tags" Target="../tags/tag27.xml"/><Relationship Id="rId3" Type="http://schemas.openxmlformats.org/officeDocument/2006/relationships/tags" Target="../tags/tag22.xml"/><Relationship Id="rId7" Type="http://schemas.openxmlformats.org/officeDocument/2006/relationships/tags" Target="../tags/tag26.xml"/><Relationship Id="rId2" Type="http://schemas.openxmlformats.org/officeDocument/2006/relationships/theme" Target="../theme/theme5.xml"/><Relationship Id="rId1" Type="http://schemas.openxmlformats.org/officeDocument/2006/relationships/slideLayout" Target="../slideLayouts/slideLayout6.xml"/><Relationship Id="rId6" Type="http://schemas.openxmlformats.org/officeDocument/2006/relationships/tags" Target="../tags/tag25.xml"/><Relationship Id="rId5" Type="http://schemas.openxmlformats.org/officeDocument/2006/relationships/tags" Target="../tags/tag24.xml"/><Relationship Id="rId10" Type="http://schemas.openxmlformats.org/officeDocument/2006/relationships/image" Target="../media/image4.svg"/><Relationship Id="rId4" Type="http://schemas.openxmlformats.org/officeDocument/2006/relationships/tags" Target="../tags/tag23.xml"/><Relationship Id="rId9" Type="http://schemas.openxmlformats.org/officeDocument/2006/relationships/image" Target="../media/image3.png"/></Relationships>
</file>

<file path=ppt/slideMasters/_rels/slideMaster6.xml.rels><?xml version="1.0" encoding="UTF-8" standalone="yes"?>
<Relationships xmlns="http://schemas.openxmlformats.org/package/2006/relationships"><Relationship Id="rId8" Type="http://schemas.openxmlformats.org/officeDocument/2006/relationships/tags" Target="../tags/tag33.xml"/><Relationship Id="rId3" Type="http://schemas.openxmlformats.org/officeDocument/2006/relationships/tags" Target="../tags/tag28.xml"/><Relationship Id="rId7" Type="http://schemas.openxmlformats.org/officeDocument/2006/relationships/tags" Target="../tags/tag32.xml"/><Relationship Id="rId2" Type="http://schemas.openxmlformats.org/officeDocument/2006/relationships/theme" Target="../theme/theme6.xml"/><Relationship Id="rId1" Type="http://schemas.openxmlformats.org/officeDocument/2006/relationships/slideLayout" Target="../slideLayouts/slideLayout7.xml"/><Relationship Id="rId6" Type="http://schemas.openxmlformats.org/officeDocument/2006/relationships/tags" Target="../tags/tag31.xml"/><Relationship Id="rId5" Type="http://schemas.openxmlformats.org/officeDocument/2006/relationships/tags" Target="../tags/tag30.xml"/><Relationship Id="rId10" Type="http://schemas.openxmlformats.org/officeDocument/2006/relationships/image" Target="../media/image4.svg"/><Relationship Id="rId4" Type="http://schemas.openxmlformats.org/officeDocument/2006/relationships/tags" Target="../tags/tag29.xml"/><Relationship Id="rId9" Type="http://schemas.openxmlformats.org/officeDocument/2006/relationships/image" Target="../media/image3.png"/></Relationships>
</file>

<file path=ppt/slideMasters/_rels/slideMaster7.xml.rels><?xml version="1.0" encoding="UTF-8" standalone="yes"?>
<Relationships xmlns="http://schemas.openxmlformats.org/package/2006/relationships"><Relationship Id="rId8" Type="http://schemas.openxmlformats.org/officeDocument/2006/relationships/tags" Target="../tags/tag39.xml"/><Relationship Id="rId3" Type="http://schemas.openxmlformats.org/officeDocument/2006/relationships/tags" Target="../tags/tag34.xml"/><Relationship Id="rId7" Type="http://schemas.openxmlformats.org/officeDocument/2006/relationships/tags" Target="../tags/tag38.xml"/><Relationship Id="rId2" Type="http://schemas.openxmlformats.org/officeDocument/2006/relationships/theme" Target="../theme/theme7.xml"/><Relationship Id="rId1" Type="http://schemas.openxmlformats.org/officeDocument/2006/relationships/slideLayout" Target="../slideLayouts/slideLayout8.xml"/><Relationship Id="rId6" Type="http://schemas.openxmlformats.org/officeDocument/2006/relationships/tags" Target="../tags/tag37.xml"/><Relationship Id="rId5" Type="http://schemas.openxmlformats.org/officeDocument/2006/relationships/tags" Target="../tags/tag36.xml"/><Relationship Id="rId10" Type="http://schemas.openxmlformats.org/officeDocument/2006/relationships/image" Target="../media/image4.svg"/><Relationship Id="rId4" Type="http://schemas.openxmlformats.org/officeDocument/2006/relationships/tags" Target="../tags/tag35.xml"/><Relationship Id="rId9" Type="http://schemas.openxmlformats.org/officeDocument/2006/relationships/image" Target="../media/image3.png"/></Relationships>
</file>

<file path=ppt/slideMasters/_rels/slideMaster8.xml.rels><?xml version="1.0" encoding="UTF-8" standalone="yes"?>
<Relationships xmlns="http://schemas.openxmlformats.org/package/2006/relationships"><Relationship Id="rId8" Type="http://schemas.openxmlformats.org/officeDocument/2006/relationships/tags" Target="../tags/tag45.xml"/><Relationship Id="rId3" Type="http://schemas.openxmlformats.org/officeDocument/2006/relationships/tags" Target="../tags/tag40.xml"/><Relationship Id="rId7" Type="http://schemas.openxmlformats.org/officeDocument/2006/relationships/tags" Target="../tags/tag44.xml"/><Relationship Id="rId2" Type="http://schemas.openxmlformats.org/officeDocument/2006/relationships/theme" Target="../theme/theme8.xml"/><Relationship Id="rId1" Type="http://schemas.openxmlformats.org/officeDocument/2006/relationships/slideLayout" Target="../slideLayouts/slideLayout9.xml"/><Relationship Id="rId6" Type="http://schemas.openxmlformats.org/officeDocument/2006/relationships/tags" Target="../tags/tag43.xml"/><Relationship Id="rId5" Type="http://schemas.openxmlformats.org/officeDocument/2006/relationships/tags" Target="../tags/tag42.xml"/><Relationship Id="rId10" Type="http://schemas.openxmlformats.org/officeDocument/2006/relationships/image" Target="../media/image4.svg"/><Relationship Id="rId4" Type="http://schemas.openxmlformats.org/officeDocument/2006/relationships/tags" Target="../tags/tag41.xml"/><Relationship Id="rId9" Type="http://schemas.openxmlformats.org/officeDocument/2006/relationships/image" Target="../media/image3.png"/></Relationships>
</file>

<file path=ppt/slideMasters/_rels/slideMaster9.xml.rels><?xml version="1.0" encoding="UTF-8" standalone="yes"?>
<Relationships xmlns="http://schemas.openxmlformats.org/package/2006/relationships"><Relationship Id="rId8" Type="http://schemas.openxmlformats.org/officeDocument/2006/relationships/tags" Target="../tags/tag51.xml"/><Relationship Id="rId3" Type="http://schemas.openxmlformats.org/officeDocument/2006/relationships/tags" Target="../tags/tag46.xml"/><Relationship Id="rId7" Type="http://schemas.openxmlformats.org/officeDocument/2006/relationships/tags" Target="../tags/tag50.xml"/><Relationship Id="rId2" Type="http://schemas.openxmlformats.org/officeDocument/2006/relationships/theme" Target="../theme/theme9.xml"/><Relationship Id="rId1" Type="http://schemas.openxmlformats.org/officeDocument/2006/relationships/slideLayout" Target="../slideLayouts/slideLayout10.xml"/><Relationship Id="rId6" Type="http://schemas.openxmlformats.org/officeDocument/2006/relationships/tags" Target="../tags/tag49.xml"/><Relationship Id="rId5" Type="http://schemas.openxmlformats.org/officeDocument/2006/relationships/tags" Target="../tags/tag48.xml"/><Relationship Id="rId10" Type="http://schemas.openxmlformats.org/officeDocument/2006/relationships/image" Target="../media/image4.svg"/><Relationship Id="rId4" Type="http://schemas.openxmlformats.org/officeDocument/2006/relationships/tags" Target="../tags/tag47.xml"/><Relationship Id="rId9" Type="http://schemas.openxmlformats.org/officeDocument/2006/relationships/image" Target="../media/image3.png"/></Relationships>
</file>

<file path=ppt/slideMasters/_rels/slideMaster10.xml.rels><?xml version="1.0" encoding="UTF-8" standalone="yes"?>
<Relationships xmlns="http://schemas.openxmlformats.org/package/2006/relationships"><Relationship Id="rId8" Type="http://schemas.openxmlformats.org/officeDocument/2006/relationships/tags" Target="../tags/tag57.xml"/><Relationship Id="rId3" Type="http://schemas.openxmlformats.org/officeDocument/2006/relationships/tags" Target="../tags/tag52.xml"/><Relationship Id="rId7" Type="http://schemas.openxmlformats.org/officeDocument/2006/relationships/tags" Target="../tags/tag56.xml"/><Relationship Id="rId2" Type="http://schemas.openxmlformats.org/officeDocument/2006/relationships/theme" Target="../theme/theme10.xml"/><Relationship Id="rId1" Type="http://schemas.openxmlformats.org/officeDocument/2006/relationships/slideLayout" Target="../slideLayouts/slideLayout11.xml"/><Relationship Id="rId6" Type="http://schemas.openxmlformats.org/officeDocument/2006/relationships/tags" Target="../tags/tag55.xml"/><Relationship Id="rId5" Type="http://schemas.openxmlformats.org/officeDocument/2006/relationships/tags" Target="../tags/tag54.xml"/><Relationship Id="rId10" Type="http://schemas.openxmlformats.org/officeDocument/2006/relationships/image" Target="../media/image4.svg"/><Relationship Id="rId4" Type="http://schemas.openxmlformats.org/officeDocument/2006/relationships/tags" Target="../tags/tag53.xml"/><Relationship Id="rId9" Type="http://schemas.openxmlformats.org/officeDocument/2006/relationships/image" Target="../media/image3.png"/></Relationships>
</file>

<file path=ppt/slideMasters/_rels/slideMaster11.xml.rels><?xml version="1.0" encoding="UTF-8" standalone="yes"?>
<Relationships xmlns="http://schemas.openxmlformats.org/package/2006/relationships"><Relationship Id="rId8" Type="http://schemas.openxmlformats.org/officeDocument/2006/relationships/tags" Target="../tags/tag63.xml"/><Relationship Id="rId3" Type="http://schemas.openxmlformats.org/officeDocument/2006/relationships/tags" Target="../tags/tag58.xml"/><Relationship Id="rId7" Type="http://schemas.openxmlformats.org/officeDocument/2006/relationships/tags" Target="../tags/tag62.xml"/><Relationship Id="rId2" Type="http://schemas.openxmlformats.org/officeDocument/2006/relationships/theme" Target="../theme/theme11.xml"/><Relationship Id="rId1" Type="http://schemas.openxmlformats.org/officeDocument/2006/relationships/slideLayout" Target="../slideLayouts/slideLayout12.xml"/><Relationship Id="rId6" Type="http://schemas.openxmlformats.org/officeDocument/2006/relationships/tags" Target="../tags/tag61.xml"/><Relationship Id="rId5" Type="http://schemas.openxmlformats.org/officeDocument/2006/relationships/tags" Target="../tags/tag60.xml"/><Relationship Id="rId10" Type="http://schemas.openxmlformats.org/officeDocument/2006/relationships/image" Target="../media/image4.svg"/><Relationship Id="rId4" Type="http://schemas.openxmlformats.org/officeDocument/2006/relationships/tags" Target="../tags/tag59.xml"/><Relationship Id="rId9" Type="http://schemas.openxmlformats.org/officeDocument/2006/relationships/image" Target="../media/image3.png"/></Relationships>
</file>

<file path=ppt/slideMasters/_rels/slideMaster12.xml.rels><?xml version="1.0" encoding="UTF-8" standalone="yes"?>
<Relationships xmlns="http://schemas.openxmlformats.org/package/2006/relationships"><Relationship Id="rId8" Type="http://schemas.openxmlformats.org/officeDocument/2006/relationships/tags" Target="../tags/tag69.xml"/><Relationship Id="rId3" Type="http://schemas.openxmlformats.org/officeDocument/2006/relationships/tags" Target="../tags/tag64.xml"/><Relationship Id="rId7" Type="http://schemas.openxmlformats.org/officeDocument/2006/relationships/tags" Target="../tags/tag68.xml"/><Relationship Id="rId2" Type="http://schemas.openxmlformats.org/officeDocument/2006/relationships/theme" Target="../theme/theme12.xml"/><Relationship Id="rId1" Type="http://schemas.openxmlformats.org/officeDocument/2006/relationships/slideLayout" Target="../slideLayouts/slideLayout13.xml"/><Relationship Id="rId6" Type="http://schemas.openxmlformats.org/officeDocument/2006/relationships/tags" Target="../tags/tag67.xml"/><Relationship Id="rId5" Type="http://schemas.openxmlformats.org/officeDocument/2006/relationships/tags" Target="../tags/tag66.xml"/><Relationship Id="rId10" Type="http://schemas.openxmlformats.org/officeDocument/2006/relationships/image" Target="../media/image4.svg"/><Relationship Id="rId4" Type="http://schemas.openxmlformats.org/officeDocument/2006/relationships/tags" Target="../tags/tag65.xml"/><Relationship Id="rId9" Type="http://schemas.openxmlformats.org/officeDocument/2006/relationships/image" Target="../media/image3.png"/></Relationships>
</file>

<file path=ppt/slideMasters/_rels/slideMaster13.xml.rels><?xml version="1.0" encoding="UTF-8" standalone="yes"?>
<Relationships xmlns="http://schemas.openxmlformats.org/package/2006/relationships"><Relationship Id="rId8" Type="http://schemas.openxmlformats.org/officeDocument/2006/relationships/tags" Target="../tags/tag75.xml"/><Relationship Id="rId3" Type="http://schemas.openxmlformats.org/officeDocument/2006/relationships/tags" Target="../tags/tag70.xml"/><Relationship Id="rId7" Type="http://schemas.openxmlformats.org/officeDocument/2006/relationships/tags" Target="../tags/tag74.xml"/><Relationship Id="rId2" Type="http://schemas.openxmlformats.org/officeDocument/2006/relationships/theme" Target="../theme/theme13.xml"/><Relationship Id="rId1" Type="http://schemas.openxmlformats.org/officeDocument/2006/relationships/slideLayout" Target="../slideLayouts/slideLayout14.xml"/><Relationship Id="rId6" Type="http://schemas.openxmlformats.org/officeDocument/2006/relationships/tags" Target="../tags/tag73.xml"/><Relationship Id="rId5" Type="http://schemas.openxmlformats.org/officeDocument/2006/relationships/tags" Target="../tags/tag72.xml"/><Relationship Id="rId10" Type="http://schemas.openxmlformats.org/officeDocument/2006/relationships/image" Target="../media/image4.svg"/><Relationship Id="rId4" Type="http://schemas.openxmlformats.org/officeDocument/2006/relationships/tags" Target="../tags/tag71.xml"/><Relationship Id="rId9" Type="http://schemas.openxmlformats.org/officeDocument/2006/relationships/image" Target="../media/image3.png"/></Relationships>
</file>

<file path=ppt/slideMasters/_rels/slideMaster14.xml.rels><?xml version="1.0" encoding="UTF-8" standalone="yes"?>
<Relationships xmlns="http://schemas.openxmlformats.org/package/2006/relationships"><Relationship Id="rId8" Type="http://schemas.openxmlformats.org/officeDocument/2006/relationships/tags" Target="../tags/tag81.xml"/><Relationship Id="rId3" Type="http://schemas.openxmlformats.org/officeDocument/2006/relationships/tags" Target="../tags/tag76.xml"/><Relationship Id="rId7" Type="http://schemas.openxmlformats.org/officeDocument/2006/relationships/tags" Target="../tags/tag80.xml"/><Relationship Id="rId2" Type="http://schemas.openxmlformats.org/officeDocument/2006/relationships/theme" Target="../theme/theme14.xml"/><Relationship Id="rId1" Type="http://schemas.openxmlformats.org/officeDocument/2006/relationships/slideLayout" Target="../slideLayouts/slideLayout15.xml"/><Relationship Id="rId6" Type="http://schemas.openxmlformats.org/officeDocument/2006/relationships/tags" Target="../tags/tag79.xml"/><Relationship Id="rId5" Type="http://schemas.openxmlformats.org/officeDocument/2006/relationships/tags" Target="../tags/tag78.xml"/><Relationship Id="rId10" Type="http://schemas.openxmlformats.org/officeDocument/2006/relationships/image" Target="../media/image4.svg"/><Relationship Id="rId4" Type="http://schemas.openxmlformats.org/officeDocument/2006/relationships/tags" Target="../tags/tag77.xml"/><Relationship Id="rId9" Type="http://schemas.openxmlformats.org/officeDocument/2006/relationships/image" Target="../media/image3.png"/></Relationships>
</file>

<file path=ppt/slideMasters/_rels/slideMaster15.xml.rels><?xml version="1.0" encoding="UTF-8" standalone="yes"?>
<Relationships xmlns="http://schemas.openxmlformats.org/package/2006/relationships"><Relationship Id="rId8" Type="http://schemas.openxmlformats.org/officeDocument/2006/relationships/tags" Target="../tags/tag87.xml"/><Relationship Id="rId3" Type="http://schemas.openxmlformats.org/officeDocument/2006/relationships/tags" Target="../tags/tag82.xml"/><Relationship Id="rId7" Type="http://schemas.openxmlformats.org/officeDocument/2006/relationships/tags" Target="../tags/tag86.xml"/><Relationship Id="rId2" Type="http://schemas.openxmlformats.org/officeDocument/2006/relationships/theme" Target="../theme/theme15.xml"/><Relationship Id="rId1" Type="http://schemas.openxmlformats.org/officeDocument/2006/relationships/slideLayout" Target="../slideLayouts/slideLayout16.xml"/><Relationship Id="rId6" Type="http://schemas.openxmlformats.org/officeDocument/2006/relationships/tags" Target="../tags/tag85.xml"/><Relationship Id="rId5" Type="http://schemas.openxmlformats.org/officeDocument/2006/relationships/tags" Target="../tags/tag84.xml"/><Relationship Id="rId10" Type="http://schemas.openxmlformats.org/officeDocument/2006/relationships/image" Target="../media/image4.svg"/><Relationship Id="rId4" Type="http://schemas.openxmlformats.org/officeDocument/2006/relationships/tags" Target="../tags/tag83.xml"/><Relationship Id="rId9" Type="http://schemas.openxmlformats.org/officeDocument/2006/relationships/image" Target="../media/image3.png"/></Relationships>
</file>

<file path=ppt/slideMasters/_rels/slideMaster16.xml.rels><?xml version="1.0" encoding="UTF-8" standalone="yes"?>
<Relationships xmlns="http://schemas.openxmlformats.org/package/2006/relationships"><Relationship Id="rId8" Type="http://schemas.openxmlformats.org/officeDocument/2006/relationships/tags" Target="../tags/tag93.xml"/><Relationship Id="rId3" Type="http://schemas.openxmlformats.org/officeDocument/2006/relationships/tags" Target="../tags/tag88.xml"/><Relationship Id="rId7" Type="http://schemas.openxmlformats.org/officeDocument/2006/relationships/tags" Target="../tags/tag92.xml"/><Relationship Id="rId2" Type="http://schemas.openxmlformats.org/officeDocument/2006/relationships/theme" Target="../theme/theme16.xml"/><Relationship Id="rId1" Type="http://schemas.openxmlformats.org/officeDocument/2006/relationships/slideLayout" Target="../slideLayouts/slideLayout17.xml"/><Relationship Id="rId6" Type="http://schemas.openxmlformats.org/officeDocument/2006/relationships/tags" Target="../tags/tag91.xml"/><Relationship Id="rId5" Type="http://schemas.openxmlformats.org/officeDocument/2006/relationships/tags" Target="../tags/tag90.xml"/><Relationship Id="rId10" Type="http://schemas.openxmlformats.org/officeDocument/2006/relationships/image" Target="../media/image4.svg"/><Relationship Id="rId4" Type="http://schemas.openxmlformats.org/officeDocument/2006/relationships/tags" Target="../tags/tag89.xml"/><Relationship Id="rId9" Type="http://schemas.openxmlformats.org/officeDocument/2006/relationships/image" Target="../media/image3.png"/></Relationships>
</file>

<file path=ppt/slideMasters/_rels/slideMaster17.xml.rels><?xml version="1.0" encoding="UTF-8" standalone="yes"?>
<Relationships xmlns="http://schemas.openxmlformats.org/package/2006/relationships"><Relationship Id="rId8" Type="http://schemas.openxmlformats.org/officeDocument/2006/relationships/tags" Target="../tags/tag99.xml"/><Relationship Id="rId3" Type="http://schemas.openxmlformats.org/officeDocument/2006/relationships/tags" Target="../tags/tag94.xml"/><Relationship Id="rId7" Type="http://schemas.openxmlformats.org/officeDocument/2006/relationships/tags" Target="../tags/tag98.xml"/><Relationship Id="rId2" Type="http://schemas.openxmlformats.org/officeDocument/2006/relationships/theme" Target="../theme/theme17.xml"/><Relationship Id="rId1" Type="http://schemas.openxmlformats.org/officeDocument/2006/relationships/slideLayout" Target="../slideLayouts/slideLayout18.xml"/><Relationship Id="rId6" Type="http://schemas.openxmlformats.org/officeDocument/2006/relationships/tags" Target="../tags/tag97.xml"/><Relationship Id="rId5" Type="http://schemas.openxmlformats.org/officeDocument/2006/relationships/tags" Target="../tags/tag96.xml"/><Relationship Id="rId10" Type="http://schemas.openxmlformats.org/officeDocument/2006/relationships/image" Target="../media/image4.svg"/><Relationship Id="rId4" Type="http://schemas.openxmlformats.org/officeDocument/2006/relationships/tags" Target="../tags/tag95.xml"/><Relationship Id="rId9" Type="http://schemas.openxmlformats.org/officeDocument/2006/relationships/image" Target="../media/image3.png"/></Relationships>
</file>

<file path=ppt/slideMasters/_rels/slideMaster18.xml.rels><?xml version="1.0" encoding="UTF-8" standalone="yes"?>
<Relationships xmlns="http://schemas.openxmlformats.org/package/2006/relationships"><Relationship Id="rId8" Type="http://schemas.openxmlformats.org/officeDocument/2006/relationships/tags" Target="../tags/tag105.xml"/><Relationship Id="rId3" Type="http://schemas.openxmlformats.org/officeDocument/2006/relationships/tags" Target="../tags/tag100.xml"/><Relationship Id="rId7" Type="http://schemas.openxmlformats.org/officeDocument/2006/relationships/tags" Target="../tags/tag104.xml"/><Relationship Id="rId2" Type="http://schemas.openxmlformats.org/officeDocument/2006/relationships/theme" Target="../theme/theme18.xml"/><Relationship Id="rId1" Type="http://schemas.openxmlformats.org/officeDocument/2006/relationships/slideLayout" Target="../slideLayouts/slideLayout19.xml"/><Relationship Id="rId6" Type="http://schemas.openxmlformats.org/officeDocument/2006/relationships/tags" Target="../tags/tag103.xml"/><Relationship Id="rId5" Type="http://schemas.openxmlformats.org/officeDocument/2006/relationships/tags" Target="../tags/tag102.xml"/><Relationship Id="rId10" Type="http://schemas.openxmlformats.org/officeDocument/2006/relationships/image" Target="../media/image4.svg"/><Relationship Id="rId4" Type="http://schemas.openxmlformats.org/officeDocument/2006/relationships/tags" Target="../tags/tag101.xml"/><Relationship Id="rId9" Type="http://schemas.openxmlformats.org/officeDocument/2006/relationships/image" Target="../media/image3.png"/></Relationships>
</file>

<file path=ppt/slideMasters/_rels/slideMaster19.xml.rels><?xml version="1.0" encoding="UTF-8" standalone="yes"?>
<Relationships xmlns="http://schemas.openxmlformats.org/package/2006/relationships"><Relationship Id="rId8" Type="http://schemas.openxmlformats.org/officeDocument/2006/relationships/tags" Target="../tags/tag111.xml"/><Relationship Id="rId3" Type="http://schemas.openxmlformats.org/officeDocument/2006/relationships/tags" Target="../tags/tag106.xml"/><Relationship Id="rId7" Type="http://schemas.openxmlformats.org/officeDocument/2006/relationships/tags" Target="../tags/tag110.xml"/><Relationship Id="rId2" Type="http://schemas.openxmlformats.org/officeDocument/2006/relationships/theme" Target="../theme/theme19.xml"/><Relationship Id="rId1" Type="http://schemas.openxmlformats.org/officeDocument/2006/relationships/slideLayout" Target="../slideLayouts/slideLayout20.xml"/><Relationship Id="rId6" Type="http://schemas.openxmlformats.org/officeDocument/2006/relationships/tags" Target="../tags/tag109.xml"/><Relationship Id="rId5" Type="http://schemas.openxmlformats.org/officeDocument/2006/relationships/tags" Target="../tags/tag108.xml"/><Relationship Id="rId10" Type="http://schemas.openxmlformats.org/officeDocument/2006/relationships/image" Target="../media/image4.svg"/><Relationship Id="rId4" Type="http://schemas.openxmlformats.org/officeDocument/2006/relationships/tags" Target="../tags/tag107.xml"/><Relationship Id="rId9" Type="http://schemas.openxmlformats.org/officeDocument/2006/relationships/image" Target="../media/image3.png"/></Relationships>
</file>

<file path=ppt/slideMasters/_rels/slideMaster20.xml.rels><?xml version="1.0" encoding="UTF-8" standalone="yes"?>
<Relationships xmlns="http://schemas.openxmlformats.org/package/2006/relationships"><Relationship Id="rId8" Type="http://schemas.openxmlformats.org/officeDocument/2006/relationships/tags" Target="../tags/tag117.xml"/><Relationship Id="rId3" Type="http://schemas.openxmlformats.org/officeDocument/2006/relationships/tags" Target="../tags/tag112.xml"/><Relationship Id="rId7" Type="http://schemas.openxmlformats.org/officeDocument/2006/relationships/tags" Target="../tags/tag116.xml"/><Relationship Id="rId2" Type="http://schemas.openxmlformats.org/officeDocument/2006/relationships/theme" Target="../theme/theme20.xml"/><Relationship Id="rId1" Type="http://schemas.openxmlformats.org/officeDocument/2006/relationships/slideLayout" Target="../slideLayouts/slideLayout21.xml"/><Relationship Id="rId6" Type="http://schemas.openxmlformats.org/officeDocument/2006/relationships/tags" Target="../tags/tag115.xml"/><Relationship Id="rId5" Type="http://schemas.openxmlformats.org/officeDocument/2006/relationships/tags" Target="../tags/tag114.xml"/><Relationship Id="rId10" Type="http://schemas.openxmlformats.org/officeDocument/2006/relationships/image" Target="../media/image4.svg"/><Relationship Id="rId4" Type="http://schemas.openxmlformats.org/officeDocument/2006/relationships/tags" Target="../tags/tag113.xml"/><Relationship Id="rId9" Type="http://schemas.openxmlformats.org/officeDocument/2006/relationships/image" Target="../media/image3.png"/></Relationships>
</file>

<file path=ppt/slideMasters/_rels/slideMaster21.xml.rels><?xml version="1.0" encoding="UTF-8" standalone="yes"?>
<Relationships xmlns="http://schemas.openxmlformats.org/package/2006/relationships"><Relationship Id="rId8" Type="http://schemas.openxmlformats.org/officeDocument/2006/relationships/tags" Target="../tags/tag123.xml"/><Relationship Id="rId3" Type="http://schemas.openxmlformats.org/officeDocument/2006/relationships/tags" Target="../tags/tag118.xml"/><Relationship Id="rId7" Type="http://schemas.openxmlformats.org/officeDocument/2006/relationships/tags" Target="../tags/tag122.xml"/><Relationship Id="rId2" Type="http://schemas.openxmlformats.org/officeDocument/2006/relationships/theme" Target="../theme/theme21.xml"/><Relationship Id="rId1" Type="http://schemas.openxmlformats.org/officeDocument/2006/relationships/slideLayout" Target="../slideLayouts/slideLayout22.xml"/><Relationship Id="rId6" Type="http://schemas.openxmlformats.org/officeDocument/2006/relationships/tags" Target="../tags/tag121.xml"/><Relationship Id="rId5" Type="http://schemas.openxmlformats.org/officeDocument/2006/relationships/tags" Target="../tags/tag120.xml"/><Relationship Id="rId10" Type="http://schemas.openxmlformats.org/officeDocument/2006/relationships/image" Target="../media/image4.svg"/><Relationship Id="rId4" Type="http://schemas.openxmlformats.org/officeDocument/2006/relationships/tags" Target="../tags/tag119.xml"/><Relationship Id="rId9" Type="http://schemas.openxmlformats.org/officeDocument/2006/relationships/image" Target="../media/image3.png"/></Relationships>
</file>

<file path=ppt/slideMasters/_rels/slideMaster22.xml.rels><?xml version="1.0" encoding="UTF-8" standalone="yes"?>
<Relationships xmlns="http://schemas.openxmlformats.org/package/2006/relationships"><Relationship Id="rId8" Type="http://schemas.openxmlformats.org/officeDocument/2006/relationships/tags" Target="../tags/tag129.xml"/><Relationship Id="rId3" Type="http://schemas.openxmlformats.org/officeDocument/2006/relationships/tags" Target="../tags/tag124.xml"/><Relationship Id="rId7" Type="http://schemas.openxmlformats.org/officeDocument/2006/relationships/tags" Target="../tags/tag128.xml"/><Relationship Id="rId2" Type="http://schemas.openxmlformats.org/officeDocument/2006/relationships/theme" Target="../theme/theme22.xml"/><Relationship Id="rId1" Type="http://schemas.openxmlformats.org/officeDocument/2006/relationships/slideLayout" Target="../slideLayouts/slideLayout23.xml"/><Relationship Id="rId6" Type="http://schemas.openxmlformats.org/officeDocument/2006/relationships/tags" Target="../tags/tag127.xml"/><Relationship Id="rId5" Type="http://schemas.openxmlformats.org/officeDocument/2006/relationships/tags" Target="../tags/tag126.xml"/><Relationship Id="rId10" Type="http://schemas.openxmlformats.org/officeDocument/2006/relationships/image" Target="../media/image4.svg"/><Relationship Id="rId4" Type="http://schemas.openxmlformats.org/officeDocument/2006/relationships/tags" Target="../tags/tag125.xml"/><Relationship Id="rId9" Type="http://schemas.openxmlformats.org/officeDocument/2006/relationships/image" Target="../media/image3.png"/></Relationships>
</file>

<file path=ppt/slideMasters/_rels/slideMaster23.xml.rels><?xml version="1.0" encoding="UTF-8" standalone="yes"?>
<Relationships xmlns="http://schemas.openxmlformats.org/package/2006/relationships"><Relationship Id="rId8" Type="http://schemas.openxmlformats.org/officeDocument/2006/relationships/tags" Target="../tags/tag135.xml"/><Relationship Id="rId3" Type="http://schemas.openxmlformats.org/officeDocument/2006/relationships/tags" Target="../tags/tag130.xml"/><Relationship Id="rId7" Type="http://schemas.openxmlformats.org/officeDocument/2006/relationships/tags" Target="../tags/tag134.xml"/><Relationship Id="rId2" Type="http://schemas.openxmlformats.org/officeDocument/2006/relationships/theme" Target="../theme/theme23.xml"/><Relationship Id="rId1" Type="http://schemas.openxmlformats.org/officeDocument/2006/relationships/slideLayout" Target="../slideLayouts/slideLayout24.xml"/><Relationship Id="rId6" Type="http://schemas.openxmlformats.org/officeDocument/2006/relationships/tags" Target="../tags/tag133.xml"/><Relationship Id="rId5" Type="http://schemas.openxmlformats.org/officeDocument/2006/relationships/tags" Target="../tags/tag132.xml"/><Relationship Id="rId10" Type="http://schemas.openxmlformats.org/officeDocument/2006/relationships/image" Target="../media/image4.svg"/><Relationship Id="rId4" Type="http://schemas.openxmlformats.org/officeDocument/2006/relationships/tags" Target="../tags/tag131.xml"/><Relationship Id="rId9" Type="http://schemas.openxmlformats.org/officeDocument/2006/relationships/image" Target="../media/image3.png"/></Relationships>
</file>

<file path=ppt/slideMasters/_rels/slideMaster24.xml.rels><?xml version="1.0" encoding="UTF-8" standalone="yes"?>
<Relationships xmlns="http://schemas.openxmlformats.org/package/2006/relationships"><Relationship Id="rId8" Type="http://schemas.openxmlformats.org/officeDocument/2006/relationships/tags" Target="../tags/tag141.xml"/><Relationship Id="rId3" Type="http://schemas.openxmlformats.org/officeDocument/2006/relationships/tags" Target="../tags/tag136.xml"/><Relationship Id="rId7" Type="http://schemas.openxmlformats.org/officeDocument/2006/relationships/tags" Target="../tags/tag140.xml"/><Relationship Id="rId2" Type="http://schemas.openxmlformats.org/officeDocument/2006/relationships/theme" Target="../theme/theme24.xml"/><Relationship Id="rId1" Type="http://schemas.openxmlformats.org/officeDocument/2006/relationships/slideLayout" Target="../slideLayouts/slideLayout25.xml"/><Relationship Id="rId6" Type="http://schemas.openxmlformats.org/officeDocument/2006/relationships/tags" Target="../tags/tag139.xml"/><Relationship Id="rId5" Type="http://schemas.openxmlformats.org/officeDocument/2006/relationships/tags" Target="../tags/tag138.xml"/><Relationship Id="rId10" Type="http://schemas.openxmlformats.org/officeDocument/2006/relationships/image" Target="../media/image4.svg"/><Relationship Id="rId4" Type="http://schemas.openxmlformats.org/officeDocument/2006/relationships/tags" Target="../tags/tag137.xml"/><Relationship Id="rId9" Type="http://schemas.openxmlformats.org/officeDocument/2006/relationships/image" Target="../media/image3.png"/></Relationships>
</file>

<file path=ppt/slideMasters/_rels/slideMaster25.xml.rels><?xml version="1.0" encoding="UTF-8" standalone="yes"?>
<Relationships xmlns="http://schemas.openxmlformats.org/package/2006/relationships"><Relationship Id="rId8" Type="http://schemas.openxmlformats.org/officeDocument/2006/relationships/tags" Target="../tags/tag147.xml"/><Relationship Id="rId3" Type="http://schemas.openxmlformats.org/officeDocument/2006/relationships/tags" Target="../tags/tag142.xml"/><Relationship Id="rId7" Type="http://schemas.openxmlformats.org/officeDocument/2006/relationships/tags" Target="../tags/tag146.xml"/><Relationship Id="rId2" Type="http://schemas.openxmlformats.org/officeDocument/2006/relationships/theme" Target="../theme/theme25.xml"/><Relationship Id="rId1" Type="http://schemas.openxmlformats.org/officeDocument/2006/relationships/slideLayout" Target="../slideLayouts/slideLayout26.xml"/><Relationship Id="rId6" Type="http://schemas.openxmlformats.org/officeDocument/2006/relationships/tags" Target="../tags/tag145.xml"/><Relationship Id="rId5" Type="http://schemas.openxmlformats.org/officeDocument/2006/relationships/tags" Target="../tags/tag144.xml"/><Relationship Id="rId10" Type="http://schemas.openxmlformats.org/officeDocument/2006/relationships/image" Target="../media/image4.svg"/><Relationship Id="rId4" Type="http://schemas.openxmlformats.org/officeDocument/2006/relationships/tags" Target="../tags/tag143.xml"/><Relationship Id="rId9" Type="http://schemas.openxmlformats.org/officeDocument/2006/relationships/image" Target="../media/image3.png"/></Relationships>
</file>

<file path=ppt/slideMasters/_rels/slideMaster26.xml.rels><?xml version="1.0" encoding="UTF-8" standalone="yes"?>
<Relationships xmlns="http://schemas.openxmlformats.org/package/2006/relationships"><Relationship Id="rId8" Type="http://schemas.openxmlformats.org/officeDocument/2006/relationships/tags" Target="../tags/tag153.xml"/><Relationship Id="rId3" Type="http://schemas.openxmlformats.org/officeDocument/2006/relationships/tags" Target="../tags/tag148.xml"/><Relationship Id="rId7" Type="http://schemas.openxmlformats.org/officeDocument/2006/relationships/tags" Target="../tags/tag152.xml"/><Relationship Id="rId2" Type="http://schemas.openxmlformats.org/officeDocument/2006/relationships/theme" Target="../theme/theme26.xml"/><Relationship Id="rId1" Type="http://schemas.openxmlformats.org/officeDocument/2006/relationships/slideLayout" Target="../slideLayouts/slideLayout27.xml"/><Relationship Id="rId6" Type="http://schemas.openxmlformats.org/officeDocument/2006/relationships/tags" Target="../tags/tag151.xml"/><Relationship Id="rId5" Type="http://schemas.openxmlformats.org/officeDocument/2006/relationships/tags" Target="../tags/tag150.xml"/><Relationship Id="rId10" Type="http://schemas.openxmlformats.org/officeDocument/2006/relationships/image" Target="../media/image4.svg"/><Relationship Id="rId4" Type="http://schemas.openxmlformats.org/officeDocument/2006/relationships/tags" Target="../tags/tag149.xml"/><Relationship Id="rId9" Type="http://schemas.openxmlformats.org/officeDocument/2006/relationships/image" Target="../media/image3.png"/></Relationships>
</file>

<file path=ppt/slideMasters/_rels/slideMaster27.xml.rels><?xml version="1.0" encoding="UTF-8" standalone="yes"?>
<Relationships xmlns="http://schemas.openxmlformats.org/package/2006/relationships"><Relationship Id="rId8" Type="http://schemas.openxmlformats.org/officeDocument/2006/relationships/tags" Target="../tags/tag159.xml"/><Relationship Id="rId3" Type="http://schemas.openxmlformats.org/officeDocument/2006/relationships/tags" Target="../tags/tag154.xml"/><Relationship Id="rId7" Type="http://schemas.openxmlformats.org/officeDocument/2006/relationships/tags" Target="../tags/tag158.xml"/><Relationship Id="rId2" Type="http://schemas.openxmlformats.org/officeDocument/2006/relationships/theme" Target="../theme/theme27.xml"/><Relationship Id="rId1" Type="http://schemas.openxmlformats.org/officeDocument/2006/relationships/slideLayout" Target="../slideLayouts/slideLayout28.xml"/><Relationship Id="rId6" Type="http://schemas.openxmlformats.org/officeDocument/2006/relationships/tags" Target="../tags/tag157.xml"/><Relationship Id="rId5" Type="http://schemas.openxmlformats.org/officeDocument/2006/relationships/tags" Target="../tags/tag156.xml"/><Relationship Id="rId10" Type="http://schemas.openxmlformats.org/officeDocument/2006/relationships/image" Target="../media/image4.svg"/><Relationship Id="rId4" Type="http://schemas.openxmlformats.org/officeDocument/2006/relationships/tags" Target="../tags/tag155.xml"/><Relationship Id="rId9" Type="http://schemas.openxmlformats.org/officeDocument/2006/relationships/image" Target="../media/image3.png"/></Relationships>
</file>

<file path=ppt/slideMasters/_rels/slideMaster28.xml.rels><?xml version="1.0" encoding="UTF-8" standalone="yes"?>
<Relationships xmlns="http://schemas.openxmlformats.org/package/2006/relationships"><Relationship Id="rId8" Type="http://schemas.openxmlformats.org/officeDocument/2006/relationships/tags" Target="../tags/tag165.xml"/><Relationship Id="rId3" Type="http://schemas.openxmlformats.org/officeDocument/2006/relationships/tags" Target="../tags/tag160.xml"/><Relationship Id="rId7" Type="http://schemas.openxmlformats.org/officeDocument/2006/relationships/tags" Target="../tags/tag164.xml"/><Relationship Id="rId2" Type="http://schemas.openxmlformats.org/officeDocument/2006/relationships/theme" Target="../theme/theme28.xml"/><Relationship Id="rId1" Type="http://schemas.openxmlformats.org/officeDocument/2006/relationships/slideLayout" Target="../slideLayouts/slideLayout29.xml"/><Relationship Id="rId6" Type="http://schemas.openxmlformats.org/officeDocument/2006/relationships/tags" Target="../tags/tag163.xml"/><Relationship Id="rId5" Type="http://schemas.openxmlformats.org/officeDocument/2006/relationships/tags" Target="../tags/tag162.xml"/><Relationship Id="rId10" Type="http://schemas.openxmlformats.org/officeDocument/2006/relationships/image" Target="../media/image4.svg"/><Relationship Id="rId4" Type="http://schemas.openxmlformats.org/officeDocument/2006/relationships/tags" Target="../tags/tag161.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矩形 21"/>
          <p:cNvSpPr/>
          <p:nvPr userDrawn="1">
            <p:custDataLst>
              <p:tags r:id="rId3"/>
            </p:custDataLst>
          </p:nvPr>
        </p:nvSpPr>
        <p:spPr>
          <a:xfrm flipV="1">
            <a:off x="0" y="6487795"/>
            <a:ext cx="12192000" cy="37020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sp>
        <p:nvSpPr>
          <p:cNvPr id="23" name="矩形 22"/>
          <p:cNvSpPr/>
          <p:nvPr userDrawn="1">
            <p:custDataLst>
              <p:tags r:id="rId4"/>
            </p:custDataLst>
          </p:nvPr>
        </p:nvSpPr>
        <p:spPr>
          <a:xfrm flipV="1">
            <a:off x="0" y="6572250"/>
            <a:ext cx="12192000" cy="285750"/>
          </a:xfrm>
          <a:prstGeom prst="rect">
            <a:avLst/>
          </a:prstGeom>
          <a:solidFill>
            <a:srgbClr val="D120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pic>
        <p:nvPicPr>
          <p:cNvPr id="25" name="图形 24"/>
          <p:cNvPicPr>
            <a:picLocks noChangeAspect="1"/>
          </p:cNvPicPr>
          <p:nvPr userDrawn="1">
            <p:custDataLst>
              <p:tags r:id="rId5"/>
            </p:custDataLst>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p:blipFill>
        <p:spPr>
          <a:xfrm>
            <a:off x="200184" y="180670"/>
            <a:ext cx="756000" cy="756000"/>
          </a:xfrm>
          <a:prstGeom prst="rect">
            <a:avLst/>
          </a:prstGeom>
        </p:spPr>
      </p:pic>
      <p:cxnSp>
        <p:nvCxnSpPr>
          <p:cNvPr id="26" name="直接连接符 25"/>
          <p:cNvCxnSpPr/>
          <p:nvPr userDrawn="1">
            <p:custDataLst>
              <p:tags r:id="rId6"/>
            </p:custDataLst>
          </p:nvPr>
        </p:nvCxnSpPr>
        <p:spPr>
          <a:xfrm rot="5400000" flipV="1">
            <a:off x="6348182" y="-4812103"/>
            <a:ext cx="0" cy="11520000"/>
          </a:xfrm>
          <a:prstGeom prst="line">
            <a:avLst/>
          </a:prstGeom>
          <a:noFill/>
          <a:ln w="28575" cap="flat" cmpd="sng" algn="ctr">
            <a:gradFill flip="none" rotWithShape="1">
              <a:gsLst>
                <a:gs pos="0">
                  <a:srgbClr val="D1202F"/>
                </a:gs>
                <a:gs pos="100000">
                  <a:schemeClr val="bg1">
                    <a:lumMod val="95000"/>
                  </a:schemeClr>
                </a:gs>
                <a:gs pos="47000">
                  <a:srgbClr val="C00000">
                    <a:alpha val="30000"/>
                  </a:srgbClr>
                </a:gs>
              </a:gsLst>
              <a:lin ang="5400000" scaled="0"/>
              <a:tileRect/>
            </a:gradFill>
            <a:prstDash val="solid"/>
            <a:miter lim="800000"/>
          </a:ln>
          <a:effectLst/>
        </p:spPr>
      </p:cxnSp>
      <p:sp>
        <p:nvSpPr>
          <p:cNvPr id="30" name="灯片编号占位符 26"/>
          <p:cNvSpPr txBox="1"/>
          <p:nvPr userDrawn="1"/>
        </p:nvSpPr>
        <p:spPr>
          <a:xfrm>
            <a:off x="11347200" y="6076800"/>
            <a:ext cx="828000" cy="360000"/>
          </a:xfrm>
          <a:prstGeom prst="rect">
            <a:avLst/>
          </a:prstGeom>
        </p:spPr>
        <p:txBody>
          <a:bodyPr vert="horz" lIns="91440" tIns="45720" rIns="91440" bIns="45720" rtlCol="0" anchor="ctr"/>
          <a:lstStyle>
            <a:defPPr>
              <a:defRPr lang="zh-CN"/>
            </a:defPPr>
            <a:lvl1pPr marL="0" algn="ctr" defTabSz="914400" rtl="0" eaLnBrk="1" latinLnBrk="0" hangingPunct="1">
              <a:defRPr sz="1800" kern="1200">
                <a:solidFill>
                  <a:schemeClr val="tx1">
                    <a:lumMod val="95000"/>
                    <a:lumOff val="5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9772059-CF1C-459A-BD31-B6DE2556393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5"/>
            </p:custDataLst>
          </p:nvPr>
        </p:nvSpPr>
        <p:spPr>
          <a:xfrm flipV="1">
            <a:off x="0" y="6487795"/>
            <a:ext cx="12192000" cy="37020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sp>
        <p:nvSpPr>
          <p:cNvPr id="8" name="矩形 7"/>
          <p:cNvSpPr/>
          <p:nvPr userDrawn="1">
            <p:custDataLst>
              <p:tags r:id="rId6"/>
            </p:custDataLst>
          </p:nvPr>
        </p:nvSpPr>
        <p:spPr>
          <a:xfrm flipV="1">
            <a:off x="0" y="6572250"/>
            <a:ext cx="12192000" cy="285750"/>
          </a:xfrm>
          <a:prstGeom prst="rect">
            <a:avLst/>
          </a:prstGeom>
          <a:solidFill>
            <a:srgbClr val="A728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pic>
        <p:nvPicPr>
          <p:cNvPr id="9" name="图形 4"/>
          <p:cNvPicPr>
            <a:picLocks noChangeAspect="1"/>
          </p:cNvPicPr>
          <p:nvPr userDrawn="1">
            <p:custDataLst>
              <p:tags r:id="rId7"/>
            </p:custDataLst>
          </p:nvPr>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rcRect/>
          <a:stretch>
            <a:fillRect/>
          </a:stretch>
        </p:blipFill>
        <p:spPr>
          <a:xfrm>
            <a:off x="200184" y="180670"/>
            <a:ext cx="756000" cy="756000"/>
          </a:xfrm>
          <a:prstGeom prst="rect">
            <a:avLst/>
          </a:prstGeom>
        </p:spPr>
      </p:pic>
      <p:cxnSp>
        <p:nvCxnSpPr>
          <p:cNvPr id="10" name="直接连接符 9"/>
          <p:cNvCxnSpPr/>
          <p:nvPr userDrawn="1">
            <p:custDataLst>
              <p:tags r:id="rId8"/>
            </p:custDataLst>
          </p:nvPr>
        </p:nvCxnSpPr>
        <p:spPr>
          <a:xfrm rot="5400000" flipV="1">
            <a:off x="6348182" y="-4812103"/>
            <a:ext cx="0" cy="11520000"/>
          </a:xfrm>
          <a:prstGeom prst="line">
            <a:avLst/>
          </a:prstGeom>
          <a:noFill/>
          <a:ln w="28575" cap="flat" cmpd="sng" algn="ctr">
            <a:gradFill flip="none" rotWithShape="1">
              <a:gsLst>
                <a:gs pos="0">
                  <a:srgbClr val="A728BE"/>
                </a:gs>
                <a:gs pos="100000">
                  <a:schemeClr val="bg1">
                    <a:lumMod val="95000"/>
                  </a:schemeClr>
                </a:gs>
                <a:gs pos="47000">
                  <a:srgbClr val="A728BE">
                    <a:alpha val="30000"/>
                  </a:srgbClr>
                </a:gs>
              </a:gsLst>
              <a:lin ang="5400000" scaled="0"/>
              <a:tileRect/>
            </a:gradFill>
            <a:prstDash val="solid"/>
            <a:miter lim="800000"/>
          </a:ln>
          <a:effectLst/>
        </p:spPr>
      </p:cxnSp>
      <p:sp>
        <p:nvSpPr>
          <p:cNvPr id="12" name="灯片编号占位符 10"/>
          <p:cNvSpPr>
            <a:spLocks noGrp="1"/>
          </p:cNvSpPr>
          <p:nvPr userDrawn="1">
            <p:custDataLst>
              <p:tags r:id="rId9"/>
            </p:custDataLst>
          </p:nvPr>
        </p:nvSpPr>
        <p:spPr>
          <a:xfrm>
            <a:off x="11347200" y="6076800"/>
            <a:ext cx="828000" cy="360000"/>
          </a:xfrm>
          <a:prstGeom prst="rect">
            <a:avLst/>
          </a:prstGeom>
        </p:spPr>
        <p:txBody>
          <a:bodyPr vert="horz" lIns="91440" tIns="45720" rIns="91440" bIns="45720" rtlCol="0" anchor="ctr"/>
          <a:lstStyle>
            <a:lvl1pPr algn="r">
              <a:defRPr sz="1200">
                <a:solidFill>
                  <a:schemeClr val="tx1">
                    <a:tint val="75000"/>
                  </a:schemeClr>
                </a:solidFill>
              </a:defRPr>
            </a:lvl1pPr>
          </a:lstStyle>
          <a:p>
            <a:pPr algn="ctr"/>
            <a:fld id="{7D9BB5D0-35E4-459D-AEF3-FE4D7C45CC19}" type="slidenum">
              <a:rPr lang="zh-CN" altLang="en-US" sz="1800" smtClean="0">
                <a:solidFill>
                  <a:schemeClr val="tx1"/>
                </a:solidFill>
                <a:latin typeface="Arial" panose="020B0604020202020204" pitchFamily="34" charset="0"/>
                <a:cs typeface="Arial" panose="020B0604020202020204" pitchFamily="34" charset="0"/>
              </a:rPr>
              <a:t>‹#›</a:t>
            </a:fld>
            <a:endParaRPr lang="zh-CN" altLang="en-US" sz="1800">
              <a:solidFill>
                <a:schemeClr val="tx1"/>
              </a:solidFill>
              <a:latin typeface="Arial" panose="020B0604020202020204" pitchFamily="34" charset="0"/>
              <a:cs typeface="Arial" panose="020B0604020202020204" pitchFamily="34" charset="0"/>
            </a:endParaRPr>
          </a:p>
        </p:txBody>
      </p:sp>
    </p:spTree>
    <p:custDataLst>
      <p:tags r:id="rId4"/>
    </p:custDataLst>
  </p:cSld>
  <p:clrMap bg1="lt1" tx1="dk1" bg2="lt2" tx2="dk2" accent1="accent1" accent2="accent2" accent3="accent3" accent4="accent4" accent5="accent5" accent6="accent6" hlink="hlink" folHlink="folHlink"/>
  <p:sldLayoutIdLst>
    <p:sldLayoutId id="2147483655" r:id="rId1"/>
    <p:sldLayoutId id="2147483656" r:id="rId2"/>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矩形 6"/>
          <p:cNvSpPr/>
          <p:nvPr userDrawn="1">
            <p:custDataLst>
              <p:tags r:id="rId3"/>
            </p:custDataLst>
          </p:nvPr>
        </p:nvSpPr>
        <p:spPr>
          <a:xfrm flipV="1">
            <a:off x="0" y="6487795"/>
            <a:ext cx="12192000" cy="37020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sp>
        <p:nvSpPr>
          <p:cNvPr id="8" name="矩形 7"/>
          <p:cNvSpPr/>
          <p:nvPr userDrawn="1">
            <p:custDataLst>
              <p:tags r:id="rId4"/>
            </p:custDataLst>
          </p:nvPr>
        </p:nvSpPr>
        <p:spPr>
          <a:xfrm flipV="1">
            <a:off x="0" y="6572250"/>
            <a:ext cx="12192000" cy="285750"/>
          </a:xfrm>
          <a:prstGeom prst="rect">
            <a:avLst/>
          </a:prstGeom>
          <a:solidFill>
            <a:srgbClr val="07A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pic>
        <p:nvPicPr>
          <p:cNvPr id="9" name="图形 8"/>
          <p:cNvPicPr>
            <a:picLocks noChangeAspect="1"/>
          </p:cNvPicPr>
          <p:nvPr userDrawn="1">
            <p:custDataLst>
              <p:tags r:id="rId5"/>
            </p:custDataLst>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p:blipFill>
        <p:spPr>
          <a:xfrm>
            <a:off x="200184" y="180670"/>
            <a:ext cx="756000" cy="756000"/>
          </a:xfrm>
          <a:prstGeom prst="rect">
            <a:avLst/>
          </a:prstGeom>
        </p:spPr>
      </p:pic>
      <p:cxnSp>
        <p:nvCxnSpPr>
          <p:cNvPr id="10" name="直接连接符 9"/>
          <p:cNvCxnSpPr/>
          <p:nvPr userDrawn="1">
            <p:custDataLst>
              <p:tags r:id="rId6"/>
            </p:custDataLst>
          </p:nvPr>
        </p:nvCxnSpPr>
        <p:spPr>
          <a:xfrm rot="5400000" flipV="1">
            <a:off x="6348182" y="-4812103"/>
            <a:ext cx="0" cy="11520000"/>
          </a:xfrm>
          <a:prstGeom prst="line">
            <a:avLst/>
          </a:prstGeom>
          <a:noFill/>
          <a:ln w="28575" cap="flat" cmpd="sng" algn="ctr">
            <a:gradFill flip="none" rotWithShape="1">
              <a:gsLst>
                <a:gs pos="0">
                  <a:srgbClr val="07A7AF"/>
                </a:gs>
                <a:gs pos="100000">
                  <a:schemeClr val="bg1">
                    <a:lumMod val="95000"/>
                  </a:schemeClr>
                </a:gs>
                <a:gs pos="47000">
                  <a:srgbClr val="07A7AF">
                    <a:alpha val="30000"/>
                  </a:srgbClr>
                </a:gs>
              </a:gsLst>
              <a:lin ang="5400000" scaled="0"/>
              <a:tileRect/>
            </a:gradFill>
            <a:prstDash val="solid"/>
            <a:miter lim="800000"/>
          </a:ln>
          <a:effectLst/>
        </p:spPr>
      </p:cxnSp>
      <p:sp>
        <p:nvSpPr>
          <p:cNvPr id="12" name="灯片编号占位符 10"/>
          <p:cNvSpPr txBox="1"/>
          <p:nvPr userDrawn="1"/>
        </p:nvSpPr>
        <p:spPr>
          <a:xfrm>
            <a:off x="11347200" y="6076800"/>
            <a:ext cx="828000" cy="360000"/>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8FBB60E3-B36B-43A6-B31C-E7226B1077ED}" type="slidenum">
              <a:rPr lang="zh-CN" altLang="en-US" sz="1800" smtClean="0">
                <a:solidFill>
                  <a:schemeClr val="tx1">
                    <a:lumMod val="95000"/>
                    <a:lumOff val="5000"/>
                  </a:schemeClr>
                </a:solidFill>
                <a:latin typeface="Arial" panose="020B0604020202020204" pitchFamily="34" charset="0"/>
                <a:cs typeface="Arial" panose="020B0604020202020204" pitchFamily="34" charset="0"/>
              </a:rPr>
              <a:t>‹#›</a:t>
            </a:fld>
            <a:endParaRPr lang="zh-CN" altLang="en-US" sz="1800">
              <a:solidFill>
                <a:schemeClr val="tx1">
                  <a:lumMod val="95000"/>
                  <a:lumOff val="5000"/>
                </a:schemeClr>
              </a:solidFill>
              <a:latin typeface="Arial" panose="020B0604020202020204" pitchFamily="34" charset="0"/>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79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4"/>
            </p:custDataLst>
          </p:nvPr>
        </p:nvSpPr>
        <p:spPr>
          <a:xfrm flipV="1">
            <a:off x="0" y="6487795"/>
            <a:ext cx="12192000" cy="37020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sp>
        <p:nvSpPr>
          <p:cNvPr id="8" name="矩形 7"/>
          <p:cNvSpPr/>
          <p:nvPr userDrawn="1">
            <p:custDataLst>
              <p:tags r:id="rId5"/>
            </p:custDataLst>
          </p:nvPr>
        </p:nvSpPr>
        <p:spPr>
          <a:xfrm flipV="1">
            <a:off x="0" y="6572250"/>
            <a:ext cx="12192000" cy="285750"/>
          </a:xfrm>
          <a:prstGeom prst="rect">
            <a:avLst/>
          </a:prstGeom>
          <a:solidFill>
            <a:srgbClr val="A728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pic>
        <p:nvPicPr>
          <p:cNvPr id="9" name="图形 4"/>
          <p:cNvPicPr>
            <a:picLocks noChangeAspect="1"/>
          </p:cNvPicPr>
          <p:nvPr userDrawn="1">
            <p:custDataLst>
              <p:tags r:id="rId6"/>
            </p:custDataLst>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a:off x="200184" y="180670"/>
            <a:ext cx="756000" cy="756000"/>
          </a:xfrm>
          <a:prstGeom prst="rect">
            <a:avLst/>
          </a:prstGeom>
        </p:spPr>
      </p:pic>
      <p:cxnSp>
        <p:nvCxnSpPr>
          <p:cNvPr id="10" name="直接连接符 9"/>
          <p:cNvCxnSpPr/>
          <p:nvPr userDrawn="1">
            <p:custDataLst>
              <p:tags r:id="rId7"/>
            </p:custDataLst>
          </p:nvPr>
        </p:nvCxnSpPr>
        <p:spPr>
          <a:xfrm rot="5400000" flipV="1">
            <a:off x="6348182" y="-4812103"/>
            <a:ext cx="0" cy="11520000"/>
          </a:xfrm>
          <a:prstGeom prst="line">
            <a:avLst/>
          </a:prstGeom>
          <a:noFill/>
          <a:ln w="28575" cap="flat" cmpd="sng" algn="ctr">
            <a:gradFill flip="none" rotWithShape="1">
              <a:gsLst>
                <a:gs pos="0">
                  <a:srgbClr val="A728BE"/>
                </a:gs>
                <a:gs pos="100000">
                  <a:schemeClr val="bg1">
                    <a:lumMod val="95000"/>
                  </a:schemeClr>
                </a:gs>
                <a:gs pos="47000">
                  <a:srgbClr val="A728BE">
                    <a:alpha val="30000"/>
                  </a:srgbClr>
                </a:gs>
              </a:gsLst>
              <a:lin ang="5400000" scaled="0"/>
              <a:tileRect/>
            </a:gradFill>
            <a:prstDash val="solid"/>
            <a:miter lim="800000"/>
          </a:ln>
          <a:effectLst/>
        </p:spPr>
      </p:cxnSp>
      <p:sp>
        <p:nvSpPr>
          <p:cNvPr id="12" name="灯片编号占位符 10"/>
          <p:cNvSpPr>
            <a:spLocks noGrp="1"/>
          </p:cNvSpPr>
          <p:nvPr userDrawn="1">
            <p:custDataLst>
              <p:tags r:id="rId8"/>
            </p:custDataLst>
          </p:nvPr>
        </p:nvSpPr>
        <p:spPr>
          <a:xfrm>
            <a:off x="11347200" y="6076800"/>
            <a:ext cx="828000" cy="360000"/>
          </a:xfrm>
          <a:prstGeom prst="rect">
            <a:avLst/>
          </a:prstGeom>
        </p:spPr>
        <p:txBody>
          <a:bodyPr vert="horz" lIns="91440" tIns="45720" rIns="91440" bIns="45720" rtlCol="0" anchor="ctr"/>
          <a:lstStyle>
            <a:lvl1pPr algn="r">
              <a:defRPr sz="1200">
                <a:solidFill>
                  <a:schemeClr val="tx1">
                    <a:tint val="75000"/>
                  </a:schemeClr>
                </a:solidFill>
              </a:defRPr>
            </a:lvl1pPr>
          </a:lstStyle>
          <a:p>
            <a:pPr algn="ctr"/>
            <a:fld id="{7D9BB5D0-35E4-459D-AEF3-FE4D7C45CC19}" type="slidenum">
              <a:rPr lang="zh-CN" altLang="en-US" sz="1800" smtClean="0">
                <a:solidFill>
                  <a:schemeClr val="tx1"/>
                </a:solidFill>
                <a:latin typeface="Arial" panose="020B0604020202020204" pitchFamily="34" charset="0"/>
                <a:cs typeface="Arial" panose="020B0604020202020204" pitchFamily="34" charset="0"/>
              </a:rPr>
              <a:t>‹#›</a:t>
            </a:fld>
            <a:endParaRPr lang="zh-CN" altLang="en-US" sz="1800">
              <a:solidFill>
                <a:schemeClr val="tx1"/>
              </a:solidFill>
              <a:latin typeface="Arial" panose="020B0604020202020204" pitchFamily="34" charset="0"/>
              <a:cs typeface="Arial" panose="020B0604020202020204" pitchFamily="34" charset="0"/>
            </a:endParaRPr>
          </a:p>
        </p:txBody>
      </p:sp>
    </p:spTree>
    <p:custDataLst>
      <p:tags r:id="rId3"/>
    </p:custDataLst>
  </p:cSld>
  <p:clrMap bg1="lt1" tx1="dk1" bg2="lt2" tx2="dk2" accent1="accent1" accent2="accent2" accent3="accent3" accent4="accent4" accent5="accent5" accent6="accent6" hlink="hlink" folHlink="folHlink"/>
  <p:sldLayoutIdLst>
    <p:sldLayoutId id="2147483796" r:id="rId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4"/>
            </p:custDataLst>
          </p:nvPr>
        </p:nvSpPr>
        <p:spPr>
          <a:xfrm flipV="1">
            <a:off x="0" y="6487795"/>
            <a:ext cx="12192000" cy="37020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sp>
        <p:nvSpPr>
          <p:cNvPr id="8" name="矩形 7"/>
          <p:cNvSpPr/>
          <p:nvPr userDrawn="1">
            <p:custDataLst>
              <p:tags r:id="rId5"/>
            </p:custDataLst>
          </p:nvPr>
        </p:nvSpPr>
        <p:spPr>
          <a:xfrm flipV="1">
            <a:off x="0" y="6572250"/>
            <a:ext cx="12192000" cy="285750"/>
          </a:xfrm>
          <a:prstGeom prst="rect">
            <a:avLst/>
          </a:prstGeom>
          <a:solidFill>
            <a:srgbClr val="A728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pic>
        <p:nvPicPr>
          <p:cNvPr id="9" name="图形 4"/>
          <p:cNvPicPr>
            <a:picLocks noChangeAspect="1"/>
          </p:cNvPicPr>
          <p:nvPr userDrawn="1">
            <p:custDataLst>
              <p:tags r:id="rId6"/>
            </p:custDataLst>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a:off x="200184" y="180670"/>
            <a:ext cx="756000" cy="756000"/>
          </a:xfrm>
          <a:prstGeom prst="rect">
            <a:avLst/>
          </a:prstGeom>
        </p:spPr>
      </p:pic>
      <p:cxnSp>
        <p:nvCxnSpPr>
          <p:cNvPr id="10" name="直接连接符 9"/>
          <p:cNvCxnSpPr/>
          <p:nvPr userDrawn="1">
            <p:custDataLst>
              <p:tags r:id="rId7"/>
            </p:custDataLst>
          </p:nvPr>
        </p:nvCxnSpPr>
        <p:spPr>
          <a:xfrm rot="5400000" flipV="1">
            <a:off x="6348182" y="-4812103"/>
            <a:ext cx="0" cy="11520000"/>
          </a:xfrm>
          <a:prstGeom prst="line">
            <a:avLst/>
          </a:prstGeom>
          <a:noFill/>
          <a:ln w="28575" cap="flat" cmpd="sng" algn="ctr">
            <a:gradFill flip="none" rotWithShape="1">
              <a:gsLst>
                <a:gs pos="0">
                  <a:srgbClr val="A728BE"/>
                </a:gs>
                <a:gs pos="100000">
                  <a:schemeClr val="bg1">
                    <a:lumMod val="95000"/>
                  </a:schemeClr>
                </a:gs>
                <a:gs pos="47000">
                  <a:srgbClr val="A728BE">
                    <a:alpha val="30000"/>
                  </a:srgbClr>
                </a:gs>
              </a:gsLst>
              <a:lin ang="5400000" scaled="0"/>
              <a:tileRect/>
            </a:gradFill>
            <a:prstDash val="solid"/>
            <a:miter lim="800000"/>
          </a:ln>
          <a:effectLst/>
        </p:spPr>
      </p:cxnSp>
      <p:sp>
        <p:nvSpPr>
          <p:cNvPr id="12" name="灯片编号占位符 10"/>
          <p:cNvSpPr>
            <a:spLocks noGrp="1"/>
          </p:cNvSpPr>
          <p:nvPr userDrawn="1">
            <p:custDataLst>
              <p:tags r:id="rId8"/>
            </p:custDataLst>
          </p:nvPr>
        </p:nvSpPr>
        <p:spPr>
          <a:xfrm>
            <a:off x="11347200" y="6076800"/>
            <a:ext cx="828000" cy="360000"/>
          </a:xfrm>
          <a:prstGeom prst="rect">
            <a:avLst/>
          </a:prstGeom>
        </p:spPr>
        <p:txBody>
          <a:bodyPr vert="horz" lIns="91440" tIns="45720" rIns="91440" bIns="45720" rtlCol="0" anchor="ctr"/>
          <a:lstStyle>
            <a:lvl1pPr algn="r">
              <a:defRPr sz="1200">
                <a:solidFill>
                  <a:schemeClr val="tx1">
                    <a:tint val="75000"/>
                  </a:schemeClr>
                </a:solidFill>
              </a:defRPr>
            </a:lvl1pPr>
          </a:lstStyle>
          <a:p>
            <a:pPr algn="ctr"/>
            <a:fld id="{7D9BB5D0-35E4-459D-AEF3-FE4D7C45CC19}" type="slidenum">
              <a:rPr lang="zh-CN" altLang="en-US" sz="1800" smtClean="0">
                <a:solidFill>
                  <a:schemeClr val="tx1"/>
                </a:solidFill>
                <a:latin typeface="Arial" panose="020B0604020202020204" pitchFamily="34" charset="0"/>
                <a:cs typeface="Arial" panose="020B0604020202020204" pitchFamily="34" charset="0"/>
              </a:rPr>
              <a:t>‹#›</a:t>
            </a:fld>
            <a:endParaRPr lang="zh-CN" altLang="en-US" sz="1800">
              <a:solidFill>
                <a:schemeClr val="tx1"/>
              </a:solidFill>
              <a:latin typeface="Arial" panose="020B0604020202020204" pitchFamily="34" charset="0"/>
              <a:cs typeface="Arial" panose="020B0604020202020204" pitchFamily="34" charset="0"/>
            </a:endParaRPr>
          </a:p>
        </p:txBody>
      </p:sp>
    </p:spTree>
    <p:custDataLst>
      <p:tags r:id="rId3"/>
    </p:custDataLst>
  </p:cSld>
  <p:clrMap bg1="lt1" tx1="dk1" bg2="lt2" tx2="dk2" accent1="accent1" accent2="accent2" accent3="accent3" accent4="accent4" accent5="accent5" accent6="accent6" hlink="hlink" folHlink="folHlink"/>
  <p:sldLayoutIdLst>
    <p:sldLayoutId id="2147483798" r:id="rId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4"/>
            </p:custDataLst>
          </p:nvPr>
        </p:nvSpPr>
        <p:spPr>
          <a:xfrm flipV="1">
            <a:off x="0" y="6487795"/>
            <a:ext cx="12192000" cy="37020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sp>
        <p:nvSpPr>
          <p:cNvPr id="8" name="矩形 7"/>
          <p:cNvSpPr/>
          <p:nvPr userDrawn="1">
            <p:custDataLst>
              <p:tags r:id="rId5"/>
            </p:custDataLst>
          </p:nvPr>
        </p:nvSpPr>
        <p:spPr>
          <a:xfrm flipV="1">
            <a:off x="0" y="6572250"/>
            <a:ext cx="12192000" cy="285750"/>
          </a:xfrm>
          <a:prstGeom prst="rect">
            <a:avLst/>
          </a:prstGeom>
          <a:solidFill>
            <a:srgbClr val="A728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pic>
        <p:nvPicPr>
          <p:cNvPr id="9" name="图形 4"/>
          <p:cNvPicPr>
            <a:picLocks noChangeAspect="1"/>
          </p:cNvPicPr>
          <p:nvPr userDrawn="1">
            <p:custDataLst>
              <p:tags r:id="rId6"/>
            </p:custDataLst>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a:off x="200184" y="180670"/>
            <a:ext cx="756000" cy="756000"/>
          </a:xfrm>
          <a:prstGeom prst="rect">
            <a:avLst/>
          </a:prstGeom>
        </p:spPr>
      </p:pic>
      <p:cxnSp>
        <p:nvCxnSpPr>
          <p:cNvPr id="10" name="直接连接符 9"/>
          <p:cNvCxnSpPr/>
          <p:nvPr userDrawn="1">
            <p:custDataLst>
              <p:tags r:id="rId7"/>
            </p:custDataLst>
          </p:nvPr>
        </p:nvCxnSpPr>
        <p:spPr>
          <a:xfrm rot="5400000" flipV="1">
            <a:off x="6348182" y="-4812103"/>
            <a:ext cx="0" cy="11520000"/>
          </a:xfrm>
          <a:prstGeom prst="line">
            <a:avLst/>
          </a:prstGeom>
          <a:noFill/>
          <a:ln w="28575" cap="flat" cmpd="sng" algn="ctr">
            <a:gradFill flip="none" rotWithShape="1">
              <a:gsLst>
                <a:gs pos="0">
                  <a:srgbClr val="A728BE"/>
                </a:gs>
                <a:gs pos="100000">
                  <a:schemeClr val="bg1">
                    <a:lumMod val="95000"/>
                  </a:schemeClr>
                </a:gs>
                <a:gs pos="47000">
                  <a:srgbClr val="A728BE">
                    <a:alpha val="30000"/>
                  </a:srgbClr>
                </a:gs>
              </a:gsLst>
              <a:lin ang="5400000" scaled="0"/>
              <a:tileRect/>
            </a:gradFill>
            <a:prstDash val="solid"/>
            <a:miter lim="800000"/>
          </a:ln>
          <a:effectLst/>
        </p:spPr>
      </p:cxnSp>
      <p:sp>
        <p:nvSpPr>
          <p:cNvPr id="12" name="灯片编号占位符 10"/>
          <p:cNvSpPr>
            <a:spLocks noGrp="1"/>
          </p:cNvSpPr>
          <p:nvPr userDrawn="1">
            <p:custDataLst>
              <p:tags r:id="rId8"/>
            </p:custDataLst>
          </p:nvPr>
        </p:nvSpPr>
        <p:spPr>
          <a:xfrm>
            <a:off x="11347200" y="6076800"/>
            <a:ext cx="828000" cy="360000"/>
          </a:xfrm>
          <a:prstGeom prst="rect">
            <a:avLst/>
          </a:prstGeom>
        </p:spPr>
        <p:txBody>
          <a:bodyPr vert="horz" lIns="91440" tIns="45720" rIns="91440" bIns="45720" rtlCol="0" anchor="ctr"/>
          <a:lstStyle>
            <a:lvl1pPr algn="r">
              <a:defRPr sz="1200">
                <a:solidFill>
                  <a:schemeClr val="tx1">
                    <a:tint val="75000"/>
                  </a:schemeClr>
                </a:solidFill>
              </a:defRPr>
            </a:lvl1pPr>
          </a:lstStyle>
          <a:p>
            <a:pPr algn="ctr"/>
            <a:fld id="{7D9BB5D0-35E4-459D-AEF3-FE4D7C45CC19}" type="slidenum">
              <a:rPr lang="zh-CN" altLang="en-US" sz="1800" smtClean="0">
                <a:solidFill>
                  <a:schemeClr val="tx1"/>
                </a:solidFill>
                <a:latin typeface="Arial" panose="020B0604020202020204" pitchFamily="34" charset="0"/>
                <a:cs typeface="Arial" panose="020B0604020202020204" pitchFamily="34" charset="0"/>
              </a:rPr>
              <a:t>‹#›</a:t>
            </a:fld>
            <a:endParaRPr lang="zh-CN" altLang="en-US" sz="1800">
              <a:solidFill>
                <a:schemeClr val="tx1"/>
              </a:solidFill>
              <a:latin typeface="Arial" panose="020B0604020202020204" pitchFamily="34" charset="0"/>
              <a:cs typeface="Arial" panose="020B0604020202020204" pitchFamily="34" charset="0"/>
            </a:endParaRPr>
          </a:p>
        </p:txBody>
      </p:sp>
    </p:spTree>
    <p:custDataLst>
      <p:tags r:id="rId3"/>
    </p:custDataLst>
  </p:cSld>
  <p:clrMap bg1="lt1" tx1="dk1" bg2="lt2" tx2="dk2" accent1="accent1" accent2="accent2" accent3="accent3" accent4="accent4" accent5="accent5" accent6="accent6" hlink="hlink" folHlink="folHlink"/>
  <p:sldLayoutIdLst>
    <p:sldLayoutId id="2147483840" r:id="rId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4"/>
            </p:custDataLst>
          </p:nvPr>
        </p:nvSpPr>
        <p:spPr>
          <a:xfrm flipV="1">
            <a:off x="0" y="6487795"/>
            <a:ext cx="12192000" cy="37020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sp>
        <p:nvSpPr>
          <p:cNvPr id="8" name="矩形 7"/>
          <p:cNvSpPr/>
          <p:nvPr userDrawn="1">
            <p:custDataLst>
              <p:tags r:id="rId5"/>
            </p:custDataLst>
          </p:nvPr>
        </p:nvSpPr>
        <p:spPr>
          <a:xfrm flipV="1">
            <a:off x="0" y="6572250"/>
            <a:ext cx="12192000" cy="285750"/>
          </a:xfrm>
          <a:prstGeom prst="rect">
            <a:avLst/>
          </a:prstGeom>
          <a:solidFill>
            <a:srgbClr val="A728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pic>
        <p:nvPicPr>
          <p:cNvPr id="9" name="图形 4"/>
          <p:cNvPicPr>
            <a:picLocks noChangeAspect="1"/>
          </p:cNvPicPr>
          <p:nvPr userDrawn="1">
            <p:custDataLst>
              <p:tags r:id="rId6"/>
            </p:custDataLst>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a:off x="200184" y="180670"/>
            <a:ext cx="756000" cy="756000"/>
          </a:xfrm>
          <a:prstGeom prst="rect">
            <a:avLst/>
          </a:prstGeom>
        </p:spPr>
      </p:pic>
      <p:cxnSp>
        <p:nvCxnSpPr>
          <p:cNvPr id="10" name="直接连接符 9"/>
          <p:cNvCxnSpPr/>
          <p:nvPr userDrawn="1">
            <p:custDataLst>
              <p:tags r:id="rId7"/>
            </p:custDataLst>
          </p:nvPr>
        </p:nvCxnSpPr>
        <p:spPr>
          <a:xfrm rot="5400000" flipV="1">
            <a:off x="6348182" y="-4812103"/>
            <a:ext cx="0" cy="11520000"/>
          </a:xfrm>
          <a:prstGeom prst="line">
            <a:avLst/>
          </a:prstGeom>
          <a:noFill/>
          <a:ln w="28575" cap="flat" cmpd="sng" algn="ctr">
            <a:gradFill flip="none" rotWithShape="1">
              <a:gsLst>
                <a:gs pos="0">
                  <a:srgbClr val="A728BE"/>
                </a:gs>
                <a:gs pos="100000">
                  <a:schemeClr val="bg1">
                    <a:lumMod val="95000"/>
                  </a:schemeClr>
                </a:gs>
                <a:gs pos="47000">
                  <a:srgbClr val="A728BE">
                    <a:alpha val="30000"/>
                  </a:srgbClr>
                </a:gs>
              </a:gsLst>
              <a:lin ang="5400000" scaled="0"/>
              <a:tileRect/>
            </a:gradFill>
            <a:prstDash val="solid"/>
            <a:miter lim="800000"/>
          </a:ln>
          <a:effectLst/>
        </p:spPr>
      </p:cxnSp>
      <p:sp>
        <p:nvSpPr>
          <p:cNvPr id="12" name="灯片编号占位符 10"/>
          <p:cNvSpPr>
            <a:spLocks noGrp="1"/>
          </p:cNvSpPr>
          <p:nvPr userDrawn="1">
            <p:custDataLst>
              <p:tags r:id="rId8"/>
            </p:custDataLst>
          </p:nvPr>
        </p:nvSpPr>
        <p:spPr>
          <a:xfrm>
            <a:off x="11347200" y="6076800"/>
            <a:ext cx="828000" cy="360000"/>
          </a:xfrm>
          <a:prstGeom prst="rect">
            <a:avLst/>
          </a:prstGeom>
        </p:spPr>
        <p:txBody>
          <a:bodyPr vert="horz" lIns="91440" tIns="45720" rIns="91440" bIns="45720" rtlCol="0" anchor="ctr"/>
          <a:lstStyle>
            <a:lvl1pPr algn="r">
              <a:defRPr sz="1200">
                <a:solidFill>
                  <a:schemeClr val="tx1">
                    <a:tint val="75000"/>
                  </a:schemeClr>
                </a:solidFill>
              </a:defRPr>
            </a:lvl1pPr>
          </a:lstStyle>
          <a:p>
            <a:pPr algn="ctr"/>
            <a:fld id="{7D9BB5D0-35E4-459D-AEF3-FE4D7C45CC19}" type="slidenum">
              <a:rPr lang="zh-CN" altLang="en-US" sz="1800" smtClean="0">
                <a:solidFill>
                  <a:schemeClr val="tx1"/>
                </a:solidFill>
                <a:latin typeface="Arial" panose="020B0604020202020204" pitchFamily="34" charset="0"/>
                <a:cs typeface="Arial" panose="020B0604020202020204" pitchFamily="34" charset="0"/>
              </a:rPr>
              <a:t>‹#›</a:t>
            </a:fld>
            <a:endParaRPr lang="zh-CN" altLang="en-US" sz="1800">
              <a:solidFill>
                <a:schemeClr val="tx1"/>
              </a:solidFill>
              <a:latin typeface="Arial" panose="020B0604020202020204" pitchFamily="34" charset="0"/>
              <a:cs typeface="Arial" panose="020B0604020202020204" pitchFamily="34" charset="0"/>
            </a:endParaRPr>
          </a:p>
        </p:txBody>
      </p:sp>
    </p:spTree>
    <p:custDataLst>
      <p:tags r:id="rId3"/>
    </p:custDataLst>
  </p:cSld>
  <p:clrMap bg1="lt1" tx1="dk1" bg2="lt2" tx2="dk2" accent1="accent1" accent2="accent2" accent3="accent3" accent4="accent4" accent5="accent5" accent6="accent6" hlink="hlink" folHlink="folHlink"/>
  <p:sldLayoutIdLst>
    <p:sldLayoutId id="2147483842" r:id="rId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4"/>
            </p:custDataLst>
          </p:nvPr>
        </p:nvSpPr>
        <p:spPr>
          <a:xfrm flipV="1">
            <a:off x="0" y="6487795"/>
            <a:ext cx="12192000" cy="37020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sp>
        <p:nvSpPr>
          <p:cNvPr id="8" name="矩形 7"/>
          <p:cNvSpPr/>
          <p:nvPr userDrawn="1">
            <p:custDataLst>
              <p:tags r:id="rId5"/>
            </p:custDataLst>
          </p:nvPr>
        </p:nvSpPr>
        <p:spPr>
          <a:xfrm flipV="1">
            <a:off x="0" y="6572250"/>
            <a:ext cx="12192000" cy="285750"/>
          </a:xfrm>
          <a:prstGeom prst="rect">
            <a:avLst/>
          </a:prstGeom>
          <a:solidFill>
            <a:srgbClr val="A728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pic>
        <p:nvPicPr>
          <p:cNvPr id="9" name="图形 4"/>
          <p:cNvPicPr>
            <a:picLocks noChangeAspect="1"/>
          </p:cNvPicPr>
          <p:nvPr userDrawn="1">
            <p:custDataLst>
              <p:tags r:id="rId6"/>
            </p:custDataLst>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a:off x="200184" y="180670"/>
            <a:ext cx="756000" cy="756000"/>
          </a:xfrm>
          <a:prstGeom prst="rect">
            <a:avLst/>
          </a:prstGeom>
        </p:spPr>
      </p:pic>
      <p:cxnSp>
        <p:nvCxnSpPr>
          <p:cNvPr id="10" name="直接连接符 9"/>
          <p:cNvCxnSpPr/>
          <p:nvPr userDrawn="1">
            <p:custDataLst>
              <p:tags r:id="rId7"/>
            </p:custDataLst>
          </p:nvPr>
        </p:nvCxnSpPr>
        <p:spPr>
          <a:xfrm rot="5400000" flipV="1">
            <a:off x="6348182" y="-4812103"/>
            <a:ext cx="0" cy="11520000"/>
          </a:xfrm>
          <a:prstGeom prst="line">
            <a:avLst/>
          </a:prstGeom>
          <a:noFill/>
          <a:ln w="28575" cap="flat" cmpd="sng" algn="ctr">
            <a:gradFill flip="none" rotWithShape="1">
              <a:gsLst>
                <a:gs pos="0">
                  <a:srgbClr val="A728BE"/>
                </a:gs>
                <a:gs pos="100000">
                  <a:schemeClr val="bg1">
                    <a:lumMod val="95000"/>
                  </a:schemeClr>
                </a:gs>
                <a:gs pos="47000">
                  <a:srgbClr val="A728BE">
                    <a:alpha val="30000"/>
                  </a:srgbClr>
                </a:gs>
              </a:gsLst>
              <a:lin ang="5400000" scaled="0"/>
              <a:tileRect/>
            </a:gradFill>
            <a:prstDash val="solid"/>
            <a:miter lim="800000"/>
          </a:ln>
          <a:effectLst/>
        </p:spPr>
      </p:cxnSp>
      <p:sp>
        <p:nvSpPr>
          <p:cNvPr id="12" name="灯片编号占位符 10"/>
          <p:cNvSpPr>
            <a:spLocks noGrp="1"/>
          </p:cNvSpPr>
          <p:nvPr userDrawn="1">
            <p:custDataLst>
              <p:tags r:id="rId8"/>
            </p:custDataLst>
          </p:nvPr>
        </p:nvSpPr>
        <p:spPr>
          <a:xfrm>
            <a:off x="11347200" y="6076800"/>
            <a:ext cx="828000" cy="360000"/>
          </a:xfrm>
          <a:prstGeom prst="rect">
            <a:avLst/>
          </a:prstGeom>
        </p:spPr>
        <p:txBody>
          <a:bodyPr vert="horz" lIns="91440" tIns="45720" rIns="91440" bIns="45720" rtlCol="0" anchor="ctr"/>
          <a:lstStyle>
            <a:lvl1pPr algn="r">
              <a:defRPr sz="1200">
                <a:solidFill>
                  <a:schemeClr val="tx1">
                    <a:tint val="75000"/>
                  </a:schemeClr>
                </a:solidFill>
              </a:defRPr>
            </a:lvl1pPr>
          </a:lstStyle>
          <a:p>
            <a:pPr algn="ctr"/>
            <a:fld id="{7D9BB5D0-35E4-459D-AEF3-FE4D7C45CC19}" type="slidenum">
              <a:rPr lang="zh-CN" altLang="en-US" sz="1800" smtClean="0">
                <a:solidFill>
                  <a:schemeClr val="tx1"/>
                </a:solidFill>
                <a:latin typeface="Arial" panose="020B0604020202020204" pitchFamily="34" charset="0"/>
                <a:cs typeface="Arial" panose="020B0604020202020204" pitchFamily="34" charset="0"/>
              </a:rPr>
              <a:t>‹#›</a:t>
            </a:fld>
            <a:endParaRPr lang="zh-CN" altLang="en-US" sz="1800">
              <a:solidFill>
                <a:schemeClr val="tx1"/>
              </a:solidFill>
              <a:latin typeface="Arial" panose="020B0604020202020204" pitchFamily="34" charset="0"/>
              <a:cs typeface="Arial" panose="020B0604020202020204" pitchFamily="34" charset="0"/>
            </a:endParaRPr>
          </a:p>
        </p:txBody>
      </p:sp>
    </p:spTree>
    <p:custDataLst>
      <p:tags r:id="rId3"/>
    </p:custDataLst>
  </p:cSld>
  <p:clrMap bg1="lt1" tx1="dk1" bg2="lt2" tx2="dk2" accent1="accent1" accent2="accent2" accent3="accent3" accent4="accent4" accent5="accent5" accent6="accent6" hlink="hlink" folHlink="folHlink"/>
  <p:sldLayoutIdLst>
    <p:sldLayoutId id="2147483844" r:id="rId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4"/>
            </p:custDataLst>
          </p:nvPr>
        </p:nvSpPr>
        <p:spPr>
          <a:xfrm flipV="1">
            <a:off x="0" y="6487795"/>
            <a:ext cx="12192000" cy="37020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sp>
        <p:nvSpPr>
          <p:cNvPr id="8" name="矩形 7"/>
          <p:cNvSpPr/>
          <p:nvPr userDrawn="1">
            <p:custDataLst>
              <p:tags r:id="rId5"/>
            </p:custDataLst>
          </p:nvPr>
        </p:nvSpPr>
        <p:spPr>
          <a:xfrm flipV="1">
            <a:off x="0" y="6572250"/>
            <a:ext cx="12192000" cy="285750"/>
          </a:xfrm>
          <a:prstGeom prst="rect">
            <a:avLst/>
          </a:prstGeom>
          <a:solidFill>
            <a:srgbClr val="A728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pic>
        <p:nvPicPr>
          <p:cNvPr id="9" name="图形 4"/>
          <p:cNvPicPr>
            <a:picLocks noChangeAspect="1"/>
          </p:cNvPicPr>
          <p:nvPr userDrawn="1">
            <p:custDataLst>
              <p:tags r:id="rId6"/>
            </p:custDataLst>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a:off x="200184" y="180670"/>
            <a:ext cx="756000" cy="756000"/>
          </a:xfrm>
          <a:prstGeom prst="rect">
            <a:avLst/>
          </a:prstGeom>
        </p:spPr>
      </p:pic>
      <p:cxnSp>
        <p:nvCxnSpPr>
          <p:cNvPr id="10" name="直接连接符 9"/>
          <p:cNvCxnSpPr/>
          <p:nvPr userDrawn="1">
            <p:custDataLst>
              <p:tags r:id="rId7"/>
            </p:custDataLst>
          </p:nvPr>
        </p:nvCxnSpPr>
        <p:spPr>
          <a:xfrm rot="5400000" flipV="1">
            <a:off x="6348182" y="-4812103"/>
            <a:ext cx="0" cy="11520000"/>
          </a:xfrm>
          <a:prstGeom prst="line">
            <a:avLst/>
          </a:prstGeom>
          <a:noFill/>
          <a:ln w="28575" cap="flat" cmpd="sng" algn="ctr">
            <a:gradFill flip="none" rotWithShape="1">
              <a:gsLst>
                <a:gs pos="0">
                  <a:srgbClr val="A728BE"/>
                </a:gs>
                <a:gs pos="100000">
                  <a:schemeClr val="bg1">
                    <a:lumMod val="95000"/>
                  </a:schemeClr>
                </a:gs>
                <a:gs pos="47000">
                  <a:srgbClr val="A728BE">
                    <a:alpha val="30000"/>
                  </a:srgbClr>
                </a:gs>
              </a:gsLst>
              <a:lin ang="5400000" scaled="0"/>
              <a:tileRect/>
            </a:gradFill>
            <a:prstDash val="solid"/>
            <a:miter lim="800000"/>
          </a:ln>
          <a:effectLst/>
        </p:spPr>
      </p:cxnSp>
      <p:sp>
        <p:nvSpPr>
          <p:cNvPr id="12" name="灯片编号占位符 10"/>
          <p:cNvSpPr>
            <a:spLocks noGrp="1"/>
          </p:cNvSpPr>
          <p:nvPr userDrawn="1">
            <p:custDataLst>
              <p:tags r:id="rId8"/>
            </p:custDataLst>
          </p:nvPr>
        </p:nvSpPr>
        <p:spPr>
          <a:xfrm>
            <a:off x="11347200" y="6076800"/>
            <a:ext cx="828000" cy="360000"/>
          </a:xfrm>
          <a:prstGeom prst="rect">
            <a:avLst/>
          </a:prstGeom>
        </p:spPr>
        <p:txBody>
          <a:bodyPr vert="horz" lIns="91440" tIns="45720" rIns="91440" bIns="45720" rtlCol="0" anchor="ctr"/>
          <a:lstStyle>
            <a:lvl1pPr algn="r">
              <a:defRPr sz="1200">
                <a:solidFill>
                  <a:schemeClr val="tx1">
                    <a:tint val="75000"/>
                  </a:schemeClr>
                </a:solidFill>
              </a:defRPr>
            </a:lvl1pPr>
          </a:lstStyle>
          <a:p>
            <a:pPr algn="ctr"/>
            <a:fld id="{7D9BB5D0-35E4-459D-AEF3-FE4D7C45CC19}" type="slidenum">
              <a:rPr lang="zh-CN" altLang="en-US" sz="1800" smtClean="0">
                <a:solidFill>
                  <a:schemeClr val="tx1"/>
                </a:solidFill>
                <a:latin typeface="Arial" panose="020B0604020202020204" pitchFamily="34" charset="0"/>
                <a:cs typeface="Arial" panose="020B0604020202020204" pitchFamily="34" charset="0"/>
              </a:rPr>
              <a:t>‹#›</a:t>
            </a:fld>
            <a:endParaRPr lang="zh-CN" altLang="en-US" sz="1800">
              <a:solidFill>
                <a:schemeClr val="tx1"/>
              </a:solidFill>
              <a:latin typeface="Arial" panose="020B0604020202020204" pitchFamily="34" charset="0"/>
              <a:cs typeface="Arial" panose="020B0604020202020204" pitchFamily="34" charset="0"/>
            </a:endParaRPr>
          </a:p>
        </p:txBody>
      </p:sp>
    </p:spTree>
    <p:custDataLst>
      <p:tags r:id="rId3"/>
    </p:custDataLst>
  </p:cSld>
  <p:clrMap bg1="lt1" tx1="dk1" bg2="lt2" tx2="dk2" accent1="accent1" accent2="accent2" accent3="accent3" accent4="accent4" accent5="accent5" accent6="accent6" hlink="hlink" folHlink="folHlink"/>
  <p:sldLayoutIdLst>
    <p:sldLayoutId id="2147483846" r:id="rId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4"/>
            </p:custDataLst>
          </p:nvPr>
        </p:nvSpPr>
        <p:spPr>
          <a:xfrm flipV="1">
            <a:off x="0" y="6487795"/>
            <a:ext cx="12192000" cy="37020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sp>
        <p:nvSpPr>
          <p:cNvPr id="8" name="矩形 7"/>
          <p:cNvSpPr/>
          <p:nvPr userDrawn="1">
            <p:custDataLst>
              <p:tags r:id="rId5"/>
            </p:custDataLst>
          </p:nvPr>
        </p:nvSpPr>
        <p:spPr>
          <a:xfrm flipV="1">
            <a:off x="0" y="6572250"/>
            <a:ext cx="12192000" cy="285750"/>
          </a:xfrm>
          <a:prstGeom prst="rect">
            <a:avLst/>
          </a:prstGeom>
          <a:solidFill>
            <a:srgbClr val="A728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pic>
        <p:nvPicPr>
          <p:cNvPr id="9" name="图形 4"/>
          <p:cNvPicPr>
            <a:picLocks noChangeAspect="1"/>
          </p:cNvPicPr>
          <p:nvPr userDrawn="1">
            <p:custDataLst>
              <p:tags r:id="rId6"/>
            </p:custDataLst>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a:off x="200184" y="180670"/>
            <a:ext cx="756000" cy="756000"/>
          </a:xfrm>
          <a:prstGeom prst="rect">
            <a:avLst/>
          </a:prstGeom>
        </p:spPr>
      </p:pic>
      <p:cxnSp>
        <p:nvCxnSpPr>
          <p:cNvPr id="10" name="直接连接符 9"/>
          <p:cNvCxnSpPr/>
          <p:nvPr userDrawn="1">
            <p:custDataLst>
              <p:tags r:id="rId7"/>
            </p:custDataLst>
          </p:nvPr>
        </p:nvCxnSpPr>
        <p:spPr>
          <a:xfrm rot="5400000" flipV="1">
            <a:off x="6348182" y="-4812103"/>
            <a:ext cx="0" cy="11520000"/>
          </a:xfrm>
          <a:prstGeom prst="line">
            <a:avLst/>
          </a:prstGeom>
          <a:noFill/>
          <a:ln w="28575" cap="flat" cmpd="sng" algn="ctr">
            <a:gradFill flip="none" rotWithShape="1">
              <a:gsLst>
                <a:gs pos="0">
                  <a:srgbClr val="A728BE"/>
                </a:gs>
                <a:gs pos="100000">
                  <a:schemeClr val="bg1">
                    <a:lumMod val="95000"/>
                  </a:schemeClr>
                </a:gs>
                <a:gs pos="47000">
                  <a:srgbClr val="A728BE">
                    <a:alpha val="30000"/>
                  </a:srgbClr>
                </a:gs>
              </a:gsLst>
              <a:lin ang="5400000" scaled="0"/>
              <a:tileRect/>
            </a:gradFill>
            <a:prstDash val="solid"/>
            <a:miter lim="800000"/>
          </a:ln>
          <a:effectLst/>
        </p:spPr>
      </p:cxnSp>
      <p:sp>
        <p:nvSpPr>
          <p:cNvPr id="12" name="灯片编号占位符 10"/>
          <p:cNvSpPr>
            <a:spLocks noGrp="1"/>
          </p:cNvSpPr>
          <p:nvPr userDrawn="1">
            <p:custDataLst>
              <p:tags r:id="rId8"/>
            </p:custDataLst>
          </p:nvPr>
        </p:nvSpPr>
        <p:spPr>
          <a:xfrm>
            <a:off x="11347200" y="6076800"/>
            <a:ext cx="828000" cy="360000"/>
          </a:xfrm>
          <a:prstGeom prst="rect">
            <a:avLst/>
          </a:prstGeom>
        </p:spPr>
        <p:txBody>
          <a:bodyPr vert="horz" lIns="91440" tIns="45720" rIns="91440" bIns="45720" rtlCol="0" anchor="ctr"/>
          <a:lstStyle>
            <a:lvl1pPr algn="r">
              <a:defRPr sz="1200">
                <a:solidFill>
                  <a:schemeClr val="tx1">
                    <a:tint val="75000"/>
                  </a:schemeClr>
                </a:solidFill>
              </a:defRPr>
            </a:lvl1pPr>
          </a:lstStyle>
          <a:p>
            <a:pPr algn="ctr"/>
            <a:fld id="{7D9BB5D0-35E4-459D-AEF3-FE4D7C45CC19}" type="slidenum">
              <a:rPr lang="zh-CN" altLang="en-US" sz="1800" smtClean="0">
                <a:solidFill>
                  <a:schemeClr val="tx1"/>
                </a:solidFill>
                <a:latin typeface="Arial" panose="020B0604020202020204" pitchFamily="34" charset="0"/>
                <a:cs typeface="Arial" panose="020B0604020202020204" pitchFamily="34" charset="0"/>
              </a:rPr>
              <a:t>‹#›</a:t>
            </a:fld>
            <a:endParaRPr lang="zh-CN" altLang="en-US" sz="1800">
              <a:solidFill>
                <a:schemeClr val="tx1"/>
              </a:solidFill>
              <a:latin typeface="Arial" panose="020B0604020202020204" pitchFamily="34" charset="0"/>
              <a:cs typeface="Arial" panose="020B0604020202020204" pitchFamily="34" charset="0"/>
            </a:endParaRPr>
          </a:p>
        </p:txBody>
      </p:sp>
    </p:spTree>
    <p:custDataLst>
      <p:tags r:id="rId3"/>
    </p:custDataLst>
  </p:cSld>
  <p:clrMap bg1="lt1" tx1="dk1" bg2="lt2" tx2="dk2" accent1="accent1" accent2="accent2" accent3="accent3" accent4="accent4" accent5="accent5" accent6="accent6" hlink="hlink" folHlink="folHlink"/>
  <p:sldLayoutIdLst>
    <p:sldLayoutId id="2147483848" r:id="rId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4"/>
            </p:custDataLst>
          </p:nvPr>
        </p:nvSpPr>
        <p:spPr>
          <a:xfrm flipV="1">
            <a:off x="0" y="6487795"/>
            <a:ext cx="12192000" cy="37020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sp>
        <p:nvSpPr>
          <p:cNvPr id="8" name="矩形 7"/>
          <p:cNvSpPr/>
          <p:nvPr userDrawn="1">
            <p:custDataLst>
              <p:tags r:id="rId5"/>
            </p:custDataLst>
          </p:nvPr>
        </p:nvSpPr>
        <p:spPr>
          <a:xfrm flipV="1">
            <a:off x="0" y="6572250"/>
            <a:ext cx="12192000" cy="285750"/>
          </a:xfrm>
          <a:prstGeom prst="rect">
            <a:avLst/>
          </a:prstGeom>
          <a:solidFill>
            <a:srgbClr val="A728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pic>
        <p:nvPicPr>
          <p:cNvPr id="9" name="图形 4"/>
          <p:cNvPicPr>
            <a:picLocks noChangeAspect="1"/>
          </p:cNvPicPr>
          <p:nvPr userDrawn="1">
            <p:custDataLst>
              <p:tags r:id="rId6"/>
            </p:custDataLst>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a:off x="200184" y="180670"/>
            <a:ext cx="756000" cy="756000"/>
          </a:xfrm>
          <a:prstGeom prst="rect">
            <a:avLst/>
          </a:prstGeom>
        </p:spPr>
      </p:pic>
      <p:cxnSp>
        <p:nvCxnSpPr>
          <p:cNvPr id="10" name="直接连接符 9"/>
          <p:cNvCxnSpPr/>
          <p:nvPr userDrawn="1">
            <p:custDataLst>
              <p:tags r:id="rId7"/>
            </p:custDataLst>
          </p:nvPr>
        </p:nvCxnSpPr>
        <p:spPr>
          <a:xfrm rot="5400000" flipV="1">
            <a:off x="6348182" y="-4812103"/>
            <a:ext cx="0" cy="11520000"/>
          </a:xfrm>
          <a:prstGeom prst="line">
            <a:avLst/>
          </a:prstGeom>
          <a:noFill/>
          <a:ln w="28575" cap="flat" cmpd="sng" algn="ctr">
            <a:gradFill flip="none" rotWithShape="1">
              <a:gsLst>
                <a:gs pos="0">
                  <a:srgbClr val="A728BE"/>
                </a:gs>
                <a:gs pos="100000">
                  <a:schemeClr val="bg1">
                    <a:lumMod val="95000"/>
                  </a:schemeClr>
                </a:gs>
                <a:gs pos="47000">
                  <a:srgbClr val="A728BE">
                    <a:alpha val="30000"/>
                  </a:srgbClr>
                </a:gs>
              </a:gsLst>
              <a:lin ang="5400000" scaled="0"/>
              <a:tileRect/>
            </a:gradFill>
            <a:prstDash val="solid"/>
            <a:miter lim="800000"/>
          </a:ln>
          <a:effectLst/>
        </p:spPr>
      </p:cxnSp>
      <p:sp>
        <p:nvSpPr>
          <p:cNvPr id="12" name="灯片编号占位符 10"/>
          <p:cNvSpPr>
            <a:spLocks noGrp="1"/>
          </p:cNvSpPr>
          <p:nvPr userDrawn="1">
            <p:custDataLst>
              <p:tags r:id="rId8"/>
            </p:custDataLst>
          </p:nvPr>
        </p:nvSpPr>
        <p:spPr>
          <a:xfrm>
            <a:off x="11347200" y="6076800"/>
            <a:ext cx="828000" cy="360000"/>
          </a:xfrm>
          <a:prstGeom prst="rect">
            <a:avLst/>
          </a:prstGeom>
        </p:spPr>
        <p:txBody>
          <a:bodyPr vert="horz" lIns="91440" tIns="45720" rIns="91440" bIns="45720" rtlCol="0" anchor="ctr"/>
          <a:lstStyle>
            <a:lvl1pPr algn="r">
              <a:defRPr sz="1200">
                <a:solidFill>
                  <a:schemeClr val="tx1">
                    <a:tint val="75000"/>
                  </a:schemeClr>
                </a:solidFill>
              </a:defRPr>
            </a:lvl1pPr>
          </a:lstStyle>
          <a:p>
            <a:pPr algn="ctr"/>
            <a:fld id="{7D9BB5D0-35E4-459D-AEF3-FE4D7C45CC19}" type="slidenum">
              <a:rPr lang="zh-CN" altLang="en-US" sz="1800" smtClean="0">
                <a:solidFill>
                  <a:schemeClr val="tx1"/>
                </a:solidFill>
                <a:latin typeface="Arial" panose="020B0604020202020204" pitchFamily="34" charset="0"/>
                <a:cs typeface="Arial" panose="020B0604020202020204" pitchFamily="34" charset="0"/>
              </a:rPr>
              <a:t>‹#›</a:t>
            </a:fld>
            <a:endParaRPr lang="zh-CN" altLang="en-US" sz="1800">
              <a:solidFill>
                <a:schemeClr val="tx1"/>
              </a:solidFill>
              <a:latin typeface="Arial" panose="020B0604020202020204" pitchFamily="34" charset="0"/>
              <a:cs typeface="Arial" panose="020B0604020202020204" pitchFamily="34" charset="0"/>
            </a:endParaRPr>
          </a:p>
        </p:txBody>
      </p:sp>
    </p:spTree>
    <p:custDataLst>
      <p:tags r:id="rId3"/>
    </p:custDataLst>
  </p:cSld>
  <p:clrMap bg1="lt1" tx1="dk1" bg2="lt2" tx2="dk2" accent1="accent1" accent2="accent2" accent3="accent3" accent4="accent4" accent5="accent5" accent6="accent6" hlink="hlink" folHlink="folHlink"/>
  <p:sldLayoutIdLst>
    <p:sldLayoutId id="2147483850" r:id="rId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4"/>
            </p:custDataLst>
          </p:nvPr>
        </p:nvSpPr>
        <p:spPr>
          <a:xfrm flipV="1">
            <a:off x="0" y="6487795"/>
            <a:ext cx="12192000" cy="37020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sp>
        <p:nvSpPr>
          <p:cNvPr id="8" name="矩形 7"/>
          <p:cNvSpPr/>
          <p:nvPr userDrawn="1">
            <p:custDataLst>
              <p:tags r:id="rId5"/>
            </p:custDataLst>
          </p:nvPr>
        </p:nvSpPr>
        <p:spPr>
          <a:xfrm flipV="1">
            <a:off x="0" y="6572250"/>
            <a:ext cx="12192000" cy="285750"/>
          </a:xfrm>
          <a:prstGeom prst="rect">
            <a:avLst/>
          </a:prstGeom>
          <a:solidFill>
            <a:srgbClr val="A728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pic>
        <p:nvPicPr>
          <p:cNvPr id="9" name="图形 4"/>
          <p:cNvPicPr>
            <a:picLocks noChangeAspect="1"/>
          </p:cNvPicPr>
          <p:nvPr userDrawn="1">
            <p:custDataLst>
              <p:tags r:id="rId6"/>
            </p:custDataLst>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a:off x="200184" y="180670"/>
            <a:ext cx="756000" cy="756000"/>
          </a:xfrm>
          <a:prstGeom prst="rect">
            <a:avLst/>
          </a:prstGeom>
        </p:spPr>
      </p:pic>
      <p:cxnSp>
        <p:nvCxnSpPr>
          <p:cNvPr id="10" name="直接连接符 9"/>
          <p:cNvCxnSpPr/>
          <p:nvPr userDrawn="1">
            <p:custDataLst>
              <p:tags r:id="rId7"/>
            </p:custDataLst>
          </p:nvPr>
        </p:nvCxnSpPr>
        <p:spPr>
          <a:xfrm rot="5400000" flipV="1">
            <a:off x="6348182" y="-4812103"/>
            <a:ext cx="0" cy="11520000"/>
          </a:xfrm>
          <a:prstGeom prst="line">
            <a:avLst/>
          </a:prstGeom>
          <a:noFill/>
          <a:ln w="28575" cap="flat" cmpd="sng" algn="ctr">
            <a:gradFill flip="none" rotWithShape="1">
              <a:gsLst>
                <a:gs pos="0">
                  <a:srgbClr val="A728BE"/>
                </a:gs>
                <a:gs pos="100000">
                  <a:schemeClr val="bg1">
                    <a:lumMod val="95000"/>
                  </a:schemeClr>
                </a:gs>
                <a:gs pos="47000">
                  <a:srgbClr val="A728BE">
                    <a:alpha val="30000"/>
                  </a:srgbClr>
                </a:gs>
              </a:gsLst>
              <a:lin ang="5400000" scaled="0"/>
              <a:tileRect/>
            </a:gradFill>
            <a:prstDash val="solid"/>
            <a:miter lim="800000"/>
          </a:ln>
          <a:effectLst/>
        </p:spPr>
      </p:cxnSp>
      <p:sp>
        <p:nvSpPr>
          <p:cNvPr id="12" name="灯片编号占位符 10"/>
          <p:cNvSpPr>
            <a:spLocks noGrp="1"/>
          </p:cNvSpPr>
          <p:nvPr userDrawn="1">
            <p:custDataLst>
              <p:tags r:id="rId8"/>
            </p:custDataLst>
          </p:nvPr>
        </p:nvSpPr>
        <p:spPr>
          <a:xfrm>
            <a:off x="11347200" y="6076800"/>
            <a:ext cx="828000" cy="360000"/>
          </a:xfrm>
          <a:prstGeom prst="rect">
            <a:avLst/>
          </a:prstGeom>
        </p:spPr>
        <p:txBody>
          <a:bodyPr vert="horz" lIns="91440" tIns="45720" rIns="91440" bIns="45720" rtlCol="0" anchor="ctr"/>
          <a:lstStyle>
            <a:lvl1pPr algn="r">
              <a:defRPr sz="1200">
                <a:solidFill>
                  <a:schemeClr val="tx1">
                    <a:tint val="75000"/>
                  </a:schemeClr>
                </a:solidFill>
              </a:defRPr>
            </a:lvl1pPr>
          </a:lstStyle>
          <a:p>
            <a:pPr algn="ctr"/>
            <a:fld id="{7D9BB5D0-35E4-459D-AEF3-FE4D7C45CC19}" type="slidenum">
              <a:rPr lang="zh-CN" altLang="en-US" sz="1800" smtClean="0">
                <a:solidFill>
                  <a:schemeClr val="tx1"/>
                </a:solidFill>
                <a:latin typeface="Arial" panose="020B0604020202020204" pitchFamily="34" charset="0"/>
                <a:cs typeface="Arial" panose="020B0604020202020204" pitchFamily="34" charset="0"/>
              </a:rPr>
              <a:t>‹#›</a:t>
            </a:fld>
            <a:endParaRPr lang="zh-CN" altLang="en-US" sz="1800">
              <a:solidFill>
                <a:schemeClr val="tx1"/>
              </a:solidFill>
              <a:latin typeface="Arial" panose="020B0604020202020204" pitchFamily="34" charset="0"/>
              <a:cs typeface="Arial" panose="020B0604020202020204" pitchFamily="34" charset="0"/>
            </a:endParaRPr>
          </a:p>
        </p:txBody>
      </p:sp>
    </p:spTree>
    <p:custDataLst>
      <p:tags r:id="rId3"/>
    </p:custDataLst>
  </p:cSld>
  <p:clrMap bg1="lt1" tx1="dk1" bg2="lt2" tx2="dk2" accent1="accent1" accent2="accent2" accent3="accent3" accent4="accent4" accent5="accent5" accent6="accent6" hlink="hlink" folHlink="folHlink"/>
  <p:sldLayoutIdLst>
    <p:sldLayoutId id="2147483852" r:id="rId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4"/>
            </p:custDataLst>
          </p:nvPr>
        </p:nvSpPr>
        <p:spPr>
          <a:xfrm flipV="1">
            <a:off x="0" y="6487795"/>
            <a:ext cx="12192000" cy="37020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sp>
        <p:nvSpPr>
          <p:cNvPr id="8" name="矩形 7"/>
          <p:cNvSpPr/>
          <p:nvPr userDrawn="1">
            <p:custDataLst>
              <p:tags r:id="rId5"/>
            </p:custDataLst>
          </p:nvPr>
        </p:nvSpPr>
        <p:spPr>
          <a:xfrm flipV="1">
            <a:off x="0" y="6572250"/>
            <a:ext cx="12192000" cy="285750"/>
          </a:xfrm>
          <a:prstGeom prst="rect">
            <a:avLst/>
          </a:prstGeom>
          <a:solidFill>
            <a:srgbClr val="A728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pic>
        <p:nvPicPr>
          <p:cNvPr id="9" name="图形 4"/>
          <p:cNvPicPr>
            <a:picLocks noChangeAspect="1"/>
          </p:cNvPicPr>
          <p:nvPr userDrawn="1">
            <p:custDataLst>
              <p:tags r:id="rId6"/>
            </p:custDataLst>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a:off x="200184" y="180670"/>
            <a:ext cx="756000" cy="756000"/>
          </a:xfrm>
          <a:prstGeom prst="rect">
            <a:avLst/>
          </a:prstGeom>
        </p:spPr>
      </p:pic>
      <p:cxnSp>
        <p:nvCxnSpPr>
          <p:cNvPr id="10" name="直接连接符 9"/>
          <p:cNvCxnSpPr/>
          <p:nvPr userDrawn="1">
            <p:custDataLst>
              <p:tags r:id="rId7"/>
            </p:custDataLst>
          </p:nvPr>
        </p:nvCxnSpPr>
        <p:spPr>
          <a:xfrm rot="5400000" flipV="1">
            <a:off x="6348182" y="-4812103"/>
            <a:ext cx="0" cy="11520000"/>
          </a:xfrm>
          <a:prstGeom prst="line">
            <a:avLst/>
          </a:prstGeom>
          <a:noFill/>
          <a:ln w="28575" cap="flat" cmpd="sng" algn="ctr">
            <a:gradFill flip="none" rotWithShape="1">
              <a:gsLst>
                <a:gs pos="0">
                  <a:srgbClr val="A728BE"/>
                </a:gs>
                <a:gs pos="100000">
                  <a:schemeClr val="bg1">
                    <a:lumMod val="95000"/>
                  </a:schemeClr>
                </a:gs>
                <a:gs pos="47000">
                  <a:srgbClr val="A728BE">
                    <a:alpha val="30000"/>
                  </a:srgbClr>
                </a:gs>
              </a:gsLst>
              <a:lin ang="5400000" scaled="0"/>
              <a:tileRect/>
            </a:gradFill>
            <a:prstDash val="solid"/>
            <a:miter lim="800000"/>
          </a:ln>
          <a:effectLst/>
        </p:spPr>
      </p:cxnSp>
      <p:sp>
        <p:nvSpPr>
          <p:cNvPr id="12" name="灯片编号占位符 10"/>
          <p:cNvSpPr>
            <a:spLocks noGrp="1"/>
          </p:cNvSpPr>
          <p:nvPr userDrawn="1">
            <p:custDataLst>
              <p:tags r:id="rId8"/>
            </p:custDataLst>
          </p:nvPr>
        </p:nvSpPr>
        <p:spPr>
          <a:xfrm>
            <a:off x="11347200" y="6076800"/>
            <a:ext cx="828000" cy="360000"/>
          </a:xfrm>
          <a:prstGeom prst="rect">
            <a:avLst/>
          </a:prstGeom>
        </p:spPr>
        <p:txBody>
          <a:bodyPr vert="horz" lIns="91440" tIns="45720" rIns="91440" bIns="45720" rtlCol="0" anchor="ctr"/>
          <a:lstStyle>
            <a:lvl1pPr algn="r">
              <a:defRPr sz="1200">
                <a:solidFill>
                  <a:schemeClr val="tx1">
                    <a:tint val="75000"/>
                  </a:schemeClr>
                </a:solidFill>
              </a:defRPr>
            </a:lvl1pPr>
          </a:lstStyle>
          <a:p>
            <a:pPr algn="ctr"/>
            <a:fld id="{7D9BB5D0-35E4-459D-AEF3-FE4D7C45CC19}" type="slidenum">
              <a:rPr lang="zh-CN" altLang="en-US" sz="1800" smtClean="0">
                <a:solidFill>
                  <a:schemeClr val="tx1"/>
                </a:solidFill>
                <a:latin typeface="Arial" panose="020B0604020202020204" pitchFamily="34" charset="0"/>
                <a:cs typeface="Arial" panose="020B0604020202020204" pitchFamily="34" charset="0"/>
              </a:rPr>
              <a:t>‹#›</a:t>
            </a:fld>
            <a:endParaRPr lang="zh-CN" altLang="en-US" sz="1800">
              <a:solidFill>
                <a:schemeClr val="tx1"/>
              </a:solidFill>
              <a:latin typeface="Arial" panose="020B0604020202020204" pitchFamily="34" charset="0"/>
              <a:cs typeface="Arial" panose="020B0604020202020204" pitchFamily="34" charset="0"/>
            </a:endParaRPr>
          </a:p>
        </p:txBody>
      </p:sp>
    </p:spTree>
    <p:custDataLst>
      <p:tags r:id="rId3"/>
    </p:custDataLst>
  </p:cSld>
  <p:clrMap bg1="lt1" tx1="dk1" bg2="lt2" tx2="dk2" accent1="accent1" accent2="accent2" accent3="accent3" accent4="accent4" accent5="accent5" accent6="accent6" hlink="hlink" folHlink="folHlink"/>
  <p:sldLayoutIdLst>
    <p:sldLayoutId id="2147483854" r:id="rId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4"/>
            </p:custDataLst>
          </p:nvPr>
        </p:nvSpPr>
        <p:spPr>
          <a:xfrm flipV="1">
            <a:off x="0" y="6487795"/>
            <a:ext cx="12192000" cy="37020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sp>
        <p:nvSpPr>
          <p:cNvPr id="8" name="矩形 7"/>
          <p:cNvSpPr/>
          <p:nvPr userDrawn="1">
            <p:custDataLst>
              <p:tags r:id="rId5"/>
            </p:custDataLst>
          </p:nvPr>
        </p:nvSpPr>
        <p:spPr>
          <a:xfrm flipV="1">
            <a:off x="0" y="6572250"/>
            <a:ext cx="12192000" cy="285750"/>
          </a:xfrm>
          <a:prstGeom prst="rect">
            <a:avLst/>
          </a:prstGeom>
          <a:solidFill>
            <a:srgbClr val="A728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pic>
        <p:nvPicPr>
          <p:cNvPr id="9" name="图形 4"/>
          <p:cNvPicPr>
            <a:picLocks noChangeAspect="1"/>
          </p:cNvPicPr>
          <p:nvPr userDrawn="1">
            <p:custDataLst>
              <p:tags r:id="rId6"/>
            </p:custDataLst>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a:off x="200184" y="180670"/>
            <a:ext cx="756000" cy="756000"/>
          </a:xfrm>
          <a:prstGeom prst="rect">
            <a:avLst/>
          </a:prstGeom>
        </p:spPr>
      </p:pic>
      <p:cxnSp>
        <p:nvCxnSpPr>
          <p:cNvPr id="10" name="直接连接符 9"/>
          <p:cNvCxnSpPr/>
          <p:nvPr userDrawn="1">
            <p:custDataLst>
              <p:tags r:id="rId7"/>
            </p:custDataLst>
          </p:nvPr>
        </p:nvCxnSpPr>
        <p:spPr>
          <a:xfrm rot="5400000" flipV="1">
            <a:off x="6348182" y="-4812103"/>
            <a:ext cx="0" cy="11520000"/>
          </a:xfrm>
          <a:prstGeom prst="line">
            <a:avLst/>
          </a:prstGeom>
          <a:noFill/>
          <a:ln w="28575" cap="flat" cmpd="sng" algn="ctr">
            <a:gradFill flip="none" rotWithShape="1">
              <a:gsLst>
                <a:gs pos="0">
                  <a:srgbClr val="A728BE"/>
                </a:gs>
                <a:gs pos="100000">
                  <a:schemeClr val="bg1">
                    <a:lumMod val="95000"/>
                  </a:schemeClr>
                </a:gs>
                <a:gs pos="47000">
                  <a:srgbClr val="A728BE">
                    <a:alpha val="30000"/>
                  </a:srgbClr>
                </a:gs>
              </a:gsLst>
              <a:lin ang="5400000" scaled="0"/>
              <a:tileRect/>
            </a:gradFill>
            <a:prstDash val="solid"/>
            <a:miter lim="800000"/>
          </a:ln>
          <a:effectLst/>
        </p:spPr>
      </p:cxnSp>
      <p:sp>
        <p:nvSpPr>
          <p:cNvPr id="12" name="灯片编号占位符 10"/>
          <p:cNvSpPr>
            <a:spLocks noGrp="1"/>
          </p:cNvSpPr>
          <p:nvPr userDrawn="1">
            <p:custDataLst>
              <p:tags r:id="rId8"/>
            </p:custDataLst>
          </p:nvPr>
        </p:nvSpPr>
        <p:spPr>
          <a:xfrm>
            <a:off x="11347200" y="6076800"/>
            <a:ext cx="828000" cy="360000"/>
          </a:xfrm>
          <a:prstGeom prst="rect">
            <a:avLst/>
          </a:prstGeom>
        </p:spPr>
        <p:txBody>
          <a:bodyPr vert="horz" lIns="91440" tIns="45720" rIns="91440" bIns="45720" rtlCol="0" anchor="ctr"/>
          <a:lstStyle>
            <a:lvl1pPr algn="r">
              <a:defRPr sz="1200">
                <a:solidFill>
                  <a:schemeClr val="tx1">
                    <a:tint val="75000"/>
                  </a:schemeClr>
                </a:solidFill>
              </a:defRPr>
            </a:lvl1pPr>
          </a:lstStyle>
          <a:p>
            <a:pPr algn="ctr"/>
            <a:fld id="{7D9BB5D0-35E4-459D-AEF3-FE4D7C45CC19}" type="slidenum">
              <a:rPr lang="zh-CN" altLang="en-US" sz="1800" smtClean="0">
                <a:solidFill>
                  <a:schemeClr val="tx1"/>
                </a:solidFill>
                <a:latin typeface="Arial" panose="020B0604020202020204" pitchFamily="34" charset="0"/>
                <a:cs typeface="Arial" panose="020B0604020202020204" pitchFamily="34" charset="0"/>
              </a:rPr>
              <a:t>‹#›</a:t>
            </a:fld>
            <a:endParaRPr lang="zh-CN" altLang="en-US" sz="1800">
              <a:solidFill>
                <a:schemeClr val="tx1"/>
              </a:solidFill>
              <a:latin typeface="Arial" panose="020B0604020202020204" pitchFamily="34" charset="0"/>
              <a:cs typeface="Arial" panose="020B0604020202020204" pitchFamily="34" charset="0"/>
            </a:endParaRPr>
          </a:p>
        </p:txBody>
      </p:sp>
    </p:spTree>
    <p:custDataLst>
      <p:tags r:id="rId3"/>
    </p:custDataLst>
  </p:cSld>
  <p:clrMap bg1="lt1" tx1="dk1" bg2="lt2" tx2="dk2" accent1="accent1" accent2="accent2" accent3="accent3" accent4="accent4" accent5="accent5" accent6="accent6" hlink="hlink" folHlink="folHlink"/>
  <p:sldLayoutIdLst>
    <p:sldLayoutId id="2147483856" r:id="rId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4"/>
            </p:custDataLst>
          </p:nvPr>
        </p:nvSpPr>
        <p:spPr>
          <a:xfrm flipV="1">
            <a:off x="0" y="6487795"/>
            <a:ext cx="12192000" cy="37020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sp>
        <p:nvSpPr>
          <p:cNvPr id="8" name="矩形 7"/>
          <p:cNvSpPr/>
          <p:nvPr userDrawn="1">
            <p:custDataLst>
              <p:tags r:id="rId5"/>
            </p:custDataLst>
          </p:nvPr>
        </p:nvSpPr>
        <p:spPr>
          <a:xfrm flipV="1">
            <a:off x="0" y="6572250"/>
            <a:ext cx="12192000" cy="285750"/>
          </a:xfrm>
          <a:prstGeom prst="rect">
            <a:avLst/>
          </a:prstGeom>
          <a:solidFill>
            <a:srgbClr val="A728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pic>
        <p:nvPicPr>
          <p:cNvPr id="9" name="图形 4"/>
          <p:cNvPicPr>
            <a:picLocks noChangeAspect="1"/>
          </p:cNvPicPr>
          <p:nvPr userDrawn="1">
            <p:custDataLst>
              <p:tags r:id="rId6"/>
            </p:custDataLst>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a:off x="200184" y="180670"/>
            <a:ext cx="756000" cy="756000"/>
          </a:xfrm>
          <a:prstGeom prst="rect">
            <a:avLst/>
          </a:prstGeom>
        </p:spPr>
      </p:pic>
      <p:cxnSp>
        <p:nvCxnSpPr>
          <p:cNvPr id="10" name="直接连接符 9"/>
          <p:cNvCxnSpPr/>
          <p:nvPr userDrawn="1">
            <p:custDataLst>
              <p:tags r:id="rId7"/>
            </p:custDataLst>
          </p:nvPr>
        </p:nvCxnSpPr>
        <p:spPr>
          <a:xfrm rot="5400000" flipV="1">
            <a:off x="6348182" y="-4812103"/>
            <a:ext cx="0" cy="11520000"/>
          </a:xfrm>
          <a:prstGeom prst="line">
            <a:avLst/>
          </a:prstGeom>
          <a:noFill/>
          <a:ln w="28575" cap="flat" cmpd="sng" algn="ctr">
            <a:gradFill flip="none" rotWithShape="1">
              <a:gsLst>
                <a:gs pos="0">
                  <a:srgbClr val="A728BE"/>
                </a:gs>
                <a:gs pos="100000">
                  <a:schemeClr val="bg1">
                    <a:lumMod val="95000"/>
                  </a:schemeClr>
                </a:gs>
                <a:gs pos="47000">
                  <a:srgbClr val="A728BE">
                    <a:alpha val="30000"/>
                  </a:srgbClr>
                </a:gs>
              </a:gsLst>
              <a:lin ang="5400000" scaled="0"/>
              <a:tileRect/>
            </a:gradFill>
            <a:prstDash val="solid"/>
            <a:miter lim="800000"/>
          </a:ln>
          <a:effectLst/>
        </p:spPr>
      </p:cxnSp>
      <p:sp>
        <p:nvSpPr>
          <p:cNvPr id="12" name="灯片编号占位符 10"/>
          <p:cNvSpPr>
            <a:spLocks noGrp="1"/>
          </p:cNvSpPr>
          <p:nvPr userDrawn="1">
            <p:custDataLst>
              <p:tags r:id="rId8"/>
            </p:custDataLst>
          </p:nvPr>
        </p:nvSpPr>
        <p:spPr>
          <a:xfrm>
            <a:off x="11347200" y="6076800"/>
            <a:ext cx="828000" cy="360000"/>
          </a:xfrm>
          <a:prstGeom prst="rect">
            <a:avLst/>
          </a:prstGeom>
        </p:spPr>
        <p:txBody>
          <a:bodyPr vert="horz" lIns="91440" tIns="45720" rIns="91440" bIns="45720" rtlCol="0" anchor="ctr"/>
          <a:lstStyle>
            <a:lvl1pPr algn="r">
              <a:defRPr sz="1200">
                <a:solidFill>
                  <a:schemeClr val="tx1">
                    <a:tint val="75000"/>
                  </a:schemeClr>
                </a:solidFill>
              </a:defRPr>
            </a:lvl1pPr>
          </a:lstStyle>
          <a:p>
            <a:pPr algn="ctr"/>
            <a:fld id="{7D9BB5D0-35E4-459D-AEF3-FE4D7C45CC19}" type="slidenum">
              <a:rPr lang="zh-CN" altLang="en-US" sz="1800" smtClean="0">
                <a:solidFill>
                  <a:schemeClr val="tx1"/>
                </a:solidFill>
                <a:latin typeface="Arial" panose="020B0604020202020204" pitchFamily="34" charset="0"/>
                <a:cs typeface="Arial" panose="020B0604020202020204" pitchFamily="34" charset="0"/>
              </a:rPr>
              <a:t>‹#›</a:t>
            </a:fld>
            <a:endParaRPr lang="zh-CN" altLang="en-US" sz="1800">
              <a:solidFill>
                <a:schemeClr val="tx1"/>
              </a:solidFill>
              <a:latin typeface="Arial" panose="020B0604020202020204" pitchFamily="34" charset="0"/>
              <a:cs typeface="Arial" panose="020B0604020202020204" pitchFamily="34" charset="0"/>
            </a:endParaRPr>
          </a:p>
        </p:txBody>
      </p:sp>
    </p:spTree>
    <p:custDataLst>
      <p:tags r:id="rId3"/>
    </p:custDataLst>
  </p:cSld>
  <p:clrMap bg1="lt1" tx1="dk1" bg2="lt2" tx2="dk2" accent1="accent1" accent2="accent2" accent3="accent3" accent4="accent4" accent5="accent5" accent6="accent6" hlink="hlink" folHlink="folHlink"/>
  <p:sldLayoutIdLst>
    <p:sldLayoutId id="2147483858" r:id="rId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4"/>
            </p:custDataLst>
          </p:nvPr>
        </p:nvSpPr>
        <p:spPr>
          <a:xfrm flipV="1">
            <a:off x="0" y="6487795"/>
            <a:ext cx="12192000" cy="37020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sp>
        <p:nvSpPr>
          <p:cNvPr id="8" name="矩形 7"/>
          <p:cNvSpPr/>
          <p:nvPr userDrawn="1">
            <p:custDataLst>
              <p:tags r:id="rId5"/>
            </p:custDataLst>
          </p:nvPr>
        </p:nvSpPr>
        <p:spPr>
          <a:xfrm flipV="1">
            <a:off x="0" y="6572250"/>
            <a:ext cx="12192000" cy="285750"/>
          </a:xfrm>
          <a:prstGeom prst="rect">
            <a:avLst/>
          </a:prstGeom>
          <a:solidFill>
            <a:srgbClr val="A728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pic>
        <p:nvPicPr>
          <p:cNvPr id="9" name="图形 4"/>
          <p:cNvPicPr>
            <a:picLocks noChangeAspect="1"/>
          </p:cNvPicPr>
          <p:nvPr userDrawn="1">
            <p:custDataLst>
              <p:tags r:id="rId6"/>
            </p:custDataLst>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a:off x="200184" y="180670"/>
            <a:ext cx="756000" cy="756000"/>
          </a:xfrm>
          <a:prstGeom prst="rect">
            <a:avLst/>
          </a:prstGeom>
        </p:spPr>
      </p:pic>
      <p:cxnSp>
        <p:nvCxnSpPr>
          <p:cNvPr id="10" name="直接连接符 9"/>
          <p:cNvCxnSpPr/>
          <p:nvPr userDrawn="1">
            <p:custDataLst>
              <p:tags r:id="rId7"/>
            </p:custDataLst>
          </p:nvPr>
        </p:nvCxnSpPr>
        <p:spPr>
          <a:xfrm rot="5400000" flipV="1">
            <a:off x="6348182" y="-4812103"/>
            <a:ext cx="0" cy="11520000"/>
          </a:xfrm>
          <a:prstGeom prst="line">
            <a:avLst/>
          </a:prstGeom>
          <a:noFill/>
          <a:ln w="28575" cap="flat" cmpd="sng" algn="ctr">
            <a:gradFill flip="none" rotWithShape="1">
              <a:gsLst>
                <a:gs pos="0">
                  <a:srgbClr val="A728BE"/>
                </a:gs>
                <a:gs pos="100000">
                  <a:schemeClr val="bg1">
                    <a:lumMod val="95000"/>
                  </a:schemeClr>
                </a:gs>
                <a:gs pos="47000">
                  <a:srgbClr val="A728BE">
                    <a:alpha val="30000"/>
                  </a:srgbClr>
                </a:gs>
              </a:gsLst>
              <a:lin ang="5400000" scaled="0"/>
              <a:tileRect/>
            </a:gradFill>
            <a:prstDash val="solid"/>
            <a:miter lim="800000"/>
          </a:ln>
          <a:effectLst/>
        </p:spPr>
      </p:cxnSp>
      <p:sp>
        <p:nvSpPr>
          <p:cNvPr id="12" name="灯片编号占位符 10"/>
          <p:cNvSpPr>
            <a:spLocks noGrp="1"/>
          </p:cNvSpPr>
          <p:nvPr userDrawn="1">
            <p:custDataLst>
              <p:tags r:id="rId8"/>
            </p:custDataLst>
          </p:nvPr>
        </p:nvSpPr>
        <p:spPr>
          <a:xfrm>
            <a:off x="11347200" y="6076800"/>
            <a:ext cx="828000" cy="360000"/>
          </a:xfrm>
          <a:prstGeom prst="rect">
            <a:avLst/>
          </a:prstGeom>
        </p:spPr>
        <p:txBody>
          <a:bodyPr vert="horz" lIns="91440" tIns="45720" rIns="91440" bIns="45720" rtlCol="0" anchor="ctr"/>
          <a:lstStyle>
            <a:lvl1pPr algn="r">
              <a:defRPr sz="1200">
                <a:solidFill>
                  <a:schemeClr val="tx1">
                    <a:tint val="75000"/>
                  </a:schemeClr>
                </a:solidFill>
              </a:defRPr>
            </a:lvl1pPr>
          </a:lstStyle>
          <a:p>
            <a:pPr algn="ctr"/>
            <a:fld id="{7D9BB5D0-35E4-459D-AEF3-FE4D7C45CC19}" type="slidenum">
              <a:rPr lang="zh-CN" altLang="en-US" sz="1800" smtClean="0">
                <a:solidFill>
                  <a:schemeClr val="tx1"/>
                </a:solidFill>
                <a:latin typeface="Arial" panose="020B0604020202020204" pitchFamily="34" charset="0"/>
                <a:cs typeface="Arial" panose="020B0604020202020204" pitchFamily="34" charset="0"/>
              </a:rPr>
              <a:t>‹#›</a:t>
            </a:fld>
            <a:endParaRPr lang="zh-CN" altLang="en-US" sz="1800">
              <a:solidFill>
                <a:schemeClr val="tx1"/>
              </a:solidFill>
              <a:latin typeface="Arial" panose="020B0604020202020204" pitchFamily="34" charset="0"/>
              <a:cs typeface="Arial" panose="020B0604020202020204" pitchFamily="34" charset="0"/>
            </a:endParaRPr>
          </a:p>
        </p:txBody>
      </p:sp>
    </p:spTree>
    <p:custDataLst>
      <p:tags r:id="rId3"/>
    </p:custDataLst>
  </p:cSld>
  <p:clrMap bg1="lt1" tx1="dk1" bg2="lt2" tx2="dk2" accent1="accent1" accent2="accent2" accent3="accent3" accent4="accent4" accent5="accent5" accent6="accent6" hlink="hlink" folHlink="folHlink"/>
  <p:sldLayoutIdLst>
    <p:sldLayoutId id="2147483860" r:id="rId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4"/>
            </p:custDataLst>
          </p:nvPr>
        </p:nvSpPr>
        <p:spPr>
          <a:xfrm flipV="1">
            <a:off x="0" y="6487795"/>
            <a:ext cx="12192000" cy="37020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sp>
        <p:nvSpPr>
          <p:cNvPr id="8" name="矩形 7"/>
          <p:cNvSpPr/>
          <p:nvPr userDrawn="1">
            <p:custDataLst>
              <p:tags r:id="rId5"/>
            </p:custDataLst>
          </p:nvPr>
        </p:nvSpPr>
        <p:spPr>
          <a:xfrm flipV="1">
            <a:off x="0" y="6572250"/>
            <a:ext cx="12192000" cy="285750"/>
          </a:xfrm>
          <a:prstGeom prst="rect">
            <a:avLst/>
          </a:prstGeom>
          <a:solidFill>
            <a:srgbClr val="A728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pic>
        <p:nvPicPr>
          <p:cNvPr id="9" name="图形 4"/>
          <p:cNvPicPr>
            <a:picLocks noChangeAspect="1"/>
          </p:cNvPicPr>
          <p:nvPr userDrawn="1">
            <p:custDataLst>
              <p:tags r:id="rId6"/>
            </p:custDataLst>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a:off x="200184" y="180670"/>
            <a:ext cx="756000" cy="756000"/>
          </a:xfrm>
          <a:prstGeom prst="rect">
            <a:avLst/>
          </a:prstGeom>
        </p:spPr>
      </p:pic>
      <p:cxnSp>
        <p:nvCxnSpPr>
          <p:cNvPr id="10" name="直接连接符 9"/>
          <p:cNvCxnSpPr/>
          <p:nvPr userDrawn="1">
            <p:custDataLst>
              <p:tags r:id="rId7"/>
            </p:custDataLst>
          </p:nvPr>
        </p:nvCxnSpPr>
        <p:spPr>
          <a:xfrm rot="5400000" flipV="1">
            <a:off x="6348182" y="-4812103"/>
            <a:ext cx="0" cy="11520000"/>
          </a:xfrm>
          <a:prstGeom prst="line">
            <a:avLst/>
          </a:prstGeom>
          <a:noFill/>
          <a:ln w="28575" cap="flat" cmpd="sng" algn="ctr">
            <a:gradFill flip="none" rotWithShape="1">
              <a:gsLst>
                <a:gs pos="0">
                  <a:srgbClr val="A728BE"/>
                </a:gs>
                <a:gs pos="100000">
                  <a:schemeClr val="bg1">
                    <a:lumMod val="95000"/>
                  </a:schemeClr>
                </a:gs>
                <a:gs pos="47000">
                  <a:srgbClr val="A728BE">
                    <a:alpha val="30000"/>
                  </a:srgbClr>
                </a:gs>
              </a:gsLst>
              <a:lin ang="5400000" scaled="0"/>
              <a:tileRect/>
            </a:gradFill>
            <a:prstDash val="solid"/>
            <a:miter lim="800000"/>
          </a:ln>
          <a:effectLst/>
        </p:spPr>
      </p:cxnSp>
      <p:sp>
        <p:nvSpPr>
          <p:cNvPr id="12" name="灯片编号占位符 10"/>
          <p:cNvSpPr>
            <a:spLocks noGrp="1"/>
          </p:cNvSpPr>
          <p:nvPr userDrawn="1">
            <p:custDataLst>
              <p:tags r:id="rId8"/>
            </p:custDataLst>
          </p:nvPr>
        </p:nvSpPr>
        <p:spPr>
          <a:xfrm>
            <a:off x="11347200" y="6076800"/>
            <a:ext cx="828000" cy="360000"/>
          </a:xfrm>
          <a:prstGeom prst="rect">
            <a:avLst/>
          </a:prstGeom>
        </p:spPr>
        <p:txBody>
          <a:bodyPr vert="horz" lIns="91440" tIns="45720" rIns="91440" bIns="45720" rtlCol="0" anchor="ctr"/>
          <a:lstStyle>
            <a:lvl1pPr algn="r">
              <a:defRPr sz="1200">
                <a:solidFill>
                  <a:schemeClr val="tx1">
                    <a:tint val="75000"/>
                  </a:schemeClr>
                </a:solidFill>
              </a:defRPr>
            </a:lvl1pPr>
          </a:lstStyle>
          <a:p>
            <a:pPr algn="ctr"/>
            <a:fld id="{7D9BB5D0-35E4-459D-AEF3-FE4D7C45CC19}" type="slidenum">
              <a:rPr lang="zh-CN" altLang="en-US" sz="1800" smtClean="0">
                <a:solidFill>
                  <a:schemeClr val="tx1"/>
                </a:solidFill>
                <a:latin typeface="Arial" panose="020B0604020202020204" pitchFamily="34" charset="0"/>
                <a:cs typeface="Arial" panose="020B0604020202020204" pitchFamily="34" charset="0"/>
              </a:rPr>
              <a:t>‹#›</a:t>
            </a:fld>
            <a:endParaRPr lang="zh-CN" altLang="en-US" sz="1800">
              <a:solidFill>
                <a:schemeClr val="tx1"/>
              </a:solidFill>
              <a:latin typeface="Arial" panose="020B0604020202020204" pitchFamily="34" charset="0"/>
              <a:cs typeface="Arial" panose="020B0604020202020204" pitchFamily="34" charset="0"/>
            </a:endParaRPr>
          </a:p>
        </p:txBody>
      </p:sp>
    </p:spTree>
    <p:custDataLst>
      <p:tags r:id="rId3"/>
    </p:custDataLst>
  </p:cSld>
  <p:clrMap bg1="lt1" tx1="dk1" bg2="lt2" tx2="dk2" accent1="accent1" accent2="accent2" accent3="accent3" accent4="accent4" accent5="accent5" accent6="accent6" hlink="hlink" folHlink="folHlink"/>
  <p:sldLayoutIdLst>
    <p:sldLayoutId id="2147483862" r:id="rId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4"/>
            </p:custDataLst>
          </p:nvPr>
        </p:nvSpPr>
        <p:spPr>
          <a:xfrm flipV="1">
            <a:off x="0" y="6487795"/>
            <a:ext cx="12192000" cy="37020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sp>
        <p:nvSpPr>
          <p:cNvPr id="8" name="矩形 7"/>
          <p:cNvSpPr/>
          <p:nvPr userDrawn="1">
            <p:custDataLst>
              <p:tags r:id="rId5"/>
            </p:custDataLst>
          </p:nvPr>
        </p:nvSpPr>
        <p:spPr>
          <a:xfrm flipV="1">
            <a:off x="0" y="6572250"/>
            <a:ext cx="12192000" cy="285750"/>
          </a:xfrm>
          <a:prstGeom prst="rect">
            <a:avLst/>
          </a:prstGeom>
          <a:solidFill>
            <a:srgbClr val="A728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pic>
        <p:nvPicPr>
          <p:cNvPr id="9" name="图形 4"/>
          <p:cNvPicPr>
            <a:picLocks noChangeAspect="1"/>
          </p:cNvPicPr>
          <p:nvPr userDrawn="1">
            <p:custDataLst>
              <p:tags r:id="rId6"/>
            </p:custDataLst>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a:off x="200184" y="180670"/>
            <a:ext cx="756000" cy="756000"/>
          </a:xfrm>
          <a:prstGeom prst="rect">
            <a:avLst/>
          </a:prstGeom>
        </p:spPr>
      </p:pic>
      <p:cxnSp>
        <p:nvCxnSpPr>
          <p:cNvPr id="10" name="直接连接符 9"/>
          <p:cNvCxnSpPr/>
          <p:nvPr userDrawn="1">
            <p:custDataLst>
              <p:tags r:id="rId7"/>
            </p:custDataLst>
          </p:nvPr>
        </p:nvCxnSpPr>
        <p:spPr>
          <a:xfrm rot="5400000" flipV="1">
            <a:off x="6348182" y="-4812103"/>
            <a:ext cx="0" cy="11520000"/>
          </a:xfrm>
          <a:prstGeom prst="line">
            <a:avLst/>
          </a:prstGeom>
          <a:noFill/>
          <a:ln w="28575" cap="flat" cmpd="sng" algn="ctr">
            <a:gradFill flip="none" rotWithShape="1">
              <a:gsLst>
                <a:gs pos="0">
                  <a:srgbClr val="A728BE"/>
                </a:gs>
                <a:gs pos="100000">
                  <a:schemeClr val="bg1">
                    <a:lumMod val="95000"/>
                  </a:schemeClr>
                </a:gs>
                <a:gs pos="47000">
                  <a:srgbClr val="A728BE">
                    <a:alpha val="30000"/>
                  </a:srgbClr>
                </a:gs>
              </a:gsLst>
              <a:lin ang="5400000" scaled="0"/>
              <a:tileRect/>
            </a:gradFill>
            <a:prstDash val="solid"/>
            <a:miter lim="800000"/>
          </a:ln>
          <a:effectLst/>
        </p:spPr>
      </p:cxnSp>
      <p:sp>
        <p:nvSpPr>
          <p:cNvPr id="12" name="灯片编号占位符 10"/>
          <p:cNvSpPr>
            <a:spLocks noGrp="1"/>
          </p:cNvSpPr>
          <p:nvPr userDrawn="1">
            <p:custDataLst>
              <p:tags r:id="rId8"/>
            </p:custDataLst>
          </p:nvPr>
        </p:nvSpPr>
        <p:spPr>
          <a:xfrm>
            <a:off x="11347200" y="6076800"/>
            <a:ext cx="828000" cy="360000"/>
          </a:xfrm>
          <a:prstGeom prst="rect">
            <a:avLst/>
          </a:prstGeom>
        </p:spPr>
        <p:txBody>
          <a:bodyPr vert="horz" lIns="91440" tIns="45720" rIns="91440" bIns="45720" rtlCol="0" anchor="ctr"/>
          <a:lstStyle>
            <a:lvl1pPr algn="r">
              <a:defRPr sz="1200">
                <a:solidFill>
                  <a:schemeClr val="tx1">
                    <a:tint val="75000"/>
                  </a:schemeClr>
                </a:solidFill>
              </a:defRPr>
            </a:lvl1pPr>
          </a:lstStyle>
          <a:p>
            <a:pPr algn="ctr"/>
            <a:fld id="{7D9BB5D0-35E4-459D-AEF3-FE4D7C45CC19}" type="slidenum">
              <a:rPr lang="zh-CN" altLang="en-US" sz="1800" smtClean="0">
                <a:solidFill>
                  <a:schemeClr val="tx1"/>
                </a:solidFill>
                <a:latin typeface="Arial" panose="020B0604020202020204" pitchFamily="34" charset="0"/>
                <a:cs typeface="Arial" panose="020B0604020202020204" pitchFamily="34" charset="0"/>
              </a:rPr>
              <a:t>‹#›</a:t>
            </a:fld>
            <a:endParaRPr lang="zh-CN" altLang="en-US" sz="1800">
              <a:solidFill>
                <a:schemeClr val="tx1"/>
              </a:solidFill>
              <a:latin typeface="Arial" panose="020B0604020202020204" pitchFamily="34" charset="0"/>
              <a:cs typeface="Arial" panose="020B0604020202020204" pitchFamily="34" charset="0"/>
            </a:endParaRPr>
          </a:p>
        </p:txBody>
      </p:sp>
    </p:spTree>
    <p:custDataLst>
      <p:tags r:id="rId3"/>
    </p:custDataLst>
  </p:cSld>
  <p:clrMap bg1="lt1" tx1="dk1" bg2="lt2" tx2="dk2" accent1="accent1" accent2="accent2" accent3="accent3" accent4="accent4" accent5="accent5" accent6="accent6" hlink="hlink" folHlink="folHlink"/>
  <p:sldLayoutIdLst>
    <p:sldLayoutId id="2147483864" r:id="rId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4"/>
            </p:custDataLst>
          </p:nvPr>
        </p:nvSpPr>
        <p:spPr>
          <a:xfrm flipV="1">
            <a:off x="0" y="6487795"/>
            <a:ext cx="12192000" cy="37020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sp>
        <p:nvSpPr>
          <p:cNvPr id="8" name="矩形 7"/>
          <p:cNvSpPr/>
          <p:nvPr userDrawn="1">
            <p:custDataLst>
              <p:tags r:id="rId5"/>
            </p:custDataLst>
          </p:nvPr>
        </p:nvSpPr>
        <p:spPr>
          <a:xfrm flipV="1">
            <a:off x="0" y="6572250"/>
            <a:ext cx="12192000" cy="285750"/>
          </a:xfrm>
          <a:prstGeom prst="rect">
            <a:avLst/>
          </a:prstGeom>
          <a:solidFill>
            <a:srgbClr val="A728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pic>
        <p:nvPicPr>
          <p:cNvPr id="9" name="图形 4"/>
          <p:cNvPicPr>
            <a:picLocks noChangeAspect="1"/>
          </p:cNvPicPr>
          <p:nvPr userDrawn="1">
            <p:custDataLst>
              <p:tags r:id="rId6"/>
            </p:custDataLst>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a:off x="200184" y="180670"/>
            <a:ext cx="756000" cy="756000"/>
          </a:xfrm>
          <a:prstGeom prst="rect">
            <a:avLst/>
          </a:prstGeom>
        </p:spPr>
      </p:pic>
      <p:cxnSp>
        <p:nvCxnSpPr>
          <p:cNvPr id="10" name="直接连接符 9"/>
          <p:cNvCxnSpPr/>
          <p:nvPr userDrawn="1">
            <p:custDataLst>
              <p:tags r:id="rId7"/>
            </p:custDataLst>
          </p:nvPr>
        </p:nvCxnSpPr>
        <p:spPr>
          <a:xfrm rot="5400000" flipV="1">
            <a:off x="6348182" y="-4812103"/>
            <a:ext cx="0" cy="11520000"/>
          </a:xfrm>
          <a:prstGeom prst="line">
            <a:avLst/>
          </a:prstGeom>
          <a:noFill/>
          <a:ln w="28575" cap="flat" cmpd="sng" algn="ctr">
            <a:gradFill flip="none" rotWithShape="1">
              <a:gsLst>
                <a:gs pos="0">
                  <a:srgbClr val="A728BE"/>
                </a:gs>
                <a:gs pos="100000">
                  <a:schemeClr val="bg1">
                    <a:lumMod val="95000"/>
                  </a:schemeClr>
                </a:gs>
                <a:gs pos="47000">
                  <a:srgbClr val="A728BE">
                    <a:alpha val="30000"/>
                  </a:srgbClr>
                </a:gs>
              </a:gsLst>
              <a:lin ang="5400000" scaled="0"/>
              <a:tileRect/>
            </a:gradFill>
            <a:prstDash val="solid"/>
            <a:miter lim="800000"/>
          </a:ln>
          <a:effectLst/>
        </p:spPr>
      </p:cxnSp>
      <p:sp>
        <p:nvSpPr>
          <p:cNvPr id="12" name="灯片编号占位符 10"/>
          <p:cNvSpPr>
            <a:spLocks noGrp="1"/>
          </p:cNvSpPr>
          <p:nvPr userDrawn="1">
            <p:custDataLst>
              <p:tags r:id="rId8"/>
            </p:custDataLst>
          </p:nvPr>
        </p:nvSpPr>
        <p:spPr>
          <a:xfrm>
            <a:off x="11347200" y="6076800"/>
            <a:ext cx="828000" cy="360000"/>
          </a:xfrm>
          <a:prstGeom prst="rect">
            <a:avLst/>
          </a:prstGeom>
        </p:spPr>
        <p:txBody>
          <a:bodyPr vert="horz" lIns="91440" tIns="45720" rIns="91440" bIns="45720" rtlCol="0" anchor="ctr"/>
          <a:lstStyle>
            <a:lvl1pPr algn="r">
              <a:defRPr sz="1200">
                <a:solidFill>
                  <a:schemeClr val="tx1">
                    <a:tint val="75000"/>
                  </a:schemeClr>
                </a:solidFill>
              </a:defRPr>
            </a:lvl1pPr>
          </a:lstStyle>
          <a:p>
            <a:pPr algn="ctr"/>
            <a:fld id="{7D9BB5D0-35E4-459D-AEF3-FE4D7C45CC19}" type="slidenum">
              <a:rPr lang="zh-CN" altLang="en-US" sz="1800" smtClean="0">
                <a:solidFill>
                  <a:schemeClr val="tx1"/>
                </a:solidFill>
                <a:latin typeface="Arial" panose="020B0604020202020204" pitchFamily="34" charset="0"/>
                <a:cs typeface="Arial" panose="020B0604020202020204" pitchFamily="34" charset="0"/>
              </a:rPr>
              <a:t>‹#›</a:t>
            </a:fld>
            <a:endParaRPr lang="zh-CN" altLang="en-US" sz="1800">
              <a:solidFill>
                <a:schemeClr val="tx1"/>
              </a:solidFill>
              <a:latin typeface="Arial" panose="020B0604020202020204" pitchFamily="34" charset="0"/>
              <a:cs typeface="Arial" panose="020B0604020202020204" pitchFamily="34" charset="0"/>
            </a:endParaRPr>
          </a:p>
        </p:txBody>
      </p:sp>
    </p:spTree>
    <p:custDataLst>
      <p:tags r:id="rId3"/>
    </p:custDataLst>
  </p:cSld>
  <p:clrMap bg1="lt1" tx1="dk1" bg2="lt2" tx2="dk2" accent1="accent1" accent2="accent2" accent3="accent3" accent4="accent4" accent5="accent5" accent6="accent6" hlink="hlink" folHlink="folHlink"/>
  <p:sldLayoutIdLst>
    <p:sldLayoutId id="2147483866" r:id="rId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4"/>
            </p:custDataLst>
          </p:nvPr>
        </p:nvSpPr>
        <p:spPr>
          <a:xfrm flipV="1">
            <a:off x="0" y="6487795"/>
            <a:ext cx="12192000" cy="37020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sp>
        <p:nvSpPr>
          <p:cNvPr id="8" name="矩形 7"/>
          <p:cNvSpPr/>
          <p:nvPr userDrawn="1">
            <p:custDataLst>
              <p:tags r:id="rId5"/>
            </p:custDataLst>
          </p:nvPr>
        </p:nvSpPr>
        <p:spPr>
          <a:xfrm flipV="1">
            <a:off x="0" y="6572250"/>
            <a:ext cx="12192000" cy="285750"/>
          </a:xfrm>
          <a:prstGeom prst="rect">
            <a:avLst/>
          </a:prstGeom>
          <a:solidFill>
            <a:srgbClr val="A728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pic>
        <p:nvPicPr>
          <p:cNvPr id="9" name="图形 4"/>
          <p:cNvPicPr>
            <a:picLocks noChangeAspect="1"/>
          </p:cNvPicPr>
          <p:nvPr userDrawn="1">
            <p:custDataLst>
              <p:tags r:id="rId6"/>
            </p:custDataLst>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a:off x="200184" y="180670"/>
            <a:ext cx="756000" cy="756000"/>
          </a:xfrm>
          <a:prstGeom prst="rect">
            <a:avLst/>
          </a:prstGeom>
        </p:spPr>
      </p:pic>
      <p:cxnSp>
        <p:nvCxnSpPr>
          <p:cNvPr id="10" name="直接连接符 9"/>
          <p:cNvCxnSpPr/>
          <p:nvPr userDrawn="1">
            <p:custDataLst>
              <p:tags r:id="rId7"/>
            </p:custDataLst>
          </p:nvPr>
        </p:nvCxnSpPr>
        <p:spPr>
          <a:xfrm rot="5400000" flipV="1">
            <a:off x="6348182" y="-4812103"/>
            <a:ext cx="0" cy="11520000"/>
          </a:xfrm>
          <a:prstGeom prst="line">
            <a:avLst/>
          </a:prstGeom>
          <a:noFill/>
          <a:ln w="28575" cap="flat" cmpd="sng" algn="ctr">
            <a:gradFill flip="none" rotWithShape="1">
              <a:gsLst>
                <a:gs pos="0">
                  <a:srgbClr val="A728BE"/>
                </a:gs>
                <a:gs pos="100000">
                  <a:schemeClr val="bg1">
                    <a:lumMod val="95000"/>
                  </a:schemeClr>
                </a:gs>
                <a:gs pos="47000">
                  <a:srgbClr val="A728BE">
                    <a:alpha val="30000"/>
                  </a:srgbClr>
                </a:gs>
              </a:gsLst>
              <a:lin ang="5400000" scaled="0"/>
              <a:tileRect/>
            </a:gradFill>
            <a:prstDash val="solid"/>
            <a:miter lim="800000"/>
          </a:ln>
          <a:effectLst/>
        </p:spPr>
      </p:cxnSp>
      <p:sp>
        <p:nvSpPr>
          <p:cNvPr id="12" name="灯片编号占位符 10"/>
          <p:cNvSpPr>
            <a:spLocks noGrp="1"/>
          </p:cNvSpPr>
          <p:nvPr userDrawn="1">
            <p:custDataLst>
              <p:tags r:id="rId8"/>
            </p:custDataLst>
          </p:nvPr>
        </p:nvSpPr>
        <p:spPr>
          <a:xfrm>
            <a:off x="11347200" y="6076800"/>
            <a:ext cx="828000" cy="360000"/>
          </a:xfrm>
          <a:prstGeom prst="rect">
            <a:avLst/>
          </a:prstGeom>
        </p:spPr>
        <p:txBody>
          <a:bodyPr vert="horz" lIns="91440" tIns="45720" rIns="91440" bIns="45720" rtlCol="0" anchor="ctr"/>
          <a:lstStyle>
            <a:lvl1pPr algn="r">
              <a:defRPr sz="1200">
                <a:solidFill>
                  <a:schemeClr val="tx1">
                    <a:tint val="75000"/>
                  </a:schemeClr>
                </a:solidFill>
              </a:defRPr>
            </a:lvl1pPr>
          </a:lstStyle>
          <a:p>
            <a:pPr algn="ctr"/>
            <a:fld id="{7D9BB5D0-35E4-459D-AEF3-FE4D7C45CC19}" type="slidenum">
              <a:rPr lang="zh-CN" altLang="en-US" sz="1800" smtClean="0">
                <a:solidFill>
                  <a:schemeClr val="tx1"/>
                </a:solidFill>
                <a:latin typeface="Arial" panose="020B0604020202020204" pitchFamily="34" charset="0"/>
                <a:cs typeface="Arial" panose="020B0604020202020204" pitchFamily="34" charset="0"/>
              </a:rPr>
              <a:t>‹#›</a:t>
            </a:fld>
            <a:endParaRPr lang="zh-CN" altLang="en-US" sz="1800">
              <a:solidFill>
                <a:schemeClr val="tx1"/>
              </a:solidFill>
              <a:latin typeface="Arial" panose="020B0604020202020204" pitchFamily="34" charset="0"/>
              <a:cs typeface="Arial" panose="020B0604020202020204" pitchFamily="34" charset="0"/>
            </a:endParaRPr>
          </a:p>
        </p:txBody>
      </p:sp>
    </p:spTree>
    <p:custDataLst>
      <p:tags r:id="rId3"/>
    </p:custDataLst>
  </p:cSld>
  <p:clrMap bg1="lt1" tx1="dk1" bg2="lt2" tx2="dk2" accent1="accent1" accent2="accent2" accent3="accent3" accent4="accent4" accent5="accent5" accent6="accent6" hlink="hlink" folHlink="folHlink"/>
  <p:sldLayoutIdLst>
    <p:sldLayoutId id="2147483874" r:id="rId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4"/>
            </p:custDataLst>
          </p:nvPr>
        </p:nvSpPr>
        <p:spPr>
          <a:xfrm flipV="1">
            <a:off x="0" y="6487795"/>
            <a:ext cx="12192000" cy="37020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sp>
        <p:nvSpPr>
          <p:cNvPr id="8" name="矩形 7"/>
          <p:cNvSpPr/>
          <p:nvPr userDrawn="1">
            <p:custDataLst>
              <p:tags r:id="rId5"/>
            </p:custDataLst>
          </p:nvPr>
        </p:nvSpPr>
        <p:spPr>
          <a:xfrm flipV="1">
            <a:off x="0" y="6572250"/>
            <a:ext cx="12192000" cy="285750"/>
          </a:xfrm>
          <a:prstGeom prst="rect">
            <a:avLst/>
          </a:prstGeom>
          <a:solidFill>
            <a:srgbClr val="A728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pic>
        <p:nvPicPr>
          <p:cNvPr id="9" name="图形 4"/>
          <p:cNvPicPr>
            <a:picLocks noChangeAspect="1"/>
          </p:cNvPicPr>
          <p:nvPr userDrawn="1">
            <p:custDataLst>
              <p:tags r:id="rId6"/>
            </p:custDataLst>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a:off x="200184" y="180670"/>
            <a:ext cx="756000" cy="756000"/>
          </a:xfrm>
          <a:prstGeom prst="rect">
            <a:avLst/>
          </a:prstGeom>
        </p:spPr>
      </p:pic>
      <p:cxnSp>
        <p:nvCxnSpPr>
          <p:cNvPr id="10" name="直接连接符 9"/>
          <p:cNvCxnSpPr/>
          <p:nvPr userDrawn="1">
            <p:custDataLst>
              <p:tags r:id="rId7"/>
            </p:custDataLst>
          </p:nvPr>
        </p:nvCxnSpPr>
        <p:spPr>
          <a:xfrm rot="5400000" flipV="1">
            <a:off x="6348182" y="-4812103"/>
            <a:ext cx="0" cy="11520000"/>
          </a:xfrm>
          <a:prstGeom prst="line">
            <a:avLst/>
          </a:prstGeom>
          <a:noFill/>
          <a:ln w="28575" cap="flat" cmpd="sng" algn="ctr">
            <a:gradFill flip="none" rotWithShape="1">
              <a:gsLst>
                <a:gs pos="0">
                  <a:srgbClr val="A728BE"/>
                </a:gs>
                <a:gs pos="100000">
                  <a:schemeClr val="bg1">
                    <a:lumMod val="95000"/>
                  </a:schemeClr>
                </a:gs>
                <a:gs pos="47000">
                  <a:srgbClr val="A728BE">
                    <a:alpha val="30000"/>
                  </a:srgbClr>
                </a:gs>
              </a:gsLst>
              <a:lin ang="5400000" scaled="0"/>
              <a:tileRect/>
            </a:gradFill>
            <a:prstDash val="solid"/>
            <a:miter lim="800000"/>
          </a:ln>
          <a:effectLst/>
        </p:spPr>
      </p:cxnSp>
      <p:sp>
        <p:nvSpPr>
          <p:cNvPr id="12" name="灯片编号占位符 10"/>
          <p:cNvSpPr>
            <a:spLocks noGrp="1"/>
          </p:cNvSpPr>
          <p:nvPr userDrawn="1">
            <p:custDataLst>
              <p:tags r:id="rId8"/>
            </p:custDataLst>
          </p:nvPr>
        </p:nvSpPr>
        <p:spPr>
          <a:xfrm>
            <a:off x="11347200" y="6076800"/>
            <a:ext cx="828000" cy="360000"/>
          </a:xfrm>
          <a:prstGeom prst="rect">
            <a:avLst/>
          </a:prstGeom>
        </p:spPr>
        <p:txBody>
          <a:bodyPr vert="horz" lIns="91440" tIns="45720" rIns="91440" bIns="45720" rtlCol="0" anchor="ctr"/>
          <a:lstStyle>
            <a:lvl1pPr algn="r">
              <a:defRPr sz="1200">
                <a:solidFill>
                  <a:schemeClr val="tx1">
                    <a:tint val="75000"/>
                  </a:schemeClr>
                </a:solidFill>
              </a:defRPr>
            </a:lvl1pPr>
          </a:lstStyle>
          <a:p>
            <a:pPr algn="ctr"/>
            <a:fld id="{7D9BB5D0-35E4-459D-AEF3-FE4D7C45CC19}" type="slidenum">
              <a:rPr lang="zh-CN" altLang="en-US" sz="1800" smtClean="0">
                <a:solidFill>
                  <a:schemeClr val="tx1"/>
                </a:solidFill>
                <a:latin typeface="Arial" panose="020B0604020202020204" pitchFamily="34" charset="0"/>
                <a:cs typeface="Arial" panose="020B0604020202020204" pitchFamily="34" charset="0"/>
              </a:rPr>
              <a:t>‹#›</a:t>
            </a:fld>
            <a:endParaRPr lang="zh-CN" altLang="en-US" sz="1800">
              <a:solidFill>
                <a:schemeClr val="tx1"/>
              </a:solidFill>
              <a:latin typeface="Arial" panose="020B0604020202020204" pitchFamily="34" charset="0"/>
              <a:cs typeface="Arial" panose="020B0604020202020204" pitchFamily="34" charset="0"/>
            </a:endParaRPr>
          </a:p>
        </p:txBody>
      </p:sp>
    </p:spTree>
    <p:custDataLst>
      <p:tags r:id="rId3"/>
    </p:custDataLst>
  </p:cSld>
  <p:clrMap bg1="lt1" tx1="dk1" bg2="lt2" tx2="dk2" accent1="accent1" accent2="accent2" accent3="accent3" accent4="accent4" accent5="accent5" accent6="accent6" hlink="hlink" folHlink="folHlink"/>
  <p:sldLayoutIdLst>
    <p:sldLayoutId id="2147483876" r:id="rId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4"/>
            </p:custDataLst>
          </p:nvPr>
        </p:nvSpPr>
        <p:spPr>
          <a:xfrm flipV="1">
            <a:off x="0" y="6487795"/>
            <a:ext cx="12192000" cy="37020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sp>
        <p:nvSpPr>
          <p:cNvPr id="8" name="矩形 7"/>
          <p:cNvSpPr/>
          <p:nvPr userDrawn="1">
            <p:custDataLst>
              <p:tags r:id="rId5"/>
            </p:custDataLst>
          </p:nvPr>
        </p:nvSpPr>
        <p:spPr>
          <a:xfrm flipV="1">
            <a:off x="0" y="6572250"/>
            <a:ext cx="12192000" cy="285750"/>
          </a:xfrm>
          <a:prstGeom prst="rect">
            <a:avLst/>
          </a:prstGeom>
          <a:solidFill>
            <a:srgbClr val="A728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pic>
        <p:nvPicPr>
          <p:cNvPr id="9" name="图形 4"/>
          <p:cNvPicPr>
            <a:picLocks noChangeAspect="1"/>
          </p:cNvPicPr>
          <p:nvPr userDrawn="1">
            <p:custDataLst>
              <p:tags r:id="rId6"/>
            </p:custDataLst>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a:off x="200184" y="180670"/>
            <a:ext cx="756000" cy="756000"/>
          </a:xfrm>
          <a:prstGeom prst="rect">
            <a:avLst/>
          </a:prstGeom>
        </p:spPr>
      </p:pic>
      <p:cxnSp>
        <p:nvCxnSpPr>
          <p:cNvPr id="10" name="直接连接符 9"/>
          <p:cNvCxnSpPr/>
          <p:nvPr userDrawn="1">
            <p:custDataLst>
              <p:tags r:id="rId7"/>
            </p:custDataLst>
          </p:nvPr>
        </p:nvCxnSpPr>
        <p:spPr>
          <a:xfrm rot="5400000" flipV="1">
            <a:off x="6348182" y="-4812103"/>
            <a:ext cx="0" cy="11520000"/>
          </a:xfrm>
          <a:prstGeom prst="line">
            <a:avLst/>
          </a:prstGeom>
          <a:noFill/>
          <a:ln w="28575" cap="flat" cmpd="sng" algn="ctr">
            <a:gradFill flip="none" rotWithShape="1">
              <a:gsLst>
                <a:gs pos="0">
                  <a:srgbClr val="A728BE"/>
                </a:gs>
                <a:gs pos="100000">
                  <a:schemeClr val="bg1">
                    <a:lumMod val="95000"/>
                  </a:schemeClr>
                </a:gs>
                <a:gs pos="47000">
                  <a:srgbClr val="A728BE">
                    <a:alpha val="30000"/>
                  </a:srgbClr>
                </a:gs>
              </a:gsLst>
              <a:lin ang="5400000" scaled="0"/>
              <a:tileRect/>
            </a:gradFill>
            <a:prstDash val="solid"/>
            <a:miter lim="800000"/>
          </a:ln>
          <a:effectLst/>
        </p:spPr>
      </p:cxnSp>
      <p:sp>
        <p:nvSpPr>
          <p:cNvPr id="12" name="灯片编号占位符 10"/>
          <p:cNvSpPr>
            <a:spLocks noGrp="1"/>
          </p:cNvSpPr>
          <p:nvPr userDrawn="1">
            <p:custDataLst>
              <p:tags r:id="rId8"/>
            </p:custDataLst>
          </p:nvPr>
        </p:nvSpPr>
        <p:spPr>
          <a:xfrm>
            <a:off x="11347200" y="6076800"/>
            <a:ext cx="828000" cy="360000"/>
          </a:xfrm>
          <a:prstGeom prst="rect">
            <a:avLst/>
          </a:prstGeom>
        </p:spPr>
        <p:txBody>
          <a:bodyPr vert="horz" lIns="91440" tIns="45720" rIns="91440" bIns="45720" rtlCol="0" anchor="ctr"/>
          <a:lstStyle>
            <a:lvl1pPr algn="r">
              <a:defRPr sz="1200">
                <a:solidFill>
                  <a:schemeClr val="tx1">
                    <a:tint val="75000"/>
                  </a:schemeClr>
                </a:solidFill>
              </a:defRPr>
            </a:lvl1pPr>
          </a:lstStyle>
          <a:p>
            <a:pPr algn="ctr"/>
            <a:fld id="{7D9BB5D0-35E4-459D-AEF3-FE4D7C45CC19}" type="slidenum">
              <a:rPr lang="zh-CN" altLang="en-US" sz="1800" smtClean="0">
                <a:solidFill>
                  <a:schemeClr val="tx1"/>
                </a:solidFill>
                <a:latin typeface="Arial" panose="020B0604020202020204" pitchFamily="34" charset="0"/>
                <a:cs typeface="Arial" panose="020B0604020202020204" pitchFamily="34" charset="0"/>
              </a:rPr>
              <a:t>‹#›</a:t>
            </a:fld>
            <a:endParaRPr lang="zh-CN" altLang="en-US" sz="1800">
              <a:solidFill>
                <a:schemeClr val="tx1"/>
              </a:solidFill>
              <a:latin typeface="Arial" panose="020B0604020202020204" pitchFamily="34" charset="0"/>
              <a:cs typeface="Arial" panose="020B0604020202020204" pitchFamily="34" charset="0"/>
            </a:endParaRPr>
          </a:p>
        </p:txBody>
      </p:sp>
    </p:spTree>
    <p:custDataLst>
      <p:tags r:id="rId3"/>
    </p:custDataLst>
  </p:cSld>
  <p:clrMap bg1="lt1" tx1="dk1" bg2="lt2" tx2="dk2" accent1="accent1" accent2="accent2" accent3="accent3" accent4="accent4" accent5="accent5" accent6="accent6" hlink="hlink" folHlink="folHlink"/>
  <p:sldLayoutIdLst>
    <p:sldLayoutId id="2147483878" r:id="rId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4"/>
            </p:custDataLst>
          </p:nvPr>
        </p:nvSpPr>
        <p:spPr>
          <a:xfrm flipV="1">
            <a:off x="0" y="6487795"/>
            <a:ext cx="12192000" cy="37020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sp>
        <p:nvSpPr>
          <p:cNvPr id="8" name="矩形 7"/>
          <p:cNvSpPr/>
          <p:nvPr userDrawn="1">
            <p:custDataLst>
              <p:tags r:id="rId5"/>
            </p:custDataLst>
          </p:nvPr>
        </p:nvSpPr>
        <p:spPr>
          <a:xfrm flipV="1">
            <a:off x="0" y="6572250"/>
            <a:ext cx="12192000" cy="285750"/>
          </a:xfrm>
          <a:prstGeom prst="rect">
            <a:avLst/>
          </a:prstGeom>
          <a:solidFill>
            <a:srgbClr val="A728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pic>
        <p:nvPicPr>
          <p:cNvPr id="9" name="图形 4"/>
          <p:cNvPicPr>
            <a:picLocks noChangeAspect="1"/>
          </p:cNvPicPr>
          <p:nvPr userDrawn="1">
            <p:custDataLst>
              <p:tags r:id="rId6"/>
            </p:custDataLst>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a:off x="200184" y="180670"/>
            <a:ext cx="756000" cy="756000"/>
          </a:xfrm>
          <a:prstGeom prst="rect">
            <a:avLst/>
          </a:prstGeom>
        </p:spPr>
      </p:pic>
      <p:cxnSp>
        <p:nvCxnSpPr>
          <p:cNvPr id="10" name="直接连接符 9"/>
          <p:cNvCxnSpPr/>
          <p:nvPr userDrawn="1">
            <p:custDataLst>
              <p:tags r:id="rId7"/>
            </p:custDataLst>
          </p:nvPr>
        </p:nvCxnSpPr>
        <p:spPr>
          <a:xfrm rot="5400000" flipV="1">
            <a:off x="6348182" y="-4812103"/>
            <a:ext cx="0" cy="11520000"/>
          </a:xfrm>
          <a:prstGeom prst="line">
            <a:avLst/>
          </a:prstGeom>
          <a:noFill/>
          <a:ln w="28575" cap="flat" cmpd="sng" algn="ctr">
            <a:gradFill flip="none" rotWithShape="1">
              <a:gsLst>
                <a:gs pos="0">
                  <a:srgbClr val="A728BE"/>
                </a:gs>
                <a:gs pos="100000">
                  <a:schemeClr val="bg1">
                    <a:lumMod val="95000"/>
                  </a:schemeClr>
                </a:gs>
                <a:gs pos="47000">
                  <a:srgbClr val="A728BE">
                    <a:alpha val="30000"/>
                  </a:srgbClr>
                </a:gs>
              </a:gsLst>
              <a:lin ang="5400000" scaled="0"/>
              <a:tileRect/>
            </a:gradFill>
            <a:prstDash val="solid"/>
            <a:miter lim="800000"/>
          </a:ln>
          <a:effectLst/>
        </p:spPr>
      </p:cxnSp>
      <p:sp>
        <p:nvSpPr>
          <p:cNvPr id="12" name="灯片编号占位符 10"/>
          <p:cNvSpPr>
            <a:spLocks noGrp="1"/>
          </p:cNvSpPr>
          <p:nvPr userDrawn="1">
            <p:custDataLst>
              <p:tags r:id="rId8"/>
            </p:custDataLst>
          </p:nvPr>
        </p:nvSpPr>
        <p:spPr>
          <a:xfrm>
            <a:off x="11347200" y="6076800"/>
            <a:ext cx="828000" cy="360000"/>
          </a:xfrm>
          <a:prstGeom prst="rect">
            <a:avLst/>
          </a:prstGeom>
        </p:spPr>
        <p:txBody>
          <a:bodyPr vert="horz" lIns="91440" tIns="45720" rIns="91440" bIns="45720" rtlCol="0" anchor="ctr"/>
          <a:lstStyle>
            <a:lvl1pPr algn="r">
              <a:defRPr sz="1200">
                <a:solidFill>
                  <a:schemeClr val="tx1">
                    <a:tint val="75000"/>
                  </a:schemeClr>
                </a:solidFill>
              </a:defRPr>
            </a:lvl1pPr>
          </a:lstStyle>
          <a:p>
            <a:pPr algn="ctr"/>
            <a:fld id="{7D9BB5D0-35E4-459D-AEF3-FE4D7C45CC19}" type="slidenum">
              <a:rPr lang="zh-CN" altLang="en-US" sz="1800" smtClean="0">
                <a:solidFill>
                  <a:schemeClr val="tx1"/>
                </a:solidFill>
                <a:latin typeface="Arial" panose="020B0604020202020204" pitchFamily="34" charset="0"/>
                <a:cs typeface="Arial" panose="020B0604020202020204" pitchFamily="34" charset="0"/>
              </a:rPr>
              <a:t>‹#›</a:t>
            </a:fld>
            <a:endParaRPr lang="zh-CN" altLang="en-US" sz="1800">
              <a:solidFill>
                <a:schemeClr val="tx1"/>
              </a:solidFill>
              <a:latin typeface="Arial" panose="020B0604020202020204" pitchFamily="34" charset="0"/>
              <a:cs typeface="Arial" panose="020B0604020202020204" pitchFamily="34" charset="0"/>
            </a:endParaRPr>
          </a:p>
        </p:txBody>
      </p:sp>
    </p:spTree>
    <p:custDataLst>
      <p:tags r:id="rId3"/>
    </p:custDataLst>
  </p:cSld>
  <p:clrMap bg1="lt1" tx1="dk1" bg2="lt2" tx2="dk2" accent1="accent1" accent2="accent2" accent3="accent3" accent4="accent4" accent5="accent5" accent6="accent6" hlink="hlink" folHlink="folHlink"/>
  <p:sldLayoutIdLst>
    <p:sldLayoutId id="2147483880" r:id="rId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4"/>
            </p:custDataLst>
          </p:nvPr>
        </p:nvSpPr>
        <p:spPr>
          <a:xfrm flipV="1">
            <a:off x="0" y="6487795"/>
            <a:ext cx="12192000" cy="37020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sp>
        <p:nvSpPr>
          <p:cNvPr id="8" name="矩形 7"/>
          <p:cNvSpPr/>
          <p:nvPr userDrawn="1">
            <p:custDataLst>
              <p:tags r:id="rId5"/>
            </p:custDataLst>
          </p:nvPr>
        </p:nvSpPr>
        <p:spPr>
          <a:xfrm flipV="1">
            <a:off x="0" y="6572250"/>
            <a:ext cx="12192000" cy="285750"/>
          </a:xfrm>
          <a:prstGeom prst="rect">
            <a:avLst/>
          </a:prstGeom>
          <a:solidFill>
            <a:srgbClr val="A728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pic>
        <p:nvPicPr>
          <p:cNvPr id="9" name="图形 4"/>
          <p:cNvPicPr>
            <a:picLocks noChangeAspect="1"/>
          </p:cNvPicPr>
          <p:nvPr userDrawn="1">
            <p:custDataLst>
              <p:tags r:id="rId6"/>
            </p:custDataLst>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a:off x="200184" y="180670"/>
            <a:ext cx="756000" cy="756000"/>
          </a:xfrm>
          <a:prstGeom prst="rect">
            <a:avLst/>
          </a:prstGeom>
        </p:spPr>
      </p:pic>
      <p:cxnSp>
        <p:nvCxnSpPr>
          <p:cNvPr id="10" name="直接连接符 9"/>
          <p:cNvCxnSpPr/>
          <p:nvPr userDrawn="1">
            <p:custDataLst>
              <p:tags r:id="rId7"/>
            </p:custDataLst>
          </p:nvPr>
        </p:nvCxnSpPr>
        <p:spPr>
          <a:xfrm rot="5400000" flipV="1">
            <a:off x="6348182" y="-4812103"/>
            <a:ext cx="0" cy="11520000"/>
          </a:xfrm>
          <a:prstGeom prst="line">
            <a:avLst/>
          </a:prstGeom>
          <a:noFill/>
          <a:ln w="28575" cap="flat" cmpd="sng" algn="ctr">
            <a:gradFill flip="none" rotWithShape="1">
              <a:gsLst>
                <a:gs pos="0">
                  <a:srgbClr val="A728BE"/>
                </a:gs>
                <a:gs pos="100000">
                  <a:schemeClr val="bg1">
                    <a:lumMod val="95000"/>
                  </a:schemeClr>
                </a:gs>
                <a:gs pos="47000">
                  <a:srgbClr val="A728BE">
                    <a:alpha val="30000"/>
                  </a:srgbClr>
                </a:gs>
              </a:gsLst>
              <a:lin ang="5400000" scaled="0"/>
              <a:tileRect/>
            </a:gradFill>
            <a:prstDash val="solid"/>
            <a:miter lim="800000"/>
          </a:ln>
          <a:effectLst/>
        </p:spPr>
      </p:cxnSp>
      <p:sp>
        <p:nvSpPr>
          <p:cNvPr id="12" name="灯片编号占位符 10"/>
          <p:cNvSpPr>
            <a:spLocks noGrp="1"/>
          </p:cNvSpPr>
          <p:nvPr userDrawn="1">
            <p:custDataLst>
              <p:tags r:id="rId8"/>
            </p:custDataLst>
          </p:nvPr>
        </p:nvSpPr>
        <p:spPr>
          <a:xfrm>
            <a:off x="11347200" y="6076800"/>
            <a:ext cx="828000" cy="360000"/>
          </a:xfrm>
          <a:prstGeom prst="rect">
            <a:avLst/>
          </a:prstGeom>
        </p:spPr>
        <p:txBody>
          <a:bodyPr vert="horz" lIns="91440" tIns="45720" rIns="91440" bIns="45720" rtlCol="0" anchor="ctr"/>
          <a:lstStyle>
            <a:lvl1pPr algn="r">
              <a:defRPr sz="1200">
                <a:solidFill>
                  <a:schemeClr val="tx1">
                    <a:tint val="75000"/>
                  </a:schemeClr>
                </a:solidFill>
              </a:defRPr>
            </a:lvl1pPr>
          </a:lstStyle>
          <a:p>
            <a:pPr algn="ctr"/>
            <a:fld id="{7D9BB5D0-35E4-459D-AEF3-FE4D7C45CC19}" type="slidenum">
              <a:rPr lang="zh-CN" altLang="en-US" sz="1800" smtClean="0">
                <a:solidFill>
                  <a:schemeClr val="tx1"/>
                </a:solidFill>
                <a:latin typeface="Arial" panose="020B0604020202020204" pitchFamily="34" charset="0"/>
                <a:cs typeface="Arial" panose="020B0604020202020204" pitchFamily="34" charset="0"/>
              </a:rPr>
              <a:t>‹#›</a:t>
            </a:fld>
            <a:endParaRPr lang="zh-CN" altLang="en-US" sz="1800">
              <a:solidFill>
                <a:schemeClr val="tx1"/>
              </a:solidFill>
              <a:latin typeface="Arial" panose="020B0604020202020204" pitchFamily="34" charset="0"/>
              <a:cs typeface="Arial" panose="020B0604020202020204" pitchFamily="34" charset="0"/>
            </a:endParaRPr>
          </a:p>
        </p:txBody>
      </p:sp>
    </p:spTree>
    <p:custDataLst>
      <p:tags r:id="rId3"/>
    </p:custDataLst>
  </p:cSld>
  <p:clrMap bg1="lt1" tx1="dk1" bg2="lt2" tx2="dk2" accent1="accent1" accent2="accent2" accent3="accent3" accent4="accent4" accent5="accent5" accent6="accent6" hlink="hlink" folHlink="folHlink"/>
  <p:sldLayoutIdLst>
    <p:sldLayoutId id="2147483882" r:id="rId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4"/>
            </p:custDataLst>
          </p:nvPr>
        </p:nvSpPr>
        <p:spPr>
          <a:xfrm flipV="1">
            <a:off x="0" y="6487795"/>
            <a:ext cx="12192000" cy="37020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sp>
        <p:nvSpPr>
          <p:cNvPr id="8" name="矩形 7"/>
          <p:cNvSpPr/>
          <p:nvPr userDrawn="1">
            <p:custDataLst>
              <p:tags r:id="rId5"/>
            </p:custDataLst>
          </p:nvPr>
        </p:nvSpPr>
        <p:spPr>
          <a:xfrm flipV="1">
            <a:off x="0" y="6572250"/>
            <a:ext cx="12192000" cy="285750"/>
          </a:xfrm>
          <a:prstGeom prst="rect">
            <a:avLst/>
          </a:prstGeom>
          <a:solidFill>
            <a:srgbClr val="A728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pic>
        <p:nvPicPr>
          <p:cNvPr id="9" name="图形 4"/>
          <p:cNvPicPr>
            <a:picLocks noChangeAspect="1"/>
          </p:cNvPicPr>
          <p:nvPr userDrawn="1">
            <p:custDataLst>
              <p:tags r:id="rId6"/>
            </p:custDataLst>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a:off x="200184" y="180670"/>
            <a:ext cx="756000" cy="756000"/>
          </a:xfrm>
          <a:prstGeom prst="rect">
            <a:avLst/>
          </a:prstGeom>
        </p:spPr>
      </p:pic>
      <p:cxnSp>
        <p:nvCxnSpPr>
          <p:cNvPr id="10" name="直接连接符 9"/>
          <p:cNvCxnSpPr/>
          <p:nvPr userDrawn="1">
            <p:custDataLst>
              <p:tags r:id="rId7"/>
            </p:custDataLst>
          </p:nvPr>
        </p:nvCxnSpPr>
        <p:spPr>
          <a:xfrm rot="5400000" flipV="1">
            <a:off x="6348182" y="-4812103"/>
            <a:ext cx="0" cy="11520000"/>
          </a:xfrm>
          <a:prstGeom prst="line">
            <a:avLst/>
          </a:prstGeom>
          <a:noFill/>
          <a:ln w="28575" cap="flat" cmpd="sng" algn="ctr">
            <a:gradFill flip="none" rotWithShape="1">
              <a:gsLst>
                <a:gs pos="0">
                  <a:srgbClr val="A728BE"/>
                </a:gs>
                <a:gs pos="100000">
                  <a:schemeClr val="bg1">
                    <a:lumMod val="95000"/>
                  </a:schemeClr>
                </a:gs>
                <a:gs pos="47000">
                  <a:srgbClr val="A728BE">
                    <a:alpha val="30000"/>
                  </a:srgbClr>
                </a:gs>
              </a:gsLst>
              <a:lin ang="5400000" scaled="0"/>
              <a:tileRect/>
            </a:gradFill>
            <a:prstDash val="solid"/>
            <a:miter lim="800000"/>
          </a:ln>
          <a:effectLst/>
        </p:spPr>
      </p:cxnSp>
      <p:sp>
        <p:nvSpPr>
          <p:cNvPr id="12" name="灯片编号占位符 10"/>
          <p:cNvSpPr>
            <a:spLocks noGrp="1"/>
          </p:cNvSpPr>
          <p:nvPr userDrawn="1">
            <p:custDataLst>
              <p:tags r:id="rId8"/>
            </p:custDataLst>
          </p:nvPr>
        </p:nvSpPr>
        <p:spPr>
          <a:xfrm>
            <a:off x="11347200" y="6076800"/>
            <a:ext cx="828000" cy="360000"/>
          </a:xfrm>
          <a:prstGeom prst="rect">
            <a:avLst/>
          </a:prstGeom>
        </p:spPr>
        <p:txBody>
          <a:bodyPr vert="horz" lIns="91440" tIns="45720" rIns="91440" bIns="45720" rtlCol="0" anchor="ctr"/>
          <a:lstStyle>
            <a:lvl1pPr algn="r">
              <a:defRPr sz="1200">
                <a:solidFill>
                  <a:schemeClr val="tx1">
                    <a:tint val="75000"/>
                  </a:schemeClr>
                </a:solidFill>
              </a:defRPr>
            </a:lvl1pPr>
          </a:lstStyle>
          <a:p>
            <a:pPr algn="ctr"/>
            <a:fld id="{7D9BB5D0-35E4-459D-AEF3-FE4D7C45CC19}" type="slidenum">
              <a:rPr lang="zh-CN" altLang="en-US" sz="1800" smtClean="0">
                <a:solidFill>
                  <a:schemeClr val="tx1"/>
                </a:solidFill>
                <a:latin typeface="Arial" panose="020B0604020202020204" pitchFamily="34" charset="0"/>
                <a:cs typeface="Arial" panose="020B0604020202020204" pitchFamily="34" charset="0"/>
              </a:rPr>
              <a:t>‹#›</a:t>
            </a:fld>
            <a:endParaRPr lang="zh-CN" altLang="en-US" sz="1800">
              <a:solidFill>
                <a:schemeClr val="tx1"/>
              </a:solidFill>
              <a:latin typeface="Arial" panose="020B0604020202020204" pitchFamily="34" charset="0"/>
              <a:cs typeface="Arial" panose="020B0604020202020204" pitchFamily="34" charset="0"/>
            </a:endParaRPr>
          </a:p>
        </p:txBody>
      </p:sp>
    </p:spTree>
    <p:custDataLst>
      <p:tags r:id="rId3"/>
    </p:custDataLst>
  </p:cSld>
  <p:clrMap bg1="lt1" tx1="dk1" bg2="lt2" tx2="dk2" accent1="accent1" accent2="accent2" accent3="accent3" accent4="accent4" accent5="accent5" accent6="accent6" hlink="hlink" folHlink="folHlink"/>
  <p:sldLayoutIdLst>
    <p:sldLayoutId id="2147483884" r:id="rId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4"/>
            </p:custDataLst>
          </p:nvPr>
        </p:nvSpPr>
        <p:spPr>
          <a:xfrm flipV="1">
            <a:off x="0" y="6487795"/>
            <a:ext cx="12192000" cy="37020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sp>
        <p:nvSpPr>
          <p:cNvPr id="8" name="矩形 7"/>
          <p:cNvSpPr/>
          <p:nvPr userDrawn="1">
            <p:custDataLst>
              <p:tags r:id="rId5"/>
            </p:custDataLst>
          </p:nvPr>
        </p:nvSpPr>
        <p:spPr>
          <a:xfrm flipV="1">
            <a:off x="0" y="6572250"/>
            <a:ext cx="12192000" cy="285750"/>
          </a:xfrm>
          <a:prstGeom prst="rect">
            <a:avLst/>
          </a:prstGeom>
          <a:solidFill>
            <a:srgbClr val="A728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pic>
        <p:nvPicPr>
          <p:cNvPr id="9" name="图形 4"/>
          <p:cNvPicPr>
            <a:picLocks noChangeAspect="1"/>
          </p:cNvPicPr>
          <p:nvPr userDrawn="1">
            <p:custDataLst>
              <p:tags r:id="rId6"/>
            </p:custDataLst>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a:off x="200184" y="180670"/>
            <a:ext cx="756000" cy="756000"/>
          </a:xfrm>
          <a:prstGeom prst="rect">
            <a:avLst/>
          </a:prstGeom>
        </p:spPr>
      </p:pic>
      <p:cxnSp>
        <p:nvCxnSpPr>
          <p:cNvPr id="10" name="直接连接符 9"/>
          <p:cNvCxnSpPr/>
          <p:nvPr userDrawn="1">
            <p:custDataLst>
              <p:tags r:id="rId7"/>
            </p:custDataLst>
          </p:nvPr>
        </p:nvCxnSpPr>
        <p:spPr>
          <a:xfrm rot="5400000" flipV="1">
            <a:off x="6348182" y="-4812103"/>
            <a:ext cx="0" cy="11520000"/>
          </a:xfrm>
          <a:prstGeom prst="line">
            <a:avLst/>
          </a:prstGeom>
          <a:noFill/>
          <a:ln w="28575" cap="flat" cmpd="sng" algn="ctr">
            <a:gradFill flip="none" rotWithShape="1">
              <a:gsLst>
                <a:gs pos="0">
                  <a:srgbClr val="A728BE"/>
                </a:gs>
                <a:gs pos="100000">
                  <a:schemeClr val="bg1">
                    <a:lumMod val="95000"/>
                  </a:schemeClr>
                </a:gs>
                <a:gs pos="47000">
                  <a:srgbClr val="A728BE">
                    <a:alpha val="30000"/>
                  </a:srgbClr>
                </a:gs>
              </a:gsLst>
              <a:lin ang="5400000" scaled="0"/>
              <a:tileRect/>
            </a:gradFill>
            <a:prstDash val="solid"/>
            <a:miter lim="800000"/>
          </a:ln>
          <a:effectLst/>
        </p:spPr>
      </p:cxnSp>
      <p:sp>
        <p:nvSpPr>
          <p:cNvPr id="12" name="灯片编号占位符 10"/>
          <p:cNvSpPr>
            <a:spLocks noGrp="1"/>
          </p:cNvSpPr>
          <p:nvPr userDrawn="1">
            <p:custDataLst>
              <p:tags r:id="rId8"/>
            </p:custDataLst>
          </p:nvPr>
        </p:nvSpPr>
        <p:spPr>
          <a:xfrm>
            <a:off x="11347200" y="6076800"/>
            <a:ext cx="828000" cy="360000"/>
          </a:xfrm>
          <a:prstGeom prst="rect">
            <a:avLst/>
          </a:prstGeom>
        </p:spPr>
        <p:txBody>
          <a:bodyPr vert="horz" lIns="91440" tIns="45720" rIns="91440" bIns="45720" rtlCol="0" anchor="ctr"/>
          <a:lstStyle>
            <a:lvl1pPr algn="r">
              <a:defRPr sz="1200">
                <a:solidFill>
                  <a:schemeClr val="tx1">
                    <a:tint val="75000"/>
                  </a:schemeClr>
                </a:solidFill>
              </a:defRPr>
            </a:lvl1pPr>
          </a:lstStyle>
          <a:p>
            <a:pPr algn="ctr"/>
            <a:fld id="{7D9BB5D0-35E4-459D-AEF3-FE4D7C45CC19}" type="slidenum">
              <a:rPr lang="zh-CN" altLang="en-US" sz="1800" smtClean="0">
                <a:solidFill>
                  <a:schemeClr val="tx1"/>
                </a:solidFill>
                <a:latin typeface="Arial" panose="020B0604020202020204" pitchFamily="34" charset="0"/>
                <a:cs typeface="Arial" panose="020B0604020202020204" pitchFamily="34" charset="0"/>
              </a:rPr>
              <a:t>‹#›</a:t>
            </a:fld>
            <a:endParaRPr lang="zh-CN" altLang="en-US" sz="1800">
              <a:solidFill>
                <a:schemeClr val="tx1"/>
              </a:solidFill>
              <a:latin typeface="Arial" panose="020B0604020202020204" pitchFamily="34" charset="0"/>
              <a:cs typeface="Arial" panose="020B0604020202020204" pitchFamily="34" charset="0"/>
            </a:endParaRPr>
          </a:p>
        </p:txBody>
      </p:sp>
    </p:spTree>
    <p:custDataLst>
      <p:tags r:id="rId3"/>
    </p:custDataLst>
  </p:cSld>
  <p:clrMap bg1="lt1" tx1="dk1" bg2="lt2" tx2="dk2" accent1="accent1" accent2="accent2" accent3="accent3" accent4="accent4" accent5="accent5" accent6="accent6" hlink="hlink" folHlink="folHlink"/>
  <p:sldLayoutIdLst>
    <p:sldLayoutId id="2147483886" r:id="rId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4"/>
            </p:custDataLst>
          </p:nvPr>
        </p:nvSpPr>
        <p:spPr>
          <a:xfrm flipV="1">
            <a:off x="0" y="6487795"/>
            <a:ext cx="12192000" cy="37020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sp>
        <p:nvSpPr>
          <p:cNvPr id="8" name="矩形 7"/>
          <p:cNvSpPr/>
          <p:nvPr userDrawn="1">
            <p:custDataLst>
              <p:tags r:id="rId5"/>
            </p:custDataLst>
          </p:nvPr>
        </p:nvSpPr>
        <p:spPr>
          <a:xfrm flipV="1">
            <a:off x="0" y="6572250"/>
            <a:ext cx="12192000" cy="285750"/>
          </a:xfrm>
          <a:prstGeom prst="rect">
            <a:avLst/>
          </a:prstGeom>
          <a:solidFill>
            <a:srgbClr val="A728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pic>
        <p:nvPicPr>
          <p:cNvPr id="9" name="图形 4"/>
          <p:cNvPicPr>
            <a:picLocks noChangeAspect="1"/>
          </p:cNvPicPr>
          <p:nvPr userDrawn="1">
            <p:custDataLst>
              <p:tags r:id="rId6"/>
            </p:custDataLst>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a:off x="200184" y="180670"/>
            <a:ext cx="756000" cy="756000"/>
          </a:xfrm>
          <a:prstGeom prst="rect">
            <a:avLst/>
          </a:prstGeom>
        </p:spPr>
      </p:pic>
      <p:cxnSp>
        <p:nvCxnSpPr>
          <p:cNvPr id="10" name="直接连接符 9"/>
          <p:cNvCxnSpPr/>
          <p:nvPr userDrawn="1">
            <p:custDataLst>
              <p:tags r:id="rId7"/>
            </p:custDataLst>
          </p:nvPr>
        </p:nvCxnSpPr>
        <p:spPr>
          <a:xfrm rot="5400000" flipV="1">
            <a:off x="6348182" y="-4812103"/>
            <a:ext cx="0" cy="11520000"/>
          </a:xfrm>
          <a:prstGeom prst="line">
            <a:avLst/>
          </a:prstGeom>
          <a:noFill/>
          <a:ln w="28575" cap="flat" cmpd="sng" algn="ctr">
            <a:gradFill flip="none" rotWithShape="1">
              <a:gsLst>
                <a:gs pos="0">
                  <a:srgbClr val="A728BE"/>
                </a:gs>
                <a:gs pos="100000">
                  <a:schemeClr val="bg1">
                    <a:lumMod val="95000"/>
                  </a:schemeClr>
                </a:gs>
                <a:gs pos="47000">
                  <a:srgbClr val="A728BE">
                    <a:alpha val="30000"/>
                  </a:srgbClr>
                </a:gs>
              </a:gsLst>
              <a:lin ang="5400000" scaled="0"/>
              <a:tileRect/>
            </a:gradFill>
            <a:prstDash val="solid"/>
            <a:miter lim="800000"/>
          </a:ln>
          <a:effectLst/>
        </p:spPr>
      </p:cxnSp>
      <p:sp>
        <p:nvSpPr>
          <p:cNvPr id="12" name="灯片编号占位符 10"/>
          <p:cNvSpPr>
            <a:spLocks noGrp="1"/>
          </p:cNvSpPr>
          <p:nvPr userDrawn="1">
            <p:custDataLst>
              <p:tags r:id="rId8"/>
            </p:custDataLst>
          </p:nvPr>
        </p:nvSpPr>
        <p:spPr>
          <a:xfrm>
            <a:off x="11347200" y="6076800"/>
            <a:ext cx="828000" cy="360000"/>
          </a:xfrm>
          <a:prstGeom prst="rect">
            <a:avLst/>
          </a:prstGeom>
        </p:spPr>
        <p:txBody>
          <a:bodyPr vert="horz" lIns="91440" tIns="45720" rIns="91440" bIns="45720" rtlCol="0" anchor="ctr"/>
          <a:lstStyle>
            <a:lvl1pPr algn="r">
              <a:defRPr sz="1200">
                <a:solidFill>
                  <a:schemeClr val="tx1">
                    <a:tint val="75000"/>
                  </a:schemeClr>
                </a:solidFill>
              </a:defRPr>
            </a:lvl1pPr>
          </a:lstStyle>
          <a:p>
            <a:pPr algn="ctr"/>
            <a:fld id="{7D9BB5D0-35E4-459D-AEF3-FE4D7C45CC19}" type="slidenum">
              <a:rPr lang="zh-CN" altLang="en-US" sz="1800" smtClean="0">
                <a:solidFill>
                  <a:schemeClr val="tx1"/>
                </a:solidFill>
                <a:latin typeface="Arial" panose="020B0604020202020204" pitchFamily="34" charset="0"/>
                <a:cs typeface="Arial" panose="020B0604020202020204" pitchFamily="34" charset="0"/>
              </a:rPr>
              <a:t>‹#›</a:t>
            </a:fld>
            <a:endParaRPr lang="zh-CN" altLang="en-US" sz="1800">
              <a:solidFill>
                <a:schemeClr val="tx1"/>
              </a:solidFill>
              <a:latin typeface="Arial" panose="020B0604020202020204" pitchFamily="34" charset="0"/>
              <a:cs typeface="Arial" panose="020B0604020202020204" pitchFamily="34" charset="0"/>
            </a:endParaRPr>
          </a:p>
        </p:txBody>
      </p:sp>
    </p:spTree>
    <p:custDataLst>
      <p:tags r:id="rId3"/>
    </p:custDataLst>
  </p:cSld>
  <p:clrMap bg1="lt1" tx1="dk1" bg2="lt2" tx2="dk2" accent1="accent1" accent2="accent2" accent3="accent3" accent4="accent4" accent5="accent5" accent6="accent6" hlink="hlink" folHlink="folHlink"/>
  <p:sldLayoutIdLst>
    <p:sldLayoutId id="2147483888" r:id="rId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4"/>
            </p:custDataLst>
          </p:nvPr>
        </p:nvSpPr>
        <p:spPr>
          <a:xfrm flipV="1">
            <a:off x="0" y="6487795"/>
            <a:ext cx="12192000" cy="37020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sp>
        <p:nvSpPr>
          <p:cNvPr id="8" name="矩形 7"/>
          <p:cNvSpPr/>
          <p:nvPr userDrawn="1">
            <p:custDataLst>
              <p:tags r:id="rId5"/>
            </p:custDataLst>
          </p:nvPr>
        </p:nvSpPr>
        <p:spPr>
          <a:xfrm flipV="1">
            <a:off x="0" y="6572250"/>
            <a:ext cx="12192000" cy="285750"/>
          </a:xfrm>
          <a:prstGeom prst="rect">
            <a:avLst/>
          </a:prstGeom>
          <a:solidFill>
            <a:srgbClr val="A728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pic>
        <p:nvPicPr>
          <p:cNvPr id="9" name="图形 4"/>
          <p:cNvPicPr>
            <a:picLocks noChangeAspect="1"/>
          </p:cNvPicPr>
          <p:nvPr userDrawn="1">
            <p:custDataLst>
              <p:tags r:id="rId6"/>
            </p:custDataLst>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p:blipFill>
        <p:spPr>
          <a:xfrm>
            <a:off x="200184" y="180670"/>
            <a:ext cx="756000" cy="756000"/>
          </a:xfrm>
          <a:prstGeom prst="rect">
            <a:avLst/>
          </a:prstGeom>
        </p:spPr>
      </p:pic>
      <p:cxnSp>
        <p:nvCxnSpPr>
          <p:cNvPr id="10" name="直接连接符 9"/>
          <p:cNvCxnSpPr/>
          <p:nvPr userDrawn="1">
            <p:custDataLst>
              <p:tags r:id="rId7"/>
            </p:custDataLst>
          </p:nvPr>
        </p:nvCxnSpPr>
        <p:spPr>
          <a:xfrm rot="5400000" flipV="1">
            <a:off x="6348182" y="-4812103"/>
            <a:ext cx="0" cy="11520000"/>
          </a:xfrm>
          <a:prstGeom prst="line">
            <a:avLst/>
          </a:prstGeom>
          <a:noFill/>
          <a:ln w="28575" cap="flat" cmpd="sng" algn="ctr">
            <a:gradFill flip="none" rotWithShape="1">
              <a:gsLst>
                <a:gs pos="0">
                  <a:srgbClr val="A728BE"/>
                </a:gs>
                <a:gs pos="100000">
                  <a:schemeClr val="bg1">
                    <a:lumMod val="95000"/>
                  </a:schemeClr>
                </a:gs>
                <a:gs pos="47000">
                  <a:srgbClr val="A728BE">
                    <a:alpha val="30000"/>
                  </a:srgbClr>
                </a:gs>
              </a:gsLst>
              <a:lin ang="5400000" scaled="0"/>
              <a:tileRect/>
            </a:gradFill>
            <a:prstDash val="solid"/>
            <a:miter lim="800000"/>
          </a:ln>
          <a:effectLst/>
        </p:spPr>
      </p:cxnSp>
      <p:sp>
        <p:nvSpPr>
          <p:cNvPr id="12" name="灯片编号占位符 10"/>
          <p:cNvSpPr>
            <a:spLocks noGrp="1"/>
          </p:cNvSpPr>
          <p:nvPr userDrawn="1">
            <p:custDataLst>
              <p:tags r:id="rId8"/>
            </p:custDataLst>
          </p:nvPr>
        </p:nvSpPr>
        <p:spPr>
          <a:xfrm>
            <a:off x="11347200" y="6076800"/>
            <a:ext cx="828000" cy="360000"/>
          </a:xfrm>
          <a:prstGeom prst="rect">
            <a:avLst/>
          </a:prstGeom>
        </p:spPr>
        <p:txBody>
          <a:bodyPr vert="horz" lIns="91440" tIns="45720" rIns="91440" bIns="45720" rtlCol="0" anchor="ctr"/>
          <a:lstStyle>
            <a:lvl1pPr algn="r">
              <a:defRPr sz="1200">
                <a:solidFill>
                  <a:schemeClr val="tx1">
                    <a:tint val="75000"/>
                  </a:schemeClr>
                </a:solidFill>
              </a:defRPr>
            </a:lvl1pPr>
          </a:lstStyle>
          <a:p>
            <a:pPr algn="ctr"/>
            <a:fld id="{7D9BB5D0-35E4-459D-AEF3-FE4D7C45CC19}" type="slidenum">
              <a:rPr lang="zh-CN" altLang="en-US" sz="1800" smtClean="0">
                <a:solidFill>
                  <a:schemeClr val="tx1"/>
                </a:solidFill>
                <a:latin typeface="Arial" panose="020B0604020202020204" pitchFamily="34" charset="0"/>
                <a:cs typeface="Arial" panose="020B0604020202020204" pitchFamily="34" charset="0"/>
              </a:rPr>
              <a:t>‹#›</a:t>
            </a:fld>
            <a:endParaRPr lang="zh-CN" altLang="en-US" sz="1800">
              <a:solidFill>
                <a:schemeClr val="tx1"/>
              </a:solidFill>
              <a:latin typeface="Arial" panose="020B0604020202020204" pitchFamily="34" charset="0"/>
              <a:cs typeface="Arial" panose="020B0604020202020204" pitchFamily="34" charset="0"/>
            </a:endParaRPr>
          </a:p>
        </p:txBody>
      </p:sp>
    </p:spTree>
    <p:custDataLst>
      <p:tags r:id="rId3"/>
    </p:custDataLst>
  </p:cSld>
  <p:clrMap bg1="lt1" tx1="dk1" bg2="lt2" tx2="dk2" accent1="accent1" accent2="accent2" accent3="accent3" accent4="accent4" accent5="accent5" accent6="accent6" hlink="hlink" folHlink="folHlink"/>
  <p:sldLayoutIdLst>
    <p:sldLayoutId id="2147483892" r:id="rId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168.xml"/><Relationship Id="rId7" Type="http://schemas.microsoft.com/office/2018/10/relationships/comments" Target="../comments/modernComment_101_0.xml"/><Relationship Id="rId2" Type="http://schemas.openxmlformats.org/officeDocument/2006/relationships/tags" Target="../tags/tag167.xml"/><Relationship Id="rId1" Type="http://schemas.openxmlformats.org/officeDocument/2006/relationships/tags" Target="../tags/tag166.xml"/><Relationship Id="rId6" Type="http://schemas.openxmlformats.org/officeDocument/2006/relationships/slideLayout" Target="../slideLayouts/slideLayout1.xml"/><Relationship Id="rId5" Type="http://schemas.openxmlformats.org/officeDocument/2006/relationships/tags" Target="../tags/tag170.xml"/><Relationship Id="rId4" Type="http://schemas.openxmlformats.org/officeDocument/2006/relationships/tags" Target="../tags/tag169.xml"/><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tags" Target="../tags/tag178.xml"/><Relationship Id="rId13" Type="http://schemas.openxmlformats.org/officeDocument/2006/relationships/slideLayout" Target="../slideLayouts/slideLayout4.xml"/><Relationship Id="rId3" Type="http://schemas.openxmlformats.org/officeDocument/2006/relationships/tags" Target="../tags/tag173.xml"/><Relationship Id="rId7" Type="http://schemas.openxmlformats.org/officeDocument/2006/relationships/tags" Target="../tags/tag177.xml"/><Relationship Id="rId12" Type="http://schemas.openxmlformats.org/officeDocument/2006/relationships/tags" Target="../tags/tag182.xml"/><Relationship Id="rId2" Type="http://schemas.openxmlformats.org/officeDocument/2006/relationships/tags" Target="../tags/tag172.xml"/><Relationship Id="rId1" Type="http://schemas.openxmlformats.org/officeDocument/2006/relationships/tags" Target="../tags/tag171.xml"/><Relationship Id="rId6" Type="http://schemas.openxmlformats.org/officeDocument/2006/relationships/tags" Target="../tags/tag176.xml"/><Relationship Id="rId11" Type="http://schemas.openxmlformats.org/officeDocument/2006/relationships/tags" Target="../tags/tag181.xml"/><Relationship Id="rId5" Type="http://schemas.openxmlformats.org/officeDocument/2006/relationships/tags" Target="../tags/tag175.xml"/><Relationship Id="rId10" Type="http://schemas.openxmlformats.org/officeDocument/2006/relationships/tags" Target="../tags/tag180.xml"/><Relationship Id="rId4" Type="http://schemas.openxmlformats.org/officeDocument/2006/relationships/tags" Target="../tags/tag174.xml"/><Relationship Id="rId9" Type="http://schemas.openxmlformats.org/officeDocument/2006/relationships/tags" Target="../tags/tag179.xml"/><Relationship Id="rId14" Type="http://schemas.openxmlformats.org/officeDocument/2006/relationships/image" Target="../media/image9.jpeg"/></Relationships>
</file>

<file path=ppt/slides/_rels/slide3.xml.rels><?xml version="1.0" encoding="UTF-8" standalone="yes"?>
<Relationships xmlns="http://schemas.openxmlformats.org/package/2006/relationships"><Relationship Id="rId3" Type="http://schemas.openxmlformats.org/officeDocument/2006/relationships/tags" Target="../tags/tag185.xml"/><Relationship Id="rId2" Type="http://schemas.openxmlformats.org/officeDocument/2006/relationships/tags" Target="../tags/tag184.xml"/><Relationship Id="rId1" Type="http://schemas.openxmlformats.org/officeDocument/2006/relationships/tags" Target="../tags/tag18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tags" Target="../tags/tag188.xml"/><Relationship Id="rId7" Type="http://schemas.openxmlformats.org/officeDocument/2006/relationships/image" Target="../media/image12.png"/><Relationship Id="rId2" Type="http://schemas.openxmlformats.org/officeDocument/2006/relationships/tags" Target="../tags/tag187.xml"/><Relationship Id="rId1" Type="http://schemas.openxmlformats.org/officeDocument/2006/relationships/tags" Target="../tags/tag186.xml"/><Relationship Id="rId6" Type="http://schemas.openxmlformats.org/officeDocument/2006/relationships/slideLayout" Target="../slideLayouts/slideLayout5.xml"/><Relationship Id="rId5" Type="http://schemas.openxmlformats.org/officeDocument/2006/relationships/tags" Target="../tags/tag190.xml"/><Relationship Id="rId4" Type="http://schemas.openxmlformats.org/officeDocument/2006/relationships/tags" Target="../tags/tag189.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92.xml"/><Relationship Id="rId1" Type="http://schemas.openxmlformats.org/officeDocument/2006/relationships/tags" Target="../tags/tag191.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94.xml"/><Relationship Id="rId1" Type="http://schemas.openxmlformats.org/officeDocument/2006/relationships/tags" Target="../tags/tag193.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tags" Target="../tags/tag197.xml"/><Relationship Id="rId7" Type="http://schemas.openxmlformats.org/officeDocument/2006/relationships/image" Target="../media/image11.png"/><Relationship Id="rId2" Type="http://schemas.openxmlformats.org/officeDocument/2006/relationships/tags" Target="../tags/tag196.xml"/><Relationship Id="rId1" Type="http://schemas.openxmlformats.org/officeDocument/2006/relationships/tags" Target="../tags/tag195.xml"/><Relationship Id="rId6" Type="http://schemas.openxmlformats.org/officeDocument/2006/relationships/image" Target="../media/image15.png"/><Relationship Id="rId5" Type="http://schemas.microsoft.com/office/2018/10/relationships/comments" Target="../comments/modernComment_36D_0.xml"/><Relationship Id="rId4"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tags" Target="../tags/tag200.xml"/><Relationship Id="rId7" Type="http://schemas.openxmlformats.org/officeDocument/2006/relationships/image" Target="../media/image16.png"/><Relationship Id="rId2" Type="http://schemas.openxmlformats.org/officeDocument/2006/relationships/tags" Target="../tags/tag199.xml"/><Relationship Id="rId1" Type="http://schemas.openxmlformats.org/officeDocument/2006/relationships/tags" Target="../tags/tag198.xml"/><Relationship Id="rId6" Type="http://schemas.openxmlformats.org/officeDocument/2006/relationships/image" Target="../media/image11.png"/><Relationship Id="rId5" Type="http://schemas.microsoft.com/office/2018/10/relationships/comments" Target="../comments/modernComment_36E_0.xml"/><Relationship Id="rId4"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tags" Target="../tags/tag203.xml"/><Relationship Id="rId7" Type="http://schemas.openxmlformats.org/officeDocument/2006/relationships/image" Target="../media/image11.png"/><Relationship Id="rId2" Type="http://schemas.openxmlformats.org/officeDocument/2006/relationships/tags" Target="../tags/tag202.xml"/><Relationship Id="rId1" Type="http://schemas.openxmlformats.org/officeDocument/2006/relationships/tags" Target="../tags/tag201.xml"/><Relationship Id="rId6" Type="http://schemas.openxmlformats.org/officeDocument/2006/relationships/image" Target="../media/image17.png"/><Relationship Id="rId5" Type="http://schemas.microsoft.com/office/2018/10/relationships/comments" Target="../comments/modernComment_36F_0.xml"/><Relationship Id="rId4"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tags" Target="../tags/tag206.xml"/><Relationship Id="rId7" Type="http://schemas.openxmlformats.org/officeDocument/2006/relationships/image" Target="../media/image19.svg"/><Relationship Id="rId2" Type="http://schemas.openxmlformats.org/officeDocument/2006/relationships/tags" Target="../tags/tag205.xml"/><Relationship Id="rId1" Type="http://schemas.openxmlformats.org/officeDocument/2006/relationships/tags" Target="../tags/tag204.xml"/><Relationship Id="rId6" Type="http://schemas.openxmlformats.org/officeDocument/2006/relationships/image" Target="../media/image18.png"/><Relationship Id="rId5" Type="http://schemas.openxmlformats.org/officeDocument/2006/relationships/image" Target="../media/image11.png"/><Relationship Id="rId4"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tags" Target="../tags/tag209.xml"/><Relationship Id="rId7" Type="http://schemas.openxmlformats.org/officeDocument/2006/relationships/image" Target="../media/image20.png"/><Relationship Id="rId2" Type="http://schemas.openxmlformats.org/officeDocument/2006/relationships/tags" Target="../tags/tag208.xml"/><Relationship Id="rId1" Type="http://schemas.openxmlformats.org/officeDocument/2006/relationships/tags" Target="../tags/tag207.xml"/><Relationship Id="rId6" Type="http://schemas.openxmlformats.org/officeDocument/2006/relationships/image" Target="../media/image11.png"/><Relationship Id="rId5" Type="http://schemas.microsoft.com/office/2018/10/relationships/comments" Target="../comments/modernComment_371_0.xml"/><Relationship Id="rId4"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11.xml"/><Relationship Id="rId1" Type="http://schemas.openxmlformats.org/officeDocument/2006/relationships/tags" Target="../tags/tag210.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213.xml"/><Relationship Id="rId1" Type="http://schemas.openxmlformats.org/officeDocument/2006/relationships/tags" Target="../tags/tag212.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tags" Target="../tags/tag215.xml"/><Relationship Id="rId1" Type="http://schemas.openxmlformats.org/officeDocument/2006/relationships/tags" Target="../tags/tag214.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tags" Target="../tags/tag218.xml"/><Relationship Id="rId2" Type="http://schemas.openxmlformats.org/officeDocument/2006/relationships/tags" Target="../tags/tag217.xml"/><Relationship Id="rId1" Type="http://schemas.openxmlformats.org/officeDocument/2006/relationships/tags" Target="../tags/tag216.xml"/><Relationship Id="rId4"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220.xml"/><Relationship Id="rId1" Type="http://schemas.openxmlformats.org/officeDocument/2006/relationships/tags" Target="../tags/tag219.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222.xml"/><Relationship Id="rId1" Type="http://schemas.openxmlformats.org/officeDocument/2006/relationships/tags" Target="../tags/tag221.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tags" Target="../tags/tag224.xml"/><Relationship Id="rId1" Type="http://schemas.openxmlformats.org/officeDocument/2006/relationships/tags" Target="../tags/tag223.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226.xml"/><Relationship Id="rId1" Type="http://schemas.openxmlformats.org/officeDocument/2006/relationships/tags" Target="../tags/tag225.xml"/><Relationship Id="rId4" Type="http://schemas.openxmlformats.org/officeDocument/2006/relationships/image" Target="../media/image24.emf"/></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tags" Target="../tags/tag228.xml"/><Relationship Id="rId1" Type="http://schemas.openxmlformats.org/officeDocument/2006/relationships/tags" Target="../tags/tag227.xml"/><Relationship Id="rId4" Type="http://schemas.openxmlformats.org/officeDocument/2006/relationships/image" Target="../media/image25.emf"/></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tags" Target="../tags/tag230.xml"/><Relationship Id="rId1" Type="http://schemas.openxmlformats.org/officeDocument/2006/relationships/tags" Target="../tags/tag229.xml"/><Relationship Id="rId5" Type="http://schemas.openxmlformats.org/officeDocument/2006/relationships/image" Target="../media/image11.png"/><Relationship Id="rId4" Type="http://schemas.microsoft.com/office/2018/10/relationships/comments" Target="../comments/modernComment_37B_0.xml"/></Relationships>
</file>

<file path=ppt/slides/_rels/slide22.xml.rels><?xml version="1.0" encoding="UTF-8" standalone="yes"?>
<Relationships xmlns="http://schemas.openxmlformats.org/package/2006/relationships"><Relationship Id="rId3" Type="http://schemas.openxmlformats.org/officeDocument/2006/relationships/tags" Target="../tags/tag233.xml"/><Relationship Id="rId2" Type="http://schemas.openxmlformats.org/officeDocument/2006/relationships/tags" Target="../tags/tag232.xml"/><Relationship Id="rId1" Type="http://schemas.openxmlformats.org/officeDocument/2006/relationships/tags" Target="../tags/tag23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tags" Target="../tags/tag235.xml"/><Relationship Id="rId1" Type="http://schemas.openxmlformats.org/officeDocument/2006/relationships/tags" Target="../tags/tag234.xml"/><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tags" Target="../tags/tag237.xml"/><Relationship Id="rId1" Type="http://schemas.openxmlformats.org/officeDocument/2006/relationships/tags" Target="../tags/tag236.xml"/><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3" Type="http://schemas.openxmlformats.org/officeDocument/2006/relationships/tags" Target="../tags/tag240.xml"/><Relationship Id="rId2" Type="http://schemas.openxmlformats.org/officeDocument/2006/relationships/tags" Target="../tags/tag239.xml"/><Relationship Id="rId1" Type="http://schemas.openxmlformats.org/officeDocument/2006/relationships/tags" Target="../tags/tag238.xml"/><Relationship Id="rId6" Type="http://schemas.microsoft.com/office/2018/10/relationships/comments" Target="../comments/modernComment_37F_0.xml"/><Relationship Id="rId5" Type="http://schemas.openxmlformats.org/officeDocument/2006/relationships/slideLayout" Target="../slideLayouts/slideLayout25.xml"/><Relationship Id="rId4" Type="http://schemas.openxmlformats.org/officeDocument/2006/relationships/tags" Target="../tags/tag241.xml"/></Relationships>
</file>

<file path=ppt/slides/_rels/slide26.xml.rels><?xml version="1.0" encoding="UTF-8" standalone="yes"?>
<Relationships xmlns="http://schemas.openxmlformats.org/package/2006/relationships"><Relationship Id="rId8" Type="http://schemas.openxmlformats.org/officeDocument/2006/relationships/tags" Target="../tags/tag249.xml"/><Relationship Id="rId13" Type="http://schemas.openxmlformats.org/officeDocument/2006/relationships/tags" Target="../tags/tag254.xml"/><Relationship Id="rId18" Type="http://schemas.microsoft.com/office/2018/10/relationships/comments" Target="../comments/modernComment_380_0.xml"/><Relationship Id="rId3" Type="http://schemas.openxmlformats.org/officeDocument/2006/relationships/tags" Target="../tags/tag244.xml"/><Relationship Id="rId7" Type="http://schemas.openxmlformats.org/officeDocument/2006/relationships/tags" Target="../tags/tag248.xml"/><Relationship Id="rId12" Type="http://schemas.openxmlformats.org/officeDocument/2006/relationships/tags" Target="../tags/tag253.xml"/><Relationship Id="rId17" Type="http://schemas.openxmlformats.org/officeDocument/2006/relationships/slideLayout" Target="../slideLayouts/slideLayout26.xml"/><Relationship Id="rId2" Type="http://schemas.openxmlformats.org/officeDocument/2006/relationships/tags" Target="../tags/tag243.xml"/><Relationship Id="rId16" Type="http://schemas.openxmlformats.org/officeDocument/2006/relationships/tags" Target="../tags/tag257.xml"/><Relationship Id="rId1" Type="http://schemas.openxmlformats.org/officeDocument/2006/relationships/tags" Target="../tags/tag242.xml"/><Relationship Id="rId6" Type="http://schemas.openxmlformats.org/officeDocument/2006/relationships/tags" Target="../tags/tag247.xml"/><Relationship Id="rId11" Type="http://schemas.openxmlformats.org/officeDocument/2006/relationships/tags" Target="../tags/tag252.xml"/><Relationship Id="rId5" Type="http://schemas.openxmlformats.org/officeDocument/2006/relationships/tags" Target="../tags/tag246.xml"/><Relationship Id="rId15" Type="http://schemas.openxmlformats.org/officeDocument/2006/relationships/tags" Target="../tags/tag256.xml"/><Relationship Id="rId10" Type="http://schemas.openxmlformats.org/officeDocument/2006/relationships/tags" Target="../tags/tag251.xml"/><Relationship Id="rId19" Type="http://schemas.openxmlformats.org/officeDocument/2006/relationships/image" Target="../media/image30.png"/><Relationship Id="rId4" Type="http://schemas.openxmlformats.org/officeDocument/2006/relationships/tags" Target="../tags/tag245.xml"/><Relationship Id="rId9" Type="http://schemas.openxmlformats.org/officeDocument/2006/relationships/tags" Target="../tags/tag250.xml"/><Relationship Id="rId14" Type="http://schemas.openxmlformats.org/officeDocument/2006/relationships/tags" Target="../tags/tag255.xml"/></Relationships>
</file>

<file path=ppt/slides/_rels/slide27.xml.rels><?xml version="1.0" encoding="UTF-8" standalone="yes"?>
<Relationships xmlns="http://schemas.openxmlformats.org/package/2006/relationships"><Relationship Id="rId3" Type="http://schemas.openxmlformats.org/officeDocument/2006/relationships/tags" Target="../tags/tag260.xml"/><Relationship Id="rId2" Type="http://schemas.openxmlformats.org/officeDocument/2006/relationships/tags" Target="../tags/tag259.xml"/><Relationship Id="rId1" Type="http://schemas.openxmlformats.org/officeDocument/2006/relationships/tags" Target="../tags/tag258.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slideLayout" Target="../slideLayouts/slideLayout27.xml"/></Relationships>
</file>

<file path=ppt/slides/_rels/slide28.xml.rels><?xml version="1.0" encoding="UTF-8" standalone="yes"?>
<Relationships xmlns="http://schemas.openxmlformats.org/package/2006/relationships"><Relationship Id="rId3" Type="http://schemas.openxmlformats.org/officeDocument/2006/relationships/tags" Target="../tags/tag263.xml"/><Relationship Id="rId2" Type="http://schemas.openxmlformats.org/officeDocument/2006/relationships/tags" Target="../tags/tag262.xml"/><Relationship Id="rId1" Type="http://schemas.openxmlformats.org/officeDocument/2006/relationships/tags" Target="../tags/tag26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slideLayout" Target="../slideLayouts/slideLayout28.xml"/></Relationships>
</file>

<file path=ppt/slides/_rels/slide29.xml.rels><?xml version="1.0" encoding="UTF-8" standalone="yes"?>
<Relationships xmlns="http://schemas.openxmlformats.org/package/2006/relationships"><Relationship Id="rId8" Type="http://schemas.openxmlformats.org/officeDocument/2006/relationships/tags" Target="../tags/tag271.xml"/><Relationship Id="rId13" Type="http://schemas.openxmlformats.org/officeDocument/2006/relationships/notesSlide" Target="../notesSlides/notesSlide1.xml"/><Relationship Id="rId3" Type="http://schemas.openxmlformats.org/officeDocument/2006/relationships/tags" Target="../tags/tag266.xml"/><Relationship Id="rId7" Type="http://schemas.openxmlformats.org/officeDocument/2006/relationships/tags" Target="../tags/tag270.xml"/><Relationship Id="rId12" Type="http://schemas.openxmlformats.org/officeDocument/2006/relationships/slideLayout" Target="../slideLayouts/slideLayout3.xml"/><Relationship Id="rId2" Type="http://schemas.openxmlformats.org/officeDocument/2006/relationships/tags" Target="../tags/tag265.xml"/><Relationship Id="rId1" Type="http://schemas.openxmlformats.org/officeDocument/2006/relationships/tags" Target="../tags/tag264.xml"/><Relationship Id="rId6" Type="http://schemas.openxmlformats.org/officeDocument/2006/relationships/tags" Target="../tags/tag269.xml"/><Relationship Id="rId11" Type="http://schemas.openxmlformats.org/officeDocument/2006/relationships/tags" Target="../tags/tag274.xml"/><Relationship Id="rId5" Type="http://schemas.openxmlformats.org/officeDocument/2006/relationships/tags" Target="../tags/tag268.xml"/><Relationship Id="rId15" Type="http://schemas.openxmlformats.org/officeDocument/2006/relationships/image" Target="../media/image8.png"/><Relationship Id="rId10" Type="http://schemas.openxmlformats.org/officeDocument/2006/relationships/tags" Target="../tags/tag273.xml"/><Relationship Id="rId4" Type="http://schemas.openxmlformats.org/officeDocument/2006/relationships/tags" Target="../tags/tag267.xml"/><Relationship Id="rId9" Type="http://schemas.openxmlformats.org/officeDocument/2006/relationships/tags" Target="../tags/tag272.xml"/><Relationship Id="rId14" Type="http://schemas.openxmlformats.org/officeDocument/2006/relationships/image" Target="../media/image35.jpe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89" name="Google Shape;56;p15"/>
          <p:cNvGrpSpPr/>
          <p:nvPr/>
        </p:nvGrpSpPr>
        <p:grpSpPr>
          <a:xfrm flipH="1">
            <a:off x="10504805" y="4194810"/>
            <a:ext cx="2939415" cy="4041775"/>
            <a:chOff x="-1006072" y="1271750"/>
            <a:chExt cx="4357952" cy="5991287"/>
          </a:xfrm>
        </p:grpSpPr>
        <p:sp>
          <p:nvSpPr>
            <p:cNvPr id="90" name="Google Shape;57;p15"/>
            <p:cNvSpPr/>
            <p:nvPr/>
          </p:nvSpPr>
          <p:spPr>
            <a:xfrm>
              <a:off x="1068003" y="1271750"/>
              <a:ext cx="486039" cy="429385"/>
            </a:xfrm>
            <a:custGeom>
              <a:avLst/>
              <a:gdLst/>
              <a:ahLst/>
              <a:cxnLst/>
              <a:rect l="l" t="t" r="r" b="b"/>
              <a:pathLst>
                <a:path w="11942" h="10550" extrusionOk="0">
                  <a:moveTo>
                    <a:pt x="7370" y="0"/>
                  </a:moveTo>
                  <a:lnTo>
                    <a:pt x="0" y="10549"/>
                  </a:lnTo>
                  <a:lnTo>
                    <a:pt x="4572" y="10549"/>
                  </a:lnTo>
                  <a:lnTo>
                    <a:pt x="11942" y="0"/>
                  </a:lnTo>
                  <a:close/>
                </a:path>
              </a:pathLst>
            </a:custGeom>
            <a:solidFill>
              <a:srgbClr val="E0E0E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91" name="Google Shape;58;p15"/>
            <p:cNvSpPr/>
            <p:nvPr/>
          </p:nvSpPr>
          <p:spPr>
            <a:xfrm>
              <a:off x="1368409" y="1271750"/>
              <a:ext cx="485592" cy="429385"/>
            </a:xfrm>
            <a:custGeom>
              <a:avLst/>
              <a:gdLst/>
              <a:ahLst/>
              <a:cxnLst/>
              <a:rect l="l" t="t" r="r" b="b"/>
              <a:pathLst>
                <a:path w="11931" h="10550" extrusionOk="0">
                  <a:moveTo>
                    <a:pt x="7359" y="0"/>
                  </a:moveTo>
                  <a:lnTo>
                    <a:pt x="1" y="10549"/>
                  </a:lnTo>
                  <a:lnTo>
                    <a:pt x="4573" y="10549"/>
                  </a:lnTo>
                  <a:lnTo>
                    <a:pt x="11931" y="0"/>
                  </a:lnTo>
                  <a:close/>
                </a:path>
              </a:pathLst>
            </a:custGeom>
            <a:solidFill>
              <a:srgbClr val="E0E0E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92" name="Google Shape;59;p15"/>
            <p:cNvSpPr/>
            <p:nvPr/>
          </p:nvSpPr>
          <p:spPr>
            <a:xfrm>
              <a:off x="1668856" y="1271750"/>
              <a:ext cx="485592" cy="429385"/>
            </a:xfrm>
            <a:custGeom>
              <a:avLst/>
              <a:gdLst/>
              <a:ahLst/>
              <a:cxnLst/>
              <a:rect l="l" t="t" r="r" b="b"/>
              <a:pathLst>
                <a:path w="11931" h="10550" extrusionOk="0">
                  <a:moveTo>
                    <a:pt x="7359" y="0"/>
                  </a:moveTo>
                  <a:lnTo>
                    <a:pt x="1" y="10549"/>
                  </a:lnTo>
                  <a:lnTo>
                    <a:pt x="4573" y="10549"/>
                  </a:lnTo>
                  <a:lnTo>
                    <a:pt x="11931" y="0"/>
                  </a:lnTo>
                  <a:close/>
                </a:path>
              </a:pathLst>
            </a:custGeom>
            <a:solidFill>
              <a:srgbClr val="E0E0E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93" name="Google Shape;60;p15"/>
            <p:cNvSpPr/>
            <p:nvPr/>
          </p:nvSpPr>
          <p:spPr>
            <a:xfrm>
              <a:off x="1968814" y="1271750"/>
              <a:ext cx="486080" cy="429385"/>
            </a:xfrm>
            <a:custGeom>
              <a:avLst/>
              <a:gdLst/>
              <a:ahLst/>
              <a:cxnLst/>
              <a:rect l="l" t="t" r="r" b="b"/>
              <a:pathLst>
                <a:path w="11943" h="10550" extrusionOk="0">
                  <a:moveTo>
                    <a:pt x="7371" y="0"/>
                  </a:moveTo>
                  <a:lnTo>
                    <a:pt x="1" y="10549"/>
                  </a:lnTo>
                  <a:lnTo>
                    <a:pt x="4573" y="10549"/>
                  </a:lnTo>
                  <a:lnTo>
                    <a:pt x="11943" y="0"/>
                  </a:lnTo>
                  <a:close/>
                </a:path>
              </a:pathLst>
            </a:custGeom>
            <a:solidFill>
              <a:srgbClr val="E0E0E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94" name="Google Shape;61;p15"/>
            <p:cNvSpPr/>
            <p:nvPr/>
          </p:nvSpPr>
          <p:spPr>
            <a:xfrm>
              <a:off x="2269261" y="1271750"/>
              <a:ext cx="485103" cy="429385"/>
            </a:xfrm>
            <a:custGeom>
              <a:avLst/>
              <a:gdLst/>
              <a:ahLst/>
              <a:cxnLst/>
              <a:rect l="l" t="t" r="r" b="b"/>
              <a:pathLst>
                <a:path w="11919" h="10550" extrusionOk="0">
                  <a:moveTo>
                    <a:pt x="7359" y="0"/>
                  </a:moveTo>
                  <a:lnTo>
                    <a:pt x="1" y="10549"/>
                  </a:lnTo>
                  <a:lnTo>
                    <a:pt x="4573" y="10549"/>
                  </a:lnTo>
                  <a:lnTo>
                    <a:pt x="11919" y="0"/>
                  </a:lnTo>
                  <a:close/>
                </a:path>
              </a:pathLst>
            </a:custGeom>
            <a:solidFill>
              <a:srgbClr val="E0E0E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95" name="Google Shape;62;p15"/>
            <p:cNvSpPr/>
            <p:nvPr/>
          </p:nvSpPr>
          <p:spPr>
            <a:xfrm>
              <a:off x="2569708" y="1271750"/>
              <a:ext cx="485103" cy="429385"/>
            </a:xfrm>
            <a:custGeom>
              <a:avLst/>
              <a:gdLst/>
              <a:ahLst/>
              <a:cxnLst/>
              <a:rect l="l" t="t" r="r" b="b"/>
              <a:pathLst>
                <a:path w="11919" h="10550" extrusionOk="0">
                  <a:moveTo>
                    <a:pt x="7359" y="0"/>
                  </a:moveTo>
                  <a:lnTo>
                    <a:pt x="1" y="10549"/>
                  </a:lnTo>
                  <a:lnTo>
                    <a:pt x="4561" y="10549"/>
                  </a:lnTo>
                  <a:lnTo>
                    <a:pt x="11919" y="0"/>
                  </a:lnTo>
                  <a:close/>
                </a:path>
              </a:pathLst>
            </a:custGeom>
            <a:solidFill>
              <a:srgbClr val="E0E0E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96" name="Google Shape;63;p15"/>
            <p:cNvSpPr/>
            <p:nvPr/>
          </p:nvSpPr>
          <p:spPr>
            <a:xfrm>
              <a:off x="2866777" y="1271750"/>
              <a:ext cx="485103" cy="429385"/>
            </a:xfrm>
            <a:custGeom>
              <a:avLst/>
              <a:gdLst/>
              <a:ahLst/>
              <a:cxnLst/>
              <a:rect l="l" t="t" r="r" b="b"/>
              <a:pathLst>
                <a:path w="11919" h="10550" extrusionOk="0">
                  <a:moveTo>
                    <a:pt x="7346" y="0"/>
                  </a:moveTo>
                  <a:lnTo>
                    <a:pt x="0" y="10549"/>
                  </a:lnTo>
                  <a:lnTo>
                    <a:pt x="4560" y="10549"/>
                  </a:lnTo>
                  <a:lnTo>
                    <a:pt x="11918" y="0"/>
                  </a:lnTo>
                  <a:close/>
                </a:path>
              </a:pathLst>
            </a:custGeom>
            <a:solidFill>
              <a:srgbClr val="E0E0E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97" name="Google Shape;64;p15"/>
            <p:cNvSpPr/>
            <p:nvPr/>
          </p:nvSpPr>
          <p:spPr>
            <a:xfrm>
              <a:off x="1055875" y="4208223"/>
              <a:ext cx="502564" cy="182865"/>
            </a:xfrm>
            <a:custGeom>
              <a:avLst/>
              <a:gdLst/>
              <a:ahLst/>
              <a:cxnLst/>
              <a:rect l="l" t="t" r="r" b="b"/>
              <a:pathLst>
                <a:path w="12348" h="4493" extrusionOk="0">
                  <a:moveTo>
                    <a:pt x="9838" y="0"/>
                  </a:moveTo>
                  <a:cubicBezTo>
                    <a:pt x="9200" y="0"/>
                    <a:pt x="8568" y="272"/>
                    <a:pt x="8132" y="800"/>
                  </a:cubicBezTo>
                  <a:cubicBezTo>
                    <a:pt x="7799" y="1192"/>
                    <a:pt x="7620" y="1669"/>
                    <a:pt x="7608" y="2145"/>
                  </a:cubicBezTo>
                  <a:lnTo>
                    <a:pt x="2941" y="2181"/>
                  </a:lnTo>
                  <a:cubicBezTo>
                    <a:pt x="2906" y="1847"/>
                    <a:pt x="2739" y="1514"/>
                    <a:pt x="2465" y="1264"/>
                  </a:cubicBezTo>
                  <a:cubicBezTo>
                    <a:pt x="2206" y="1047"/>
                    <a:pt x="1887" y="940"/>
                    <a:pt x="1570" y="940"/>
                  </a:cubicBezTo>
                  <a:cubicBezTo>
                    <a:pt x="1173" y="940"/>
                    <a:pt x="778" y="1107"/>
                    <a:pt x="500" y="1431"/>
                  </a:cubicBezTo>
                  <a:cubicBezTo>
                    <a:pt x="0" y="2002"/>
                    <a:pt x="84" y="2883"/>
                    <a:pt x="655" y="3395"/>
                  </a:cubicBezTo>
                  <a:cubicBezTo>
                    <a:pt x="915" y="3612"/>
                    <a:pt x="1233" y="3719"/>
                    <a:pt x="1550" y="3719"/>
                  </a:cubicBezTo>
                  <a:cubicBezTo>
                    <a:pt x="1947" y="3719"/>
                    <a:pt x="2342" y="3552"/>
                    <a:pt x="2620" y="3228"/>
                  </a:cubicBezTo>
                  <a:cubicBezTo>
                    <a:pt x="2822" y="3002"/>
                    <a:pt x="2917" y="2728"/>
                    <a:pt x="2953" y="2443"/>
                  </a:cubicBezTo>
                  <a:lnTo>
                    <a:pt x="7620" y="2395"/>
                  </a:lnTo>
                  <a:cubicBezTo>
                    <a:pt x="7668" y="2978"/>
                    <a:pt x="7918" y="3562"/>
                    <a:pt x="8418" y="3955"/>
                  </a:cubicBezTo>
                  <a:cubicBezTo>
                    <a:pt x="8832" y="4316"/>
                    <a:pt x="9346" y="4492"/>
                    <a:pt x="9859" y="4492"/>
                  </a:cubicBezTo>
                  <a:cubicBezTo>
                    <a:pt x="10496" y="4492"/>
                    <a:pt x="11131" y="4220"/>
                    <a:pt x="11573" y="3693"/>
                  </a:cubicBezTo>
                  <a:cubicBezTo>
                    <a:pt x="12347" y="2752"/>
                    <a:pt x="12228" y="1335"/>
                    <a:pt x="11288" y="538"/>
                  </a:cubicBezTo>
                  <a:cubicBezTo>
                    <a:pt x="10868" y="176"/>
                    <a:pt x="10351" y="0"/>
                    <a:pt x="9838" y="0"/>
                  </a:cubicBezTo>
                  <a:close/>
                </a:path>
              </a:pathLst>
            </a:custGeom>
            <a:solidFill>
              <a:srgbClr val="E2E2E2"/>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98" name="Google Shape;65;p15"/>
            <p:cNvSpPr/>
            <p:nvPr/>
          </p:nvSpPr>
          <p:spPr>
            <a:xfrm>
              <a:off x="1063608" y="2410971"/>
              <a:ext cx="94546" cy="94546"/>
            </a:xfrm>
            <a:custGeom>
              <a:avLst/>
              <a:gdLst/>
              <a:ahLst/>
              <a:cxnLst/>
              <a:rect l="l" t="t" r="r" b="b"/>
              <a:pathLst>
                <a:path w="2323" h="2323" extrusionOk="0">
                  <a:moveTo>
                    <a:pt x="1168" y="1"/>
                  </a:moveTo>
                  <a:cubicBezTo>
                    <a:pt x="525" y="1"/>
                    <a:pt x="1" y="525"/>
                    <a:pt x="1" y="1167"/>
                  </a:cubicBezTo>
                  <a:cubicBezTo>
                    <a:pt x="1" y="1799"/>
                    <a:pt x="525" y="2322"/>
                    <a:pt x="1168" y="2322"/>
                  </a:cubicBezTo>
                  <a:cubicBezTo>
                    <a:pt x="1811" y="2322"/>
                    <a:pt x="2323" y="1799"/>
                    <a:pt x="2323" y="1167"/>
                  </a:cubicBezTo>
                  <a:cubicBezTo>
                    <a:pt x="2323" y="525"/>
                    <a:pt x="1811" y="1"/>
                    <a:pt x="1168" y="1"/>
                  </a:cubicBezTo>
                  <a:close/>
                </a:path>
              </a:pathLst>
            </a:custGeom>
            <a:solidFill>
              <a:srgbClr val="E0E0E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99" name="Google Shape;66;p15"/>
            <p:cNvSpPr/>
            <p:nvPr/>
          </p:nvSpPr>
          <p:spPr>
            <a:xfrm>
              <a:off x="1063608" y="2277721"/>
              <a:ext cx="94546" cy="94546"/>
            </a:xfrm>
            <a:custGeom>
              <a:avLst/>
              <a:gdLst/>
              <a:ahLst/>
              <a:cxnLst/>
              <a:rect l="l" t="t" r="r" b="b"/>
              <a:pathLst>
                <a:path w="2323" h="2323" extrusionOk="0">
                  <a:moveTo>
                    <a:pt x="1168" y="0"/>
                  </a:moveTo>
                  <a:cubicBezTo>
                    <a:pt x="525" y="0"/>
                    <a:pt x="1" y="524"/>
                    <a:pt x="1" y="1167"/>
                  </a:cubicBezTo>
                  <a:cubicBezTo>
                    <a:pt x="1" y="1798"/>
                    <a:pt x="525" y="2322"/>
                    <a:pt x="1168" y="2322"/>
                  </a:cubicBezTo>
                  <a:cubicBezTo>
                    <a:pt x="1811" y="2322"/>
                    <a:pt x="2323" y="1798"/>
                    <a:pt x="2323" y="1167"/>
                  </a:cubicBezTo>
                  <a:cubicBezTo>
                    <a:pt x="2323" y="524"/>
                    <a:pt x="1811" y="0"/>
                    <a:pt x="1168" y="0"/>
                  </a:cubicBezTo>
                  <a:close/>
                </a:path>
              </a:pathLst>
            </a:custGeom>
            <a:solidFill>
              <a:srgbClr val="E0E0E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00" name="Google Shape;67;p15"/>
            <p:cNvSpPr/>
            <p:nvPr/>
          </p:nvSpPr>
          <p:spPr>
            <a:xfrm>
              <a:off x="1069916" y="1822700"/>
              <a:ext cx="914936" cy="110053"/>
            </a:xfrm>
            <a:custGeom>
              <a:avLst/>
              <a:gdLst/>
              <a:ahLst/>
              <a:cxnLst/>
              <a:rect l="l" t="t" r="r" b="b"/>
              <a:pathLst>
                <a:path w="22480" h="2704" extrusionOk="0">
                  <a:moveTo>
                    <a:pt x="1" y="1"/>
                  </a:moveTo>
                  <a:lnTo>
                    <a:pt x="1" y="2703"/>
                  </a:lnTo>
                  <a:lnTo>
                    <a:pt x="22480" y="2703"/>
                  </a:lnTo>
                  <a:lnTo>
                    <a:pt x="22480" y="1"/>
                  </a:lnTo>
                  <a:close/>
                </a:path>
              </a:pathLst>
            </a:custGeom>
            <a:solidFill>
              <a:srgbClr val="E0E0E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01" name="Google Shape;68;p15"/>
            <p:cNvSpPr/>
            <p:nvPr/>
          </p:nvSpPr>
          <p:spPr>
            <a:xfrm>
              <a:off x="1069916" y="1981143"/>
              <a:ext cx="745828" cy="54335"/>
            </a:xfrm>
            <a:custGeom>
              <a:avLst/>
              <a:gdLst/>
              <a:ahLst/>
              <a:cxnLst/>
              <a:rect l="l" t="t" r="r" b="b"/>
              <a:pathLst>
                <a:path w="18325" h="1335" extrusionOk="0">
                  <a:moveTo>
                    <a:pt x="1" y="1"/>
                  </a:moveTo>
                  <a:lnTo>
                    <a:pt x="1" y="1334"/>
                  </a:lnTo>
                  <a:lnTo>
                    <a:pt x="18324" y="1334"/>
                  </a:lnTo>
                  <a:lnTo>
                    <a:pt x="18324" y="1"/>
                  </a:lnTo>
                  <a:close/>
                </a:path>
              </a:pathLst>
            </a:custGeom>
            <a:solidFill>
              <a:srgbClr val="E0E0E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02" name="Google Shape;69;p15"/>
            <p:cNvSpPr/>
            <p:nvPr/>
          </p:nvSpPr>
          <p:spPr>
            <a:xfrm>
              <a:off x="1069916" y="2069828"/>
              <a:ext cx="745828" cy="54823"/>
            </a:xfrm>
            <a:custGeom>
              <a:avLst/>
              <a:gdLst/>
              <a:ahLst/>
              <a:cxnLst/>
              <a:rect l="l" t="t" r="r" b="b"/>
              <a:pathLst>
                <a:path w="18325" h="1347" extrusionOk="0">
                  <a:moveTo>
                    <a:pt x="1" y="1"/>
                  </a:moveTo>
                  <a:lnTo>
                    <a:pt x="1" y="1346"/>
                  </a:lnTo>
                  <a:lnTo>
                    <a:pt x="18324" y="1346"/>
                  </a:lnTo>
                  <a:lnTo>
                    <a:pt x="18324" y="1"/>
                  </a:lnTo>
                  <a:close/>
                </a:path>
              </a:pathLst>
            </a:custGeom>
            <a:solidFill>
              <a:srgbClr val="E0E0E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03" name="Google Shape;70;p15"/>
            <p:cNvSpPr/>
            <p:nvPr/>
          </p:nvSpPr>
          <p:spPr>
            <a:xfrm>
              <a:off x="1069916" y="2158512"/>
              <a:ext cx="489947" cy="54335"/>
            </a:xfrm>
            <a:custGeom>
              <a:avLst/>
              <a:gdLst/>
              <a:ahLst/>
              <a:cxnLst/>
              <a:rect l="l" t="t" r="r" b="b"/>
              <a:pathLst>
                <a:path w="12038" h="1335" extrusionOk="0">
                  <a:moveTo>
                    <a:pt x="1" y="1"/>
                  </a:moveTo>
                  <a:lnTo>
                    <a:pt x="1" y="1334"/>
                  </a:lnTo>
                  <a:lnTo>
                    <a:pt x="12038" y="1334"/>
                  </a:lnTo>
                  <a:lnTo>
                    <a:pt x="12038" y="1"/>
                  </a:lnTo>
                  <a:close/>
                </a:path>
              </a:pathLst>
            </a:custGeom>
            <a:solidFill>
              <a:srgbClr val="E0E0E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04" name="Google Shape;71;p15"/>
            <p:cNvSpPr/>
            <p:nvPr/>
          </p:nvSpPr>
          <p:spPr>
            <a:xfrm>
              <a:off x="1130966" y="5001539"/>
              <a:ext cx="220065" cy="194831"/>
            </a:xfrm>
            <a:custGeom>
              <a:avLst/>
              <a:gdLst/>
              <a:ahLst/>
              <a:cxnLst/>
              <a:rect l="l" t="t" r="r" b="b"/>
              <a:pathLst>
                <a:path w="5407" h="4787" extrusionOk="0">
                  <a:moveTo>
                    <a:pt x="3335" y="0"/>
                  </a:moveTo>
                  <a:lnTo>
                    <a:pt x="1" y="4787"/>
                  </a:lnTo>
                  <a:lnTo>
                    <a:pt x="2073" y="4787"/>
                  </a:lnTo>
                  <a:lnTo>
                    <a:pt x="5406" y="0"/>
                  </a:lnTo>
                  <a:close/>
                </a:path>
              </a:pathLst>
            </a:custGeom>
            <a:solidFill>
              <a:srgbClr val="E2E2E2"/>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05" name="Google Shape;72;p15"/>
            <p:cNvSpPr/>
            <p:nvPr/>
          </p:nvSpPr>
          <p:spPr>
            <a:xfrm>
              <a:off x="1267636" y="5001539"/>
              <a:ext cx="219536" cy="194831"/>
            </a:xfrm>
            <a:custGeom>
              <a:avLst/>
              <a:gdLst/>
              <a:ahLst/>
              <a:cxnLst/>
              <a:rect l="l" t="t" r="r" b="b"/>
              <a:pathLst>
                <a:path w="5394" h="4787" extrusionOk="0">
                  <a:moveTo>
                    <a:pt x="3334" y="0"/>
                  </a:moveTo>
                  <a:lnTo>
                    <a:pt x="0" y="4787"/>
                  </a:lnTo>
                  <a:lnTo>
                    <a:pt x="2060" y="4787"/>
                  </a:lnTo>
                  <a:lnTo>
                    <a:pt x="5394" y="0"/>
                  </a:lnTo>
                  <a:close/>
                </a:path>
              </a:pathLst>
            </a:custGeom>
            <a:solidFill>
              <a:srgbClr val="E2E2E2"/>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06" name="Google Shape;73;p15"/>
            <p:cNvSpPr/>
            <p:nvPr/>
          </p:nvSpPr>
          <p:spPr>
            <a:xfrm>
              <a:off x="1403330" y="5001539"/>
              <a:ext cx="220513" cy="194831"/>
            </a:xfrm>
            <a:custGeom>
              <a:avLst/>
              <a:gdLst/>
              <a:ahLst/>
              <a:cxnLst/>
              <a:rect l="l" t="t" r="r" b="b"/>
              <a:pathLst>
                <a:path w="5418" h="4787" extrusionOk="0">
                  <a:moveTo>
                    <a:pt x="3346" y="0"/>
                  </a:moveTo>
                  <a:lnTo>
                    <a:pt x="0" y="4787"/>
                  </a:lnTo>
                  <a:lnTo>
                    <a:pt x="2084" y="4787"/>
                  </a:lnTo>
                  <a:lnTo>
                    <a:pt x="5418" y="0"/>
                  </a:lnTo>
                  <a:close/>
                </a:path>
              </a:pathLst>
            </a:custGeom>
            <a:solidFill>
              <a:srgbClr val="E2E2E2"/>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07" name="Google Shape;74;p15"/>
            <p:cNvSpPr/>
            <p:nvPr/>
          </p:nvSpPr>
          <p:spPr>
            <a:xfrm>
              <a:off x="1539471" y="5001539"/>
              <a:ext cx="220065" cy="194831"/>
            </a:xfrm>
            <a:custGeom>
              <a:avLst/>
              <a:gdLst/>
              <a:ahLst/>
              <a:cxnLst/>
              <a:rect l="l" t="t" r="r" b="b"/>
              <a:pathLst>
                <a:path w="5407" h="4787" extrusionOk="0">
                  <a:moveTo>
                    <a:pt x="3335" y="0"/>
                  </a:moveTo>
                  <a:lnTo>
                    <a:pt x="1" y="4787"/>
                  </a:lnTo>
                  <a:lnTo>
                    <a:pt x="2073" y="4787"/>
                  </a:lnTo>
                  <a:lnTo>
                    <a:pt x="5406" y="0"/>
                  </a:lnTo>
                  <a:close/>
                </a:path>
              </a:pathLst>
            </a:custGeom>
            <a:solidFill>
              <a:srgbClr val="E2E2E2"/>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08" name="Google Shape;75;p15"/>
            <p:cNvSpPr/>
            <p:nvPr/>
          </p:nvSpPr>
          <p:spPr>
            <a:xfrm>
              <a:off x="1675653" y="5001539"/>
              <a:ext cx="220024" cy="194831"/>
            </a:xfrm>
            <a:custGeom>
              <a:avLst/>
              <a:gdLst/>
              <a:ahLst/>
              <a:cxnLst/>
              <a:rect l="l" t="t" r="r" b="b"/>
              <a:pathLst>
                <a:path w="5406" h="4787" extrusionOk="0">
                  <a:moveTo>
                    <a:pt x="3334" y="0"/>
                  </a:moveTo>
                  <a:lnTo>
                    <a:pt x="0" y="4787"/>
                  </a:lnTo>
                  <a:lnTo>
                    <a:pt x="2072" y="4787"/>
                  </a:lnTo>
                  <a:lnTo>
                    <a:pt x="5406" y="0"/>
                  </a:lnTo>
                  <a:close/>
                </a:path>
              </a:pathLst>
            </a:custGeom>
            <a:solidFill>
              <a:srgbClr val="E2E2E2"/>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09" name="Google Shape;76;p15"/>
            <p:cNvSpPr/>
            <p:nvPr/>
          </p:nvSpPr>
          <p:spPr>
            <a:xfrm>
              <a:off x="1811835" y="5001539"/>
              <a:ext cx="220024" cy="194831"/>
            </a:xfrm>
            <a:custGeom>
              <a:avLst/>
              <a:gdLst/>
              <a:ahLst/>
              <a:cxnLst/>
              <a:rect l="l" t="t" r="r" b="b"/>
              <a:pathLst>
                <a:path w="5406" h="4787" extrusionOk="0">
                  <a:moveTo>
                    <a:pt x="3334" y="0"/>
                  </a:moveTo>
                  <a:lnTo>
                    <a:pt x="0" y="4787"/>
                  </a:lnTo>
                  <a:lnTo>
                    <a:pt x="2072" y="4787"/>
                  </a:lnTo>
                  <a:lnTo>
                    <a:pt x="5406" y="0"/>
                  </a:lnTo>
                  <a:close/>
                </a:path>
              </a:pathLst>
            </a:custGeom>
            <a:solidFill>
              <a:srgbClr val="E2E2E2"/>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10" name="Google Shape;77;p15"/>
            <p:cNvSpPr/>
            <p:nvPr/>
          </p:nvSpPr>
          <p:spPr>
            <a:xfrm>
              <a:off x="1598120" y="4774272"/>
              <a:ext cx="1247862" cy="2488764"/>
            </a:xfrm>
            <a:custGeom>
              <a:avLst/>
              <a:gdLst/>
              <a:ahLst/>
              <a:cxnLst/>
              <a:rect l="l" t="t" r="r" b="b"/>
              <a:pathLst>
                <a:path w="30660" h="61149" extrusionOk="0">
                  <a:moveTo>
                    <a:pt x="727" y="0"/>
                  </a:moveTo>
                  <a:cubicBezTo>
                    <a:pt x="0" y="11014"/>
                    <a:pt x="3072" y="44744"/>
                    <a:pt x="4144" y="56293"/>
                  </a:cubicBezTo>
                  <a:cubicBezTo>
                    <a:pt x="4168" y="56603"/>
                    <a:pt x="4453" y="56960"/>
                    <a:pt x="4477" y="57245"/>
                  </a:cubicBezTo>
                  <a:cubicBezTo>
                    <a:pt x="4644" y="59019"/>
                    <a:pt x="4751" y="60091"/>
                    <a:pt x="4751" y="60258"/>
                  </a:cubicBezTo>
                  <a:cubicBezTo>
                    <a:pt x="4779" y="60847"/>
                    <a:pt x="6567" y="61148"/>
                    <a:pt x="8454" y="61148"/>
                  </a:cubicBezTo>
                  <a:cubicBezTo>
                    <a:pt x="10570" y="61148"/>
                    <a:pt x="12810" y="60770"/>
                    <a:pt x="12835" y="59996"/>
                  </a:cubicBezTo>
                  <a:lnTo>
                    <a:pt x="12871" y="57055"/>
                  </a:lnTo>
                  <a:lnTo>
                    <a:pt x="13276" y="56186"/>
                  </a:lnTo>
                  <a:lnTo>
                    <a:pt x="15633" y="14514"/>
                  </a:lnTo>
                  <a:cubicBezTo>
                    <a:pt x="15615" y="14003"/>
                    <a:pt x="15763" y="13674"/>
                    <a:pt x="15908" y="13674"/>
                  </a:cubicBezTo>
                  <a:cubicBezTo>
                    <a:pt x="16040" y="13674"/>
                    <a:pt x="16169" y="13945"/>
                    <a:pt x="16169" y="14597"/>
                  </a:cubicBezTo>
                  <a:cubicBezTo>
                    <a:pt x="16122" y="24872"/>
                    <a:pt x="18622" y="46697"/>
                    <a:pt x="19003" y="55733"/>
                  </a:cubicBezTo>
                  <a:cubicBezTo>
                    <a:pt x="19027" y="55948"/>
                    <a:pt x="19348" y="56162"/>
                    <a:pt x="19348" y="56364"/>
                  </a:cubicBezTo>
                  <a:cubicBezTo>
                    <a:pt x="19455" y="58567"/>
                    <a:pt x="19527" y="59936"/>
                    <a:pt x="19539" y="60079"/>
                  </a:cubicBezTo>
                  <a:cubicBezTo>
                    <a:pt x="19635" y="60525"/>
                    <a:pt x="21296" y="60734"/>
                    <a:pt x="23092" y="60734"/>
                  </a:cubicBezTo>
                  <a:cubicBezTo>
                    <a:pt x="25274" y="60734"/>
                    <a:pt x="27656" y="60426"/>
                    <a:pt x="27683" y="59865"/>
                  </a:cubicBezTo>
                  <a:cubicBezTo>
                    <a:pt x="27683" y="59734"/>
                    <a:pt x="27790" y="58424"/>
                    <a:pt x="27921" y="56257"/>
                  </a:cubicBezTo>
                  <a:cubicBezTo>
                    <a:pt x="27933" y="56007"/>
                    <a:pt x="28171" y="55733"/>
                    <a:pt x="28194" y="55448"/>
                  </a:cubicBezTo>
                  <a:cubicBezTo>
                    <a:pt x="28921" y="44041"/>
                    <a:pt x="30659" y="13573"/>
                    <a:pt x="29385" y="48"/>
                  </a:cubicBezTo>
                  <a:cubicBezTo>
                    <a:pt x="29385" y="48"/>
                    <a:pt x="15360" y="0"/>
                    <a:pt x="727" y="0"/>
                  </a:cubicBezTo>
                  <a:close/>
                </a:path>
              </a:pathLst>
            </a:custGeom>
            <a:solidFill>
              <a:srgbClr val="575756"/>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11" name="Google Shape;78;p15"/>
            <p:cNvSpPr/>
            <p:nvPr/>
          </p:nvSpPr>
          <p:spPr>
            <a:xfrm>
              <a:off x="1615091" y="4944844"/>
              <a:ext cx="1192103" cy="155596"/>
            </a:xfrm>
            <a:custGeom>
              <a:avLst/>
              <a:gdLst/>
              <a:ahLst/>
              <a:cxnLst/>
              <a:rect l="l" t="t" r="r" b="b"/>
              <a:pathLst>
                <a:path w="29290" h="3823" extrusionOk="0">
                  <a:moveTo>
                    <a:pt x="16252" y="0"/>
                  </a:moveTo>
                  <a:lnTo>
                    <a:pt x="0" y="1310"/>
                  </a:lnTo>
                  <a:cubicBezTo>
                    <a:pt x="0" y="1310"/>
                    <a:pt x="5668" y="3822"/>
                    <a:pt x="15443" y="3822"/>
                  </a:cubicBezTo>
                  <a:cubicBezTo>
                    <a:pt x="25230" y="3822"/>
                    <a:pt x="29290" y="1310"/>
                    <a:pt x="29290" y="1310"/>
                  </a:cubicBezTo>
                  <a:lnTo>
                    <a:pt x="16252" y="0"/>
                  </a:lnTo>
                  <a:close/>
                </a:path>
              </a:pathLst>
            </a:custGeom>
            <a:solidFill>
              <a:srgbClr val="3C3C3B"/>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12" name="Google Shape;79;p15"/>
            <p:cNvSpPr/>
            <p:nvPr/>
          </p:nvSpPr>
          <p:spPr>
            <a:xfrm>
              <a:off x="1944598" y="1693805"/>
              <a:ext cx="632885" cy="1078224"/>
            </a:xfrm>
            <a:custGeom>
              <a:avLst/>
              <a:gdLst/>
              <a:ahLst/>
              <a:cxnLst/>
              <a:rect l="l" t="t" r="r" b="b"/>
              <a:pathLst>
                <a:path w="15550" h="26492" extrusionOk="0">
                  <a:moveTo>
                    <a:pt x="7870" y="0"/>
                  </a:moveTo>
                  <a:cubicBezTo>
                    <a:pt x="7870" y="0"/>
                    <a:pt x="131" y="3787"/>
                    <a:pt x="131" y="7335"/>
                  </a:cubicBezTo>
                  <a:cubicBezTo>
                    <a:pt x="131" y="10907"/>
                    <a:pt x="0" y="21860"/>
                    <a:pt x="1977" y="26492"/>
                  </a:cubicBezTo>
                  <a:lnTo>
                    <a:pt x="13657" y="26492"/>
                  </a:lnTo>
                  <a:cubicBezTo>
                    <a:pt x="15348" y="23587"/>
                    <a:pt x="15550" y="10918"/>
                    <a:pt x="15550" y="7370"/>
                  </a:cubicBezTo>
                  <a:cubicBezTo>
                    <a:pt x="15550" y="3822"/>
                    <a:pt x="7870" y="0"/>
                    <a:pt x="7870" y="0"/>
                  </a:cubicBezTo>
                  <a:close/>
                </a:path>
              </a:pathLst>
            </a:custGeom>
            <a:solidFill>
              <a:srgbClr val="031726"/>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13" name="Google Shape;80;p15"/>
            <p:cNvSpPr/>
            <p:nvPr/>
          </p:nvSpPr>
          <p:spPr>
            <a:xfrm>
              <a:off x="2657416" y="3209578"/>
              <a:ext cx="399348" cy="940170"/>
            </a:xfrm>
            <a:custGeom>
              <a:avLst/>
              <a:gdLst/>
              <a:ahLst/>
              <a:cxnLst/>
              <a:rect l="l" t="t" r="r" b="b"/>
              <a:pathLst>
                <a:path w="9812" h="23100" extrusionOk="0">
                  <a:moveTo>
                    <a:pt x="7287" y="0"/>
                  </a:moveTo>
                  <a:lnTo>
                    <a:pt x="310" y="5215"/>
                  </a:lnTo>
                  <a:lnTo>
                    <a:pt x="4287" y="15097"/>
                  </a:lnTo>
                  <a:lnTo>
                    <a:pt x="1" y="20014"/>
                  </a:lnTo>
                  <a:cubicBezTo>
                    <a:pt x="1" y="20014"/>
                    <a:pt x="897" y="23099"/>
                    <a:pt x="1032" y="23099"/>
                  </a:cubicBezTo>
                  <a:cubicBezTo>
                    <a:pt x="1034" y="23099"/>
                    <a:pt x="1035" y="23099"/>
                    <a:pt x="1036" y="23098"/>
                  </a:cubicBezTo>
                  <a:cubicBezTo>
                    <a:pt x="1155" y="23039"/>
                    <a:pt x="8978" y="18074"/>
                    <a:pt x="9395" y="16038"/>
                  </a:cubicBezTo>
                  <a:cubicBezTo>
                    <a:pt x="9811" y="14002"/>
                    <a:pt x="7287" y="0"/>
                    <a:pt x="7287" y="0"/>
                  </a:cubicBezTo>
                  <a:close/>
                </a:path>
              </a:pathLst>
            </a:custGeom>
            <a:solidFill>
              <a:srgbClr val="0E263F"/>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14" name="Google Shape;81;p15"/>
            <p:cNvSpPr/>
            <p:nvPr/>
          </p:nvSpPr>
          <p:spPr>
            <a:xfrm>
              <a:off x="1425104" y="3226997"/>
              <a:ext cx="400814" cy="942124"/>
            </a:xfrm>
            <a:custGeom>
              <a:avLst/>
              <a:gdLst/>
              <a:ahLst/>
              <a:cxnLst/>
              <a:rect l="l" t="t" r="r" b="b"/>
              <a:pathLst>
                <a:path w="9848" h="23148" extrusionOk="0">
                  <a:moveTo>
                    <a:pt x="2835" y="1"/>
                  </a:moveTo>
                  <a:cubicBezTo>
                    <a:pt x="2835" y="1"/>
                    <a:pt x="1" y="13538"/>
                    <a:pt x="418" y="15562"/>
                  </a:cubicBezTo>
                  <a:cubicBezTo>
                    <a:pt x="834" y="17610"/>
                    <a:pt x="8704" y="23087"/>
                    <a:pt x="8823" y="23146"/>
                  </a:cubicBezTo>
                  <a:cubicBezTo>
                    <a:pt x="8825" y="23147"/>
                    <a:pt x="8826" y="23148"/>
                    <a:pt x="8828" y="23148"/>
                  </a:cubicBezTo>
                  <a:cubicBezTo>
                    <a:pt x="8963" y="23148"/>
                    <a:pt x="9847" y="20063"/>
                    <a:pt x="9847" y="20063"/>
                  </a:cubicBezTo>
                  <a:lnTo>
                    <a:pt x="5561" y="15145"/>
                  </a:lnTo>
                  <a:lnTo>
                    <a:pt x="9538" y="5263"/>
                  </a:lnTo>
                  <a:lnTo>
                    <a:pt x="2835" y="1"/>
                  </a:lnTo>
                  <a:close/>
                </a:path>
              </a:pathLst>
            </a:custGeom>
            <a:solidFill>
              <a:srgbClr val="0E263F"/>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15" name="Google Shape;82;p15"/>
            <p:cNvSpPr/>
            <p:nvPr/>
          </p:nvSpPr>
          <p:spPr>
            <a:xfrm>
              <a:off x="1367473" y="2660053"/>
              <a:ext cx="1682009" cy="2371589"/>
            </a:xfrm>
            <a:custGeom>
              <a:avLst/>
              <a:gdLst/>
              <a:ahLst/>
              <a:cxnLst/>
              <a:rect l="l" t="t" r="r" b="b"/>
              <a:pathLst>
                <a:path w="41327" h="58270" extrusionOk="0">
                  <a:moveTo>
                    <a:pt x="17026" y="0"/>
                  </a:moveTo>
                  <a:cubicBezTo>
                    <a:pt x="17026" y="0"/>
                    <a:pt x="9489" y="2917"/>
                    <a:pt x="6930" y="4656"/>
                  </a:cubicBezTo>
                  <a:cubicBezTo>
                    <a:pt x="3524" y="6966"/>
                    <a:pt x="107" y="15717"/>
                    <a:pt x="0" y="18515"/>
                  </a:cubicBezTo>
                  <a:cubicBezTo>
                    <a:pt x="0" y="18515"/>
                    <a:pt x="4929" y="19693"/>
                    <a:pt x="9156" y="20836"/>
                  </a:cubicBezTo>
                  <a:cubicBezTo>
                    <a:pt x="9275" y="22872"/>
                    <a:pt x="9192" y="25194"/>
                    <a:pt x="8799" y="27873"/>
                  </a:cubicBezTo>
                  <a:cubicBezTo>
                    <a:pt x="8585" y="29230"/>
                    <a:pt x="6179" y="44482"/>
                    <a:pt x="5298" y="52090"/>
                  </a:cubicBezTo>
                  <a:cubicBezTo>
                    <a:pt x="5239" y="52566"/>
                    <a:pt x="6358" y="53614"/>
                    <a:pt x="6299" y="54067"/>
                  </a:cubicBezTo>
                  <a:cubicBezTo>
                    <a:pt x="6120" y="55543"/>
                    <a:pt x="5906" y="57150"/>
                    <a:pt x="6096" y="57436"/>
                  </a:cubicBezTo>
                  <a:cubicBezTo>
                    <a:pt x="6346" y="57817"/>
                    <a:pt x="13299" y="58270"/>
                    <a:pt x="21443" y="58270"/>
                  </a:cubicBezTo>
                  <a:cubicBezTo>
                    <a:pt x="28730" y="58270"/>
                    <a:pt x="35147" y="57615"/>
                    <a:pt x="35421" y="57353"/>
                  </a:cubicBezTo>
                  <a:cubicBezTo>
                    <a:pt x="35671" y="57162"/>
                    <a:pt x="35445" y="56210"/>
                    <a:pt x="35338" y="54531"/>
                  </a:cubicBezTo>
                  <a:cubicBezTo>
                    <a:pt x="35326" y="54186"/>
                    <a:pt x="36445" y="53305"/>
                    <a:pt x="36409" y="52924"/>
                  </a:cubicBezTo>
                  <a:cubicBezTo>
                    <a:pt x="36017" y="46613"/>
                    <a:pt x="33873" y="32183"/>
                    <a:pt x="33814" y="31326"/>
                  </a:cubicBezTo>
                  <a:cubicBezTo>
                    <a:pt x="33552" y="27218"/>
                    <a:pt x="33683" y="23813"/>
                    <a:pt x="33992" y="20967"/>
                  </a:cubicBezTo>
                  <a:cubicBezTo>
                    <a:pt x="38576" y="20265"/>
                    <a:pt x="41327" y="15955"/>
                    <a:pt x="41327" y="15955"/>
                  </a:cubicBezTo>
                  <a:cubicBezTo>
                    <a:pt x="41208" y="12633"/>
                    <a:pt x="39803" y="7489"/>
                    <a:pt x="37005" y="5715"/>
                  </a:cubicBezTo>
                  <a:cubicBezTo>
                    <a:pt x="35135" y="4037"/>
                    <a:pt x="28349" y="1263"/>
                    <a:pt x="26480" y="715"/>
                  </a:cubicBezTo>
                  <a:cubicBezTo>
                    <a:pt x="25721" y="492"/>
                    <a:pt x="25006" y="422"/>
                    <a:pt x="24298" y="422"/>
                  </a:cubicBezTo>
                  <a:cubicBezTo>
                    <a:pt x="23141" y="422"/>
                    <a:pt x="22001" y="607"/>
                    <a:pt x="20706" y="607"/>
                  </a:cubicBezTo>
                  <a:cubicBezTo>
                    <a:pt x="19621" y="607"/>
                    <a:pt x="18427" y="477"/>
                    <a:pt x="17026" y="0"/>
                  </a:cubicBezTo>
                  <a:close/>
                </a:path>
              </a:pathLst>
            </a:custGeom>
            <a:solidFill>
              <a:srgbClr val="575756"/>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16" name="Google Shape;83;p15"/>
            <p:cNvSpPr/>
            <p:nvPr/>
          </p:nvSpPr>
          <p:spPr>
            <a:xfrm>
              <a:off x="2053022" y="2400797"/>
              <a:ext cx="384615" cy="318925"/>
            </a:xfrm>
            <a:custGeom>
              <a:avLst/>
              <a:gdLst/>
              <a:ahLst/>
              <a:cxnLst/>
              <a:rect l="l" t="t" r="r" b="b"/>
              <a:pathLst>
                <a:path w="9450" h="7836" extrusionOk="0">
                  <a:moveTo>
                    <a:pt x="587" y="1"/>
                  </a:moveTo>
                  <a:lnTo>
                    <a:pt x="587" y="1"/>
                  </a:lnTo>
                  <a:cubicBezTo>
                    <a:pt x="599" y="1477"/>
                    <a:pt x="492" y="4513"/>
                    <a:pt x="182" y="6370"/>
                  </a:cubicBezTo>
                  <a:cubicBezTo>
                    <a:pt x="0" y="7389"/>
                    <a:pt x="2797" y="7835"/>
                    <a:pt x="5353" y="7835"/>
                  </a:cubicBezTo>
                  <a:cubicBezTo>
                    <a:pt x="7485" y="7835"/>
                    <a:pt x="9449" y="7525"/>
                    <a:pt x="9374" y="6978"/>
                  </a:cubicBezTo>
                  <a:cubicBezTo>
                    <a:pt x="9255" y="6644"/>
                    <a:pt x="8909" y="2549"/>
                    <a:pt x="9016" y="382"/>
                  </a:cubicBezTo>
                  <a:lnTo>
                    <a:pt x="587" y="1"/>
                  </a:lnTo>
                  <a:close/>
                </a:path>
              </a:pathLst>
            </a:custGeom>
            <a:solidFill>
              <a:srgbClr val="EEEEEE"/>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17" name="Google Shape;84;p15"/>
            <p:cNvSpPr/>
            <p:nvPr/>
          </p:nvSpPr>
          <p:spPr>
            <a:xfrm>
              <a:off x="2076873" y="2363963"/>
              <a:ext cx="343142" cy="217135"/>
            </a:xfrm>
            <a:custGeom>
              <a:avLst/>
              <a:gdLst/>
              <a:ahLst/>
              <a:cxnLst/>
              <a:rect l="l" t="t" r="r" b="b"/>
              <a:pathLst>
                <a:path w="8431" h="5335" extrusionOk="0">
                  <a:moveTo>
                    <a:pt x="8430" y="1"/>
                  </a:moveTo>
                  <a:lnTo>
                    <a:pt x="1" y="906"/>
                  </a:lnTo>
                  <a:cubicBezTo>
                    <a:pt x="1" y="906"/>
                    <a:pt x="72" y="1441"/>
                    <a:pt x="13" y="2382"/>
                  </a:cubicBezTo>
                  <a:cubicBezTo>
                    <a:pt x="13" y="2382"/>
                    <a:pt x="2525" y="5335"/>
                    <a:pt x="4311" y="5335"/>
                  </a:cubicBezTo>
                  <a:cubicBezTo>
                    <a:pt x="6097" y="5335"/>
                    <a:pt x="8395" y="2596"/>
                    <a:pt x="8395" y="2596"/>
                  </a:cubicBezTo>
                  <a:cubicBezTo>
                    <a:pt x="8395" y="2596"/>
                    <a:pt x="8347" y="775"/>
                    <a:pt x="8430" y="1"/>
                  </a:cubicBezTo>
                  <a:close/>
                </a:path>
              </a:pathLst>
            </a:custGeom>
            <a:solidFill>
              <a:srgbClr val="C1C1C1"/>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18" name="Google Shape;85;p15"/>
            <p:cNvSpPr/>
            <p:nvPr/>
          </p:nvSpPr>
          <p:spPr>
            <a:xfrm>
              <a:off x="2493640" y="1956032"/>
              <a:ext cx="179528" cy="223443"/>
            </a:xfrm>
            <a:custGeom>
              <a:avLst/>
              <a:gdLst/>
              <a:ahLst/>
              <a:cxnLst/>
              <a:rect l="l" t="t" r="r" b="b"/>
              <a:pathLst>
                <a:path w="4411" h="5490" extrusionOk="0">
                  <a:moveTo>
                    <a:pt x="2769" y="0"/>
                  </a:moveTo>
                  <a:cubicBezTo>
                    <a:pt x="2657" y="0"/>
                    <a:pt x="2540" y="11"/>
                    <a:pt x="2417" y="34"/>
                  </a:cubicBezTo>
                  <a:cubicBezTo>
                    <a:pt x="1215" y="273"/>
                    <a:pt x="405" y="1035"/>
                    <a:pt x="203" y="2559"/>
                  </a:cubicBezTo>
                  <a:cubicBezTo>
                    <a:pt x="0" y="4094"/>
                    <a:pt x="762" y="4904"/>
                    <a:pt x="1691" y="5380"/>
                  </a:cubicBezTo>
                  <a:cubicBezTo>
                    <a:pt x="1833" y="5455"/>
                    <a:pt x="1976" y="5489"/>
                    <a:pt x="2117" y="5489"/>
                  </a:cubicBezTo>
                  <a:cubicBezTo>
                    <a:pt x="3105" y="5489"/>
                    <a:pt x="4040" y="3818"/>
                    <a:pt x="4227" y="2475"/>
                  </a:cubicBezTo>
                  <a:cubicBezTo>
                    <a:pt x="4411" y="1081"/>
                    <a:pt x="3868" y="0"/>
                    <a:pt x="2769" y="0"/>
                  </a:cubicBezTo>
                  <a:close/>
                </a:path>
              </a:pathLst>
            </a:custGeom>
            <a:solidFill>
              <a:srgbClr val="ED906B"/>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19" name="Google Shape;86;p15"/>
            <p:cNvSpPr/>
            <p:nvPr/>
          </p:nvSpPr>
          <p:spPr>
            <a:xfrm>
              <a:off x="2572150" y="1956113"/>
              <a:ext cx="78999" cy="49817"/>
            </a:xfrm>
            <a:custGeom>
              <a:avLst/>
              <a:gdLst/>
              <a:ahLst/>
              <a:cxnLst/>
              <a:rect l="l" t="t" r="r" b="b"/>
              <a:pathLst>
                <a:path w="1941" h="1224" extrusionOk="0">
                  <a:moveTo>
                    <a:pt x="820" y="0"/>
                  </a:moveTo>
                  <a:cubicBezTo>
                    <a:pt x="433" y="0"/>
                    <a:pt x="155" y="140"/>
                    <a:pt x="155" y="140"/>
                  </a:cubicBezTo>
                  <a:lnTo>
                    <a:pt x="0" y="1223"/>
                  </a:lnTo>
                  <a:cubicBezTo>
                    <a:pt x="222" y="536"/>
                    <a:pt x="784" y="318"/>
                    <a:pt x="1254" y="318"/>
                  </a:cubicBezTo>
                  <a:cubicBezTo>
                    <a:pt x="1565" y="318"/>
                    <a:pt x="1836" y="414"/>
                    <a:pt x="1941" y="533"/>
                  </a:cubicBezTo>
                  <a:cubicBezTo>
                    <a:pt x="1941" y="533"/>
                    <a:pt x="1715" y="116"/>
                    <a:pt x="1072" y="21"/>
                  </a:cubicBezTo>
                  <a:cubicBezTo>
                    <a:pt x="984" y="6"/>
                    <a:pt x="900" y="0"/>
                    <a:pt x="820" y="0"/>
                  </a:cubicBezTo>
                  <a:close/>
                </a:path>
              </a:pathLst>
            </a:custGeom>
            <a:solidFill>
              <a:srgbClr val="FFAF99"/>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20" name="Google Shape;87;p15"/>
            <p:cNvSpPr/>
            <p:nvPr/>
          </p:nvSpPr>
          <p:spPr>
            <a:xfrm>
              <a:off x="1852779" y="1956520"/>
              <a:ext cx="179080" cy="223443"/>
            </a:xfrm>
            <a:custGeom>
              <a:avLst/>
              <a:gdLst/>
              <a:ahLst/>
              <a:cxnLst/>
              <a:rect l="l" t="t" r="r" b="b"/>
              <a:pathLst>
                <a:path w="4400" h="5490" extrusionOk="0">
                  <a:moveTo>
                    <a:pt x="1625" y="0"/>
                  </a:moveTo>
                  <a:cubicBezTo>
                    <a:pt x="544" y="0"/>
                    <a:pt x="1" y="1081"/>
                    <a:pt x="185" y="2475"/>
                  </a:cubicBezTo>
                  <a:cubicBezTo>
                    <a:pt x="372" y="3818"/>
                    <a:pt x="1306" y="5489"/>
                    <a:pt x="2294" y="5489"/>
                  </a:cubicBezTo>
                  <a:cubicBezTo>
                    <a:pt x="2436" y="5489"/>
                    <a:pt x="2579" y="5455"/>
                    <a:pt x="2721" y="5380"/>
                  </a:cubicBezTo>
                  <a:cubicBezTo>
                    <a:pt x="3638" y="4904"/>
                    <a:pt x="4400" y="4094"/>
                    <a:pt x="4209" y="2570"/>
                  </a:cubicBezTo>
                  <a:cubicBezTo>
                    <a:pt x="3995" y="1034"/>
                    <a:pt x="3197" y="284"/>
                    <a:pt x="1971" y="34"/>
                  </a:cubicBezTo>
                  <a:cubicBezTo>
                    <a:pt x="1850" y="11"/>
                    <a:pt x="1735" y="0"/>
                    <a:pt x="1625" y="0"/>
                  </a:cubicBezTo>
                  <a:close/>
                </a:path>
              </a:pathLst>
            </a:custGeom>
            <a:solidFill>
              <a:srgbClr val="ED906B"/>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21" name="Google Shape;88;p15"/>
            <p:cNvSpPr/>
            <p:nvPr/>
          </p:nvSpPr>
          <p:spPr>
            <a:xfrm>
              <a:off x="1874798" y="1956764"/>
              <a:ext cx="79039" cy="49613"/>
            </a:xfrm>
            <a:custGeom>
              <a:avLst/>
              <a:gdLst/>
              <a:ahLst/>
              <a:cxnLst/>
              <a:rect l="l" t="t" r="r" b="b"/>
              <a:pathLst>
                <a:path w="1942" h="1219" extrusionOk="0">
                  <a:moveTo>
                    <a:pt x="1099" y="0"/>
                  </a:moveTo>
                  <a:cubicBezTo>
                    <a:pt x="1026" y="0"/>
                    <a:pt x="949" y="5"/>
                    <a:pt x="870" y="16"/>
                  </a:cubicBezTo>
                  <a:cubicBezTo>
                    <a:pt x="227" y="124"/>
                    <a:pt x="1" y="540"/>
                    <a:pt x="1" y="540"/>
                  </a:cubicBezTo>
                  <a:cubicBezTo>
                    <a:pt x="107" y="420"/>
                    <a:pt x="383" y="321"/>
                    <a:pt x="699" y="321"/>
                  </a:cubicBezTo>
                  <a:cubicBezTo>
                    <a:pt x="1167" y="321"/>
                    <a:pt x="1722" y="537"/>
                    <a:pt x="1942" y="1219"/>
                  </a:cubicBezTo>
                  <a:lnTo>
                    <a:pt x="1787" y="136"/>
                  </a:lnTo>
                  <a:cubicBezTo>
                    <a:pt x="1787" y="136"/>
                    <a:pt x="1491" y="0"/>
                    <a:pt x="1099" y="0"/>
                  </a:cubicBezTo>
                  <a:close/>
                </a:path>
              </a:pathLst>
            </a:custGeom>
            <a:solidFill>
              <a:srgbClr val="FFAF99"/>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22" name="Google Shape;89;p15"/>
            <p:cNvSpPr/>
            <p:nvPr/>
          </p:nvSpPr>
          <p:spPr>
            <a:xfrm>
              <a:off x="1948953" y="1581881"/>
              <a:ext cx="628530" cy="659544"/>
            </a:xfrm>
            <a:custGeom>
              <a:avLst/>
              <a:gdLst/>
              <a:ahLst/>
              <a:cxnLst/>
              <a:rect l="l" t="t" r="r" b="b"/>
              <a:pathLst>
                <a:path w="15443" h="16205" extrusionOk="0">
                  <a:moveTo>
                    <a:pt x="7728" y="0"/>
                  </a:moveTo>
                  <a:cubicBezTo>
                    <a:pt x="3453" y="0"/>
                    <a:pt x="1" y="2750"/>
                    <a:pt x="1" y="8477"/>
                  </a:cubicBezTo>
                  <a:cubicBezTo>
                    <a:pt x="1" y="12752"/>
                    <a:pt x="3453" y="16204"/>
                    <a:pt x="7728" y="16204"/>
                  </a:cubicBezTo>
                  <a:cubicBezTo>
                    <a:pt x="11990" y="16204"/>
                    <a:pt x="15443" y="12752"/>
                    <a:pt x="15443" y="8477"/>
                  </a:cubicBezTo>
                  <a:cubicBezTo>
                    <a:pt x="15443" y="2870"/>
                    <a:pt x="11978" y="0"/>
                    <a:pt x="7728" y="0"/>
                  </a:cubicBezTo>
                  <a:close/>
                </a:path>
              </a:pathLst>
            </a:custGeom>
            <a:solidFill>
              <a:srgbClr val="FFAF99"/>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23" name="Google Shape;90;p15"/>
            <p:cNvSpPr/>
            <p:nvPr/>
          </p:nvSpPr>
          <p:spPr>
            <a:xfrm>
              <a:off x="1947976" y="1926891"/>
              <a:ext cx="629507" cy="577777"/>
            </a:xfrm>
            <a:custGeom>
              <a:avLst/>
              <a:gdLst/>
              <a:ahLst/>
              <a:cxnLst/>
              <a:rect l="l" t="t" r="r" b="b"/>
              <a:pathLst>
                <a:path w="15467" h="14196" extrusionOk="0">
                  <a:moveTo>
                    <a:pt x="15467" y="0"/>
                  </a:moveTo>
                  <a:lnTo>
                    <a:pt x="1" y="24"/>
                  </a:lnTo>
                  <a:cubicBezTo>
                    <a:pt x="1" y="4156"/>
                    <a:pt x="1" y="7608"/>
                    <a:pt x="1584" y="9859"/>
                  </a:cubicBezTo>
                  <a:cubicBezTo>
                    <a:pt x="2489" y="11156"/>
                    <a:pt x="4775" y="13419"/>
                    <a:pt x="6537" y="14038"/>
                  </a:cubicBezTo>
                  <a:cubicBezTo>
                    <a:pt x="6813" y="14132"/>
                    <a:pt x="7390" y="14196"/>
                    <a:pt x="7901" y="14196"/>
                  </a:cubicBezTo>
                  <a:cubicBezTo>
                    <a:pt x="8228" y="14196"/>
                    <a:pt x="8528" y="14170"/>
                    <a:pt x="8704" y="14109"/>
                  </a:cubicBezTo>
                  <a:cubicBezTo>
                    <a:pt x="10490" y="13514"/>
                    <a:pt x="12943" y="11192"/>
                    <a:pt x="13895" y="9847"/>
                  </a:cubicBezTo>
                  <a:cubicBezTo>
                    <a:pt x="15467" y="7597"/>
                    <a:pt x="15467" y="4144"/>
                    <a:pt x="15467" y="0"/>
                  </a:cubicBezTo>
                  <a:close/>
                </a:path>
              </a:pathLst>
            </a:custGeom>
            <a:solidFill>
              <a:srgbClr val="EEEEEE"/>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24" name="Google Shape;91;p15"/>
            <p:cNvSpPr/>
            <p:nvPr/>
          </p:nvSpPr>
          <p:spPr>
            <a:xfrm>
              <a:off x="2346794" y="2016511"/>
              <a:ext cx="137647" cy="28287"/>
            </a:xfrm>
            <a:custGeom>
              <a:avLst/>
              <a:gdLst/>
              <a:ahLst/>
              <a:cxnLst/>
              <a:rect l="l" t="t" r="r" b="b"/>
              <a:pathLst>
                <a:path w="3382" h="695" extrusionOk="0">
                  <a:moveTo>
                    <a:pt x="2477" y="1"/>
                  </a:moveTo>
                  <a:cubicBezTo>
                    <a:pt x="2191" y="25"/>
                    <a:pt x="1918" y="37"/>
                    <a:pt x="1656" y="84"/>
                  </a:cubicBezTo>
                  <a:cubicBezTo>
                    <a:pt x="1382" y="120"/>
                    <a:pt x="1120" y="168"/>
                    <a:pt x="846" y="239"/>
                  </a:cubicBezTo>
                  <a:cubicBezTo>
                    <a:pt x="584" y="322"/>
                    <a:pt x="334" y="406"/>
                    <a:pt x="72" y="513"/>
                  </a:cubicBezTo>
                  <a:cubicBezTo>
                    <a:pt x="36" y="537"/>
                    <a:pt x="1" y="584"/>
                    <a:pt x="36" y="620"/>
                  </a:cubicBezTo>
                  <a:cubicBezTo>
                    <a:pt x="46" y="670"/>
                    <a:pt x="89" y="695"/>
                    <a:pt x="138" y="695"/>
                  </a:cubicBezTo>
                  <a:cubicBezTo>
                    <a:pt x="147" y="695"/>
                    <a:pt x="157" y="694"/>
                    <a:pt x="167" y="692"/>
                  </a:cubicBezTo>
                  <a:cubicBezTo>
                    <a:pt x="405" y="620"/>
                    <a:pt x="667" y="549"/>
                    <a:pt x="929" y="501"/>
                  </a:cubicBezTo>
                  <a:cubicBezTo>
                    <a:pt x="1179" y="453"/>
                    <a:pt x="1441" y="394"/>
                    <a:pt x="1703" y="358"/>
                  </a:cubicBezTo>
                  <a:cubicBezTo>
                    <a:pt x="1965" y="334"/>
                    <a:pt x="2215" y="299"/>
                    <a:pt x="2489" y="287"/>
                  </a:cubicBezTo>
                  <a:cubicBezTo>
                    <a:pt x="2751" y="263"/>
                    <a:pt x="3013" y="263"/>
                    <a:pt x="3275" y="263"/>
                  </a:cubicBezTo>
                  <a:cubicBezTo>
                    <a:pt x="3334" y="263"/>
                    <a:pt x="3382" y="215"/>
                    <a:pt x="3382" y="168"/>
                  </a:cubicBezTo>
                  <a:cubicBezTo>
                    <a:pt x="3382" y="108"/>
                    <a:pt x="3346" y="61"/>
                    <a:pt x="3287" y="49"/>
                  </a:cubicBezTo>
                  <a:cubicBezTo>
                    <a:pt x="3025" y="25"/>
                    <a:pt x="2739" y="1"/>
                    <a:pt x="2477" y="1"/>
                  </a:cubicBezTo>
                  <a:close/>
                </a:path>
              </a:pathLst>
            </a:custGeom>
            <a:solidFill>
              <a:srgbClr val="00000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25" name="Google Shape;92;p15"/>
            <p:cNvSpPr/>
            <p:nvPr/>
          </p:nvSpPr>
          <p:spPr>
            <a:xfrm>
              <a:off x="2023596" y="2020541"/>
              <a:ext cx="137159" cy="19780"/>
            </a:xfrm>
            <a:custGeom>
              <a:avLst/>
              <a:gdLst/>
              <a:ahLst/>
              <a:cxnLst/>
              <a:rect l="l" t="t" r="r" b="b"/>
              <a:pathLst>
                <a:path w="3370" h="486" extrusionOk="0">
                  <a:moveTo>
                    <a:pt x="1280" y="0"/>
                  </a:moveTo>
                  <a:cubicBezTo>
                    <a:pt x="1143" y="0"/>
                    <a:pt x="1006" y="3"/>
                    <a:pt x="869" y="9"/>
                  </a:cubicBezTo>
                  <a:cubicBezTo>
                    <a:pt x="607" y="21"/>
                    <a:pt x="334" y="69"/>
                    <a:pt x="72" y="128"/>
                  </a:cubicBezTo>
                  <a:cubicBezTo>
                    <a:pt x="24" y="128"/>
                    <a:pt x="0" y="188"/>
                    <a:pt x="0" y="235"/>
                  </a:cubicBezTo>
                  <a:cubicBezTo>
                    <a:pt x="0" y="283"/>
                    <a:pt x="36" y="319"/>
                    <a:pt x="95" y="319"/>
                  </a:cubicBezTo>
                  <a:cubicBezTo>
                    <a:pt x="369" y="307"/>
                    <a:pt x="619" y="283"/>
                    <a:pt x="893" y="283"/>
                  </a:cubicBezTo>
                  <a:cubicBezTo>
                    <a:pt x="1155" y="283"/>
                    <a:pt x="1405" y="283"/>
                    <a:pt x="1679" y="295"/>
                  </a:cubicBezTo>
                  <a:cubicBezTo>
                    <a:pt x="1941" y="307"/>
                    <a:pt x="2203" y="343"/>
                    <a:pt x="2465" y="366"/>
                  </a:cubicBezTo>
                  <a:cubicBezTo>
                    <a:pt x="2715" y="402"/>
                    <a:pt x="2989" y="438"/>
                    <a:pt x="3239" y="485"/>
                  </a:cubicBezTo>
                  <a:cubicBezTo>
                    <a:pt x="3298" y="485"/>
                    <a:pt x="3358" y="462"/>
                    <a:pt x="3346" y="426"/>
                  </a:cubicBezTo>
                  <a:cubicBezTo>
                    <a:pt x="3370" y="366"/>
                    <a:pt x="3346" y="307"/>
                    <a:pt x="3286" y="295"/>
                  </a:cubicBezTo>
                  <a:cubicBezTo>
                    <a:pt x="3024" y="200"/>
                    <a:pt x="2762" y="140"/>
                    <a:pt x="2489" y="104"/>
                  </a:cubicBezTo>
                  <a:cubicBezTo>
                    <a:pt x="2227" y="57"/>
                    <a:pt x="1965" y="21"/>
                    <a:pt x="1691" y="9"/>
                  </a:cubicBezTo>
                  <a:cubicBezTo>
                    <a:pt x="1554" y="3"/>
                    <a:pt x="1417" y="0"/>
                    <a:pt x="1280" y="0"/>
                  </a:cubicBezTo>
                  <a:close/>
                </a:path>
              </a:pathLst>
            </a:custGeom>
            <a:solidFill>
              <a:srgbClr val="00000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26" name="Google Shape;93;p15"/>
            <p:cNvSpPr/>
            <p:nvPr/>
          </p:nvSpPr>
          <p:spPr>
            <a:xfrm>
              <a:off x="2191728" y="2273977"/>
              <a:ext cx="142979" cy="31909"/>
            </a:xfrm>
            <a:custGeom>
              <a:avLst/>
              <a:gdLst/>
              <a:ahLst/>
              <a:cxnLst/>
              <a:rect l="l" t="t" r="r" b="b"/>
              <a:pathLst>
                <a:path w="3513" h="784" extrusionOk="0">
                  <a:moveTo>
                    <a:pt x="1818" y="0"/>
                  </a:moveTo>
                  <a:cubicBezTo>
                    <a:pt x="1245" y="0"/>
                    <a:pt x="655" y="66"/>
                    <a:pt x="405" y="188"/>
                  </a:cubicBezTo>
                  <a:cubicBezTo>
                    <a:pt x="1" y="402"/>
                    <a:pt x="1298" y="783"/>
                    <a:pt x="1739" y="783"/>
                  </a:cubicBezTo>
                  <a:cubicBezTo>
                    <a:pt x="2203" y="783"/>
                    <a:pt x="3513" y="438"/>
                    <a:pt x="3096" y="188"/>
                  </a:cubicBezTo>
                  <a:cubicBezTo>
                    <a:pt x="2893" y="60"/>
                    <a:pt x="2363" y="0"/>
                    <a:pt x="1818" y="0"/>
                  </a:cubicBezTo>
                  <a:close/>
                </a:path>
              </a:pathLst>
            </a:custGeom>
            <a:solidFill>
              <a:srgbClr val="ED906B"/>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27" name="Google Shape;94;p15"/>
            <p:cNvSpPr/>
            <p:nvPr/>
          </p:nvSpPr>
          <p:spPr>
            <a:xfrm>
              <a:off x="2206258" y="2424565"/>
              <a:ext cx="115385" cy="10216"/>
            </a:xfrm>
            <a:custGeom>
              <a:avLst/>
              <a:gdLst/>
              <a:ahLst/>
              <a:cxnLst/>
              <a:rect l="l" t="t" r="r" b="b"/>
              <a:pathLst>
                <a:path w="2835" h="251" extrusionOk="0">
                  <a:moveTo>
                    <a:pt x="1382" y="0"/>
                  </a:moveTo>
                  <a:cubicBezTo>
                    <a:pt x="1013" y="0"/>
                    <a:pt x="1" y="131"/>
                    <a:pt x="346" y="238"/>
                  </a:cubicBezTo>
                  <a:cubicBezTo>
                    <a:pt x="346" y="238"/>
                    <a:pt x="906" y="155"/>
                    <a:pt x="1370" y="155"/>
                  </a:cubicBezTo>
                  <a:cubicBezTo>
                    <a:pt x="1834" y="155"/>
                    <a:pt x="2501" y="250"/>
                    <a:pt x="2501" y="250"/>
                  </a:cubicBezTo>
                  <a:cubicBezTo>
                    <a:pt x="2835" y="155"/>
                    <a:pt x="1775" y="12"/>
                    <a:pt x="1382" y="0"/>
                  </a:cubicBezTo>
                  <a:close/>
                </a:path>
              </a:pathLst>
            </a:custGeom>
            <a:solidFill>
              <a:srgbClr val="ED906B"/>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28" name="Google Shape;95;p15"/>
            <p:cNvSpPr/>
            <p:nvPr/>
          </p:nvSpPr>
          <p:spPr>
            <a:xfrm>
              <a:off x="2151028" y="2349067"/>
              <a:ext cx="225844" cy="30077"/>
            </a:xfrm>
            <a:custGeom>
              <a:avLst/>
              <a:gdLst/>
              <a:ahLst/>
              <a:cxnLst/>
              <a:rect l="l" t="t" r="r" b="b"/>
              <a:pathLst>
                <a:path w="5549" h="739" extrusionOk="0">
                  <a:moveTo>
                    <a:pt x="2311" y="1"/>
                  </a:moveTo>
                  <a:cubicBezTo>
                    <a:pt x="1737" y="1"/>
                    <a:pt x="1046" y="324"/>
                    <a:pt x="490" y="324"/>
                  </a:cubicBezTo>
                  <a:cubicBezTo>
                    <a:pt x="310" y="324"/>
                    <a:pt x="144" y="290"/>
                    <a:pt x="1" y="200"/>
                  </a:cubicBezTo>
                  <a:lnTo>
                    <a:pt x="1" y="200"/>
                  </a:lnTo>
                  <a:cubicBezTo>
                    <a:pt x="282" y="526"/>
                    <a:pt x="1696" y="739"/>
                    <a:pt x="3033" y="739"/>
                  </a:cubicBezTo>
                  <a:cubicBezTo>
                    <a:pt x="4187" y="739"/>
                    <a:pt x="5284" y="581"/>
                    <a:pt x="5549" y="200"/>
                  </a:cubicBezTo>
                  <a:lnTo>
                    <a:pt x="5549" y="200"/>
                  </a:lnTo>
                  <a:cubicBezTo>
                    <a:pt x="5406" y="290"/>
                    <a:pt x="5240" y="324"/>
                    <a:pt x="5061" y="324"/>
                  </a:cubicBezTo>
                  <a:cubicBezTo>
                    <a:pt x="4507" y="324"/>
                    <a:pt x="3822" y="1"/>
                    <a:pt x="3249" y="1"/>
                  </a:cubicBezTo>
                  <a:cubicBezTo>
                    <a:pt x="3097" y="1"/>
                    <a:pt x="2954" y="23"/>
                    <a:pt x="2822" y="81"/>
                  </a:cubicBezTo>
                  <a:lnTo>
                    <a:pt x="2739" y="81"/>
                  </a:lnTo>
                  <a:cubicBezTo>
                    <a:pt x="2608" y="23"/>
                    <a:pt x="2463" y="1"/>
                    <a:pt x="2311" y="1"/>
                  </a:cubicBezTo>
                  <a:close/>
                </a:path>
              </a:pathLst>
            </a:custGeom>
            <a:solidFill>
              <a:srgbClr val="ED906B"/>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29" name="Google Shape;96;p15"/>
            <p:cNvSpPr/>
            <p:nvPr/>
          </p:nvSpPr>
          <p:spPr>
            <a:xfrm>
              <a:off x="2164093" y="2364940"/>
              <a:ext cx="202116" cy="38258"/>
            </a:xfrm>
            <a:custGeom>
              <a:avLst/>
              <a:gdLst/>
              <a:ahLst/>
              <a:cxnLst/>
              <a:rect l="l" t="t" r="r" b="b"/>
              <a:pathLst>
                <a:path w="4966" h="940" extrusionOk="0">
                  <a:moveTo>
                    <a:pt x="1" y="1"/>
                  </a:moveTo>
                  <a:cubicBezTo>
                    <a:pt x="332" y="259"/>
                    <a:pt x="1409" y="931"/>
                    <a:pt x="2147" y="931"/>
                  </a:cubicBezTo>
                  <a:cubicBezTo>
                    <a:pt x="2258" y="931"/>
                    <a:pt x="2362" y="916"/>
                    <a:pt x="2454" y="882"/>
                  </a:cubicBezTo>
                  <a:cubicBezTo>
                    <a:pt x="2584" y="922"/>
                    <a:pt x="2712" y="939"/>
                    <a:pt x="2838" y="939"/>
                  </a:cubicBezTo>
                  <a:cubicBezTo>
                    <a:pt x="3651" y="939"/>
                    <a:pt x="4389" y="211"/>
                    <a:pt x="4966" y="36"/>
                  </a:cubicBezTo>
                  <a:lnTo>
                    <a:pt x="4966" y="36"/>
                  </a:lnTo>
                  <a:lnTo>
                    <a:pt x="2454" y="298"/>
                  </a:lnTo>
                  <a:lnTo>
                    <a:pt x="1" y="1"/>
                  </a:lnTo>
                  <a:close/>
                </a:path>
              </a:pathLst>
            </a:custGeom>
            <a:solidFill>
              <a:srgbClr val="ED906B"/>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30" name="Google Shape;97;p15"/>
            <p:cNvSpPr/>
            <p:nvPr/>
          </p:nvSpPr>
          <p:spPr>
            <a:xfrm>
              <a:off x="2202880" y="2371737"/>
              <a:ext cx="114408" cy="12658"/>
            </a:xfrm>
            <a:custGeom>
              <a:avLst/>
              <a:gdLst/>
              <a:ahLst/>
              <a:cxnLst/>
              <a:rect l="l" t="t" r="r" b="b"/>
              <a:pathLst>
                <a:path w="2811" h="311" extrusionOk="0">
                  <a:moveTo>
                    <a:pt x="2810" y="0"/>
                  </a:moveTo>
                  <a:lnTo>
                    <a:pt x="2810" y="0"/>
                  </a:lnTo>
                  <a:cubicBezTo>
                    <a:pt x="2632" y="84"/>
                    <a:pt x="2370" y="131"/>
                    <a:pt x="2096" y="167"/>
                  </a:cubicBezTo>
                  <a:cubicBezTo>
                    <a:pt x="1917" y="179"/>
                    <a:pt x="1715" y="262"/>
                    <a:pt x="1524" y="262"/>
                  </a:cubicBezTo>
                  <a:cubicBezTo>
                    <a:pt x="1322" y="262"/>
                    <a:pt x="1096" y="167"/>
                    <a:pt x="893" y="143"/>
                  </a:cubicBezTo>
                  <a:cubicBezTo>
                    <a:pt x="560" y="119"/>
                    <a:pt x="251" y="72"/>
                    <a:pt x="0" y="12"/>
                  </a:cubicBezTo>
                  <a:lnTo>
                    <a:pt x="0" y="12"/>
                  </a:lnTo>
                  <a:cubicBezTo>
                    <a:pt x="1" y="12"/>
                    <a:pt x="746" y="310"/>
                    <a:pt x="1482" y="310"/>
                  </a:cubicBezTo>
                  <a:cubicBezTo>
                    <a:pt x="1496" y="310"/>
                    <a:pt x="1510" y="310"/>
                    <a:pt x="1524" y="310"/>
                  </a:cubicBezTo>
                  <a:cubicBezTo>
                    <a:pt x="2274" y="310"/>
                    <a:pt x="2810" y="0"/>
                    <a:pt x="2810" y="0"/>
                  </a:cubicBezTo>
                  <a:close/>
                </a:path>
              </a:pathLst>
            </a:custGeom>
            <a:solidFill>
              <a:srgbClr val="C1C1C1"/>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31" name="Google Shape;98;p15"/>
            <p:cNvSpPr/>
            <p:nvPr/>
          </p:nvSpPr>
          <p:spPr>
            <a:xfrm>
              <a:off x="2625914" y="3196473"/>
              <a:ext cx="88238" cy="491900"/>
            </a:xfrm>
            <a:custGeom>
              <a:avLst/>
              <a:gdLst/>
              <a:ahLst/>
              <a:cxnLst/>
              <a:rect l="l" t="t" r="r" b="b"/>
              <a:pathLst>
                <a:path w="2168" h="12086" extrusionOk="0">
                  <a:moveTo>
                    <a:pt x="1" y="1"/>
                  </a:moveTo>
                  <a:lnTo>
                    <a:pt x="453" y="7013"/>
                  </a:lnTo>
                  <a:lnTo>
                    <a:pt x="1072" y="7299"/>
                  </a:lnTo>
                  <a:lnTo>
                    <a:pt x="1370" y="12085"/>
                  </a:lnTo>
                  <a:lnTo>
                    <a:pt x="1644" y="6406"/>
                  </a:lnTo>
                  <a:lnTo>
                    <a:pt x="2168" y="6299"/>
                  </a:lnTo>
                  <a:lnTo>
                    <a:pt x="2168" y="6299"/>
                  </a:lnTo>
                  <a:lnTo>
                    <a:pt x="1191" y="6478"/>
                  </a:lnTo>
                  <a:lnTo>
                    <a:pt x="1" y="1"/>
                  </a:lnTo>
                  <a:close/>
                </a:path>
              </a:pathLst>
            </a:custGeom>
            <a:solidFill>
              <a:srgbClr val="C1C1C1"/>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32" name="Google Shape;99;p15"/>
            <p:cNvSpPr/>
            <p:nvPr/>
          </p:nvSpPr>
          <p:spPr>
            <a:xfrm>
              <a:off x="1769181" y="3196473"/>
              <a:ext cx="114408" cy="573300"/>
            </a:xfrm>
            <a:custGeom>
              <a:avLst/>
              <a:gdLst/>
              <a:ahLst/>
              <a:cxnLst/>
              <a:rect l="l" t="t" r="r" b="b"/>
              <a:pathLst>
                <a:path w="2811" h="14086" extrusionOk="0">
                  <a:moveTo>
                    <a:pt x="386" y="6230"/>
                  </a:moveTo>
                  <a:cubicBezTo>
                    <a:pt x="376" y="6230"/>
                    <a:pt x="369" y="6240"/>
                    <a:pt x="369" y="6240"/>
                  </a:cubicBezTo>
                  <a:lnTo>
                    <a:pt x="410" y="6247"/>
                  </a:lnTo>
                  <a:lnTo>
                    <a:pt x="410" y="6247"/>
                  </a:lnTo>
                  <a:cubicBezTo>
                    <a:pt x="401" y="6234"/>
                    <a:pt x="393" y="6230"/>
                    <a:pt x="386" y="6230"/>
                  </a:cubicBezTo>
                  <a:close/>
                  <a:moveTo>
                    <a:pt x="2810" y="1"/>
                  </a:moveTo>
                  <a:lnTo>
                    <a:pt x="1620" y="6478"/>
                  </a:lnTo>
                  <a:lnTo>
                    <a:pt x="410" y="6247"/>
                  </a:lnTo>
                  <a:lnTo>
                    <a:pt x="410" y="6247"/>
                  </a:lnTo>
                  <a:cubicBezTo>
                    <a:pt x="447" y="6299"/>
                    <a:pt x="498" y="6496"/>
                    <a:pt x="512" y="7168"/>
                  </a:cubicBezTo>
                  <a:cubicBezTo>
                    <a:pt x="608" y="9847"/>
                    <a:pt x="0" y="14086"/>
                    <a:pt x="0" y="14086"/>
                  </a:cubicBezTo>
                  <a:lnTo>
                    <a:pt x="1131" y="7299"/>
                  </a:lnTo>
                  <a:lnTo>
                    <a:pt x="2155" y="7299"/>
                  </a:lnTo>
                  <a:lnTo>
                    <a:pt x="2810" y="1"/>
                  </a:lnTo>
                  <a:close/>
                </a:path>
              </a:pathLst>
            </a:custGeom>
            <a:solidFill>
              <a:srgbClr val="C1C1C1"/>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33" name="Google Shape;100;p15"/>
            <p:cNvSpPr/>
            <p:nvPr/>
          </p:nvSpPr>
          <p:spPr>
            <a:xfrm>
              <a:off x="2563888" y="2040768"/>
              <a:ext cx="37851" cy="96947"/>
            </a:xfrm>
            <a:custGeom>
              <a:avLst/>
              <a:gdLst/>
              <a:ahLst/>
              <a:cxnLst/>
              <a:rect l="l" t="t" r="r" b="b"/>
              <a:pathLst>
                <a:path w="930" h="2382" extrusionOk="0">
                  <a:moveTo>
                    <a:pt x="274" y="0"/>
                  </a:moveTo>
                  <a:lnTo>
                    <a:pt x="1" y="2382"/>
                  </a:lnTo>
                  <a:cubicBezTo>
                    <a:pt x="1" y="2382"/>
                    <a:pt x="870" y="1655"/>
                    <a:pt x="906" y="1286"/>
                  </a:cubicBezTo>
                  <a:cubicBezTo>
                    <a:pt x="929" y="917"/>
                    <a:pt x="274" y="0"/>
                    <a:pt x="274" y="0"/>
                  </a:cubicBezTo>
                  <a:close/>
                </a:path>
              </a:pathLst>
            </a:custGeom>
            <a:solidFill>
              <a:srgbClr val="FFAF99"/>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34" name="Google Shape;101;p15"/>
            <p:cNvSpPr/>
            <p:nvPr/>
          </p:nvSpPr>
          <p:spPr>
            <a:xfrm>
              <a:off x="1301539" y="4483026"/>
              <a:ext cx="1885590" cy="50427"/>
            </a:xfrm>
            <a:custGeom>
              <a:avLst/>
              <a:gdLst/>
              <a:ahLst/>
              <a:cxnLst/>
              <a:rect l="l" t="t" r="r" b="b"/>
              <a:pathLst>
                <a:path w="46329" h="1239" extrusionOk="0">
                  <a:moveTo>
                    <a:pt x="144" y="1"/>
                  </a:moveTo>
                  <a:cubicBezTo>
                    <a:pt x="72" y="1"/>
                    <a:pt x="1" y="84"/>
                    <a:pt x="1" y="155"/>
                  </a:cubicBezTo>
                  <a:lnTo>
                    <a:pt x="1" y="1096"/>
                  </a:lnTo>
                  <a:cubicBezTo>
                    <a:pt x="1" y="1167"/>
                    <a:pt x="72" y="1239"/>
                    <a:pt x="144" y="1239"/>
                  </a:cubicBezTo>
                  <a:lnTo>
                    <a:pt x="46173" y="1239"/>
                  </a:lnTo>
                  <a:cubicBezTo>
                    <a:pt x="46257" y="1239"/>
                    <a:pt x="46328" y="1167"/>
                    <a:pt x="46328" y="1096"/>
                  </a:cubicBezTo>
                  <a:lnTo>
                    <a:pt x="46328" y="155"/>
                  </a:lnTo>
                  <a:cubicBezTo>
                    <a:pt x="46328" y="84"/>
                    <a:pt x="46257" y="1"/>
                    <a:pt x="46173" y="1"/>
                  </a:cubicBezTo>
                  <a:close/>
                </a:path>
              </a:pathLst>
            </a:custGeom>
            <a:solidFill>
              <a:srgbClr val="FFFFFF"/>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35" name="Google Shape;102;p15"/>
            <p:cNvSpPr/>
            <p:nvPr/>
          </p:nvSpPr>
          <p:spPr>
            <a:xfrm>
              <a:off x="2077361" y="2112969"/>
              <a:ext cx="72731" cy="100814"/>
            </a:xfrm>
            <a:custGeom>
              <a:avLst/>
              <a:gdLst/>
              <a:ahLst/>
              <a:cxnLst/>
              <a:rect l="l" t="t" r="r" b="b"/>
              <a:pathLst>
                <a:path w="1787" h="2477" extrusionOk="0">
                  <a:moveTo>
                    <a:pt x="894" y="0"/>
                  </a:moveTo>
                  <a:cubicBezTo>
                    <a:pt x="406" y="0"/>
                    <a:pt x="1" y="548"/>
                    <a:pt x="1" y="1239"/>
                  </a:cubicBezTo>
                  <a:cubicBezTo>
                    <a:pt x="1" y="1917"/>
                    <a:pt x="406" y="2477"/>
                    <a:pt x="894" y="2477"/>
                  </a:cubicBezTo>
                  <a:cubicBezTo>
                    <a:pt x="1382" y="2477"/>
                    <a:pt x="1787" y="1917"/>
                    <a:pt x="1787" y="1239"/>
                  </a:cubicBezTo>
                  <a:cubicBezTo>
                    <a:pt x="1787" y="572"/>
                    <a:pt x="1382" y="12"/>
                    <a:pt x="894" y="0"/>
                  </a:cubicBezTo>
                  <a:close/>
                </a:path>
              </a:pathLst>
            </a:custGeom>
            <a:solidFill>
              <a:srgbClr val="00000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36" name="Google Shape;103;p15"/>
            <p:cNvSpPr/>
            <p:nvPr/>
          </p:nvSpPr>
          <p:spPr>
            <a:xfrm>
              <a:off x="2366168" y="2112969"/>
              <a:ext cx="72731" cy="100814"/>
            </a:xfrm>
            <a:custGeom>
              <a:avLst/>
              <a:gdLst/>
              <a:ahLst/>
              <a:cxnLst/>
              <a:rect l="l" t="t" r="r" b="b"/>
              <a:pathLst>
                <a:path w="1787" h="2477" extrusionOk="0">
                  <a:moveTo>
                    <a:pt x="894" y="0"/>
                  </a:moveTo>
                  <a:cubicBezTo>
                    <a:pt x="406" y="0"/>
                    <a:pt x="1" y="548"/>
                    <a:pt x="1" y="1239"/>
                  </a:cubicBezTo>
                  <a:cubicBezTo>
                    <a:pt x="1" y="1917"/>
                    <a:pt x="406" y="2477"/>
                    <a:pt x="894" y="2477"/>
                  </a:cubicBezTo>
                  <a:cubicBezTo>
                    <a:pt x="1382" y="2477"/>
                    <a:pt x="1787" y="1917"/>
                    <a:pt x="1787" y="1239"/>
                  </a:cubicBezTo>
                  <a:cubicBezTo>
                    <a:pt x="1787" y="572"/>
                    <a:pt x="1382" y="12"/>
                    <a:pt x="894" y="0"/>
                  </a:cubicBezTo>
                  <a:close/>
                </a:path>
              </a:pathLst>
            </a:custGeom>
            <a:solidFill>
              <a:srgbClr val="00000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37" name="Google Shape;104;p15"/>
            <p:cNvSpPr/>
            <p:nvPr/>
          </p:nvSpPr>
          <p:spPr>
            <a:xfrm>
              <a:off x="1929742" y="2140726"/>
              <a:ext cx="654537" cy="389499"/>
            </a:xfrm>
            <a:custGeom>
              <a:avLst/>
              <a:gdLst/>
              <a:ahLst/>
              <a:cxnLst/>
              <a:rect l="l" t="t" r="r" b="b"/>
              <a:pathLst>
                <a:path w="16082" h="9570" extrusionOk="0">
                  <a:moveTo>
                    <a:pt x="65" y="1"/>
                  </a:moveTo>
                  <a:cubicBezTo>
                    <a:pt x="0" y="1"/>
                    <a:pt x="89" y="603"/>
                    <a:pt x="615" y="2759"/>
                  </a:cubicBezTo>
                  <a:cubicBezTo>
                    <a:pt x="1782" y="7605"/>
                    <a:pt x="7259" y="9570"/>
                    <a:pt x="8224" y="9570"/>
                  </a:cubicBezTo>
                  <a:cubicBezTo>
                    <a:pt x="9188" y="9570"/>
                    <a:pt x="10462" y="8724"/>
                    <a:pt x="13141" y="6557"/>
                  </a:cubicBezTo>
                  <a:cubicBezTo>
                    <a:pt x="15820" y="4379"/>
                    <a:pt x="16082" y="735"/>
                    <a:pt x="16082" y="735"/>
                  </a:cubicBezTo>
                  <a:lnTo>
                    <a:pt x="16082" y="735"/>
                  </a:lnTo>
                  <a:cubicBezTo>
                    <a:pt x="15394" y="1695"/>
                    <a:pt x="13549" y="3294"/>
                    <a:pt x="11894" y="3294"/>
                  </a:cubicBezTo>
                  <a:cubicBezTo>
                    <a:pt x="11372" y="3294"/>
                    <a:pt x="10869" y="3135"/>
                    <a:pt x="10426" y="2747"/>
                  </a:cubicBezTo>
                  <a:cubicBezTo>
                    <a:pt x="9496" y="1926"/>
                    <a:pt x="9035" y="1527"/>
                    <a:pt x="8522" y="1527"/>
                  </a:cubicBezTo>
                  <a:cubicBezTo>
                    <a:pt x="8016" y="1527"/>
                    <a:pt x="7459" y="1914"/>
                    <a:pt x="6354" y="2664"/>
                  </a:cubicBezTo>
                  <a:cubicBezTo>
                    <a:pt x="5759" y="3071"/>
                    <a:pt x="5130" y="3239"/>
                    <a:pt x="4511" y="3239"/>
                  </a:cubicBezTo>
                  <a:cubicBezTo>
                    <a:pt x="2812" y="3239"/>
                    <a:pt x="1179" y="1982"/>
                    <a:pt x="473" y="961"/>
                  </a:cubicBezTo>
                  <a:cubicBezTo>
                    <a:pt x="473" y="961"/>
                    <a:pt x="146" y="1"/>
                    <a:pt x="65" y="1"/>
                  </a:cubicBezTo>
                  <a:close/>
                </a:path>
              </a:pathLst>
            </a:custGeom>
            <a:solidFill>
              <a:srgbClr val="00000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38" name="Google Shape;105;p15"/>
            <p:cNvSpPr/>
            <p:nvPr/>
          </p:nvSpPr>
          <p:spPr>
            <a:xfrm>
              <a:off x="2004183" y="2745807"/>
              <a:ext cx="51404" cy="251567"/>
            </a:xfrm>
            <a:custGeom>
              <a:avLst/>
              <a:gdLst/>
              <a:ahLst/>
              <a:cxnLst/>
              <a:rect l="l" t="t" r="r" b="b"/>
              <a:pathLst>
                <a:path w="1263" h="6181" fill="none" extrusionOk="0">
                  <a:moveTo>
                    <a:pt x="1" y="1"/>
                  </a:moveTo>
                  <a:cubicBezTo>
                    <a:pt x="25" y="2025"/>
                    <a:pt x="775" y="4097"/>
                    <a:pt x="1263" y="6180"/>
                  </a:cubicBezTo>
                </a:path>
              </a:pathLst>
            </a:custGeom>
            <a:noFill/>
            <a:ln w="3875" cap="rnd" cmpd="sng">
              <a:solidFill>
                <a:srgbClr val="EFEFEF"/>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39" name="Google Shape;106;p15"/>
            <p:cNvSpPr/>
            <p:nvPr/>
          </p:nvSpPr>
          <p:spPr>
            <a:xfrm>
              <a:off x="2428683" y="2748249"/>
              <a:ext cx="83394" cy="379446"/>
            </a:xfrm>
            <a:custGeom>
              <a:avLst/>
              <a:gdLst/>
              <a:ahLst/>
              <a:cxnLst/>
              <a:rect l="l" t="t" r="r" b="b"/>
              <a:pathLst>
                <a:path w="2049" h="9323" fill="none" extrusionOk="0">
                  <a:moveTo>
                    <a:pt x="2049" y="0"/>
                  </a:moveTo>
                  <a:cubicBezTo>
                    <a:pt x="1799" y="1489"/>
                    <a:pt x="775" y="2727"/>
                    <a:pt x="418" y="4251"/>
                  </a:cubicBezTo>
                  <a:cubicBezTo>
                    <a:pt x="1" y="6037"/>
                    <a:pt x="287" y="7561"/>
                    <a:pt x="656" y="9323"/>
                  </a:cubicBezTo>
                </a:path>
              </a:pathLst>
            </a:custGeom>
            <a:noFill/>
            <a:ln w="3875" cap="rnd" cmpd="sng">
              <a:solidFill>
                <a:srgbClr val="EFEFEF"/>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40" name="Google Shape;107;p15"/>
            <p:cNvSpPr/>
            <p:nvPr/>
          </p:nvSpPr>
          <p:spPr>
            <a:xfrm>
              <a:off x="2445166" y="3074374"/>
              <a:ext cx="10704" cy="53317"/>
            </a:xfrm>
            <a:custGeom>
              <a:avLst/>
              <a:gdLst/>
              <a:ahLst/>
              <a:cxnLst/>
              <a:rect l="l" t="t" r="r" b="b"/>
              <a:pathLst>
                <a:path w="263" h="1310" fill="none" extrusionOk="0">
                  <a:moveTo>
                    <a:pt x="1" y="0"/>
                  </a:moveTo>
                  <a:lnTo>
                    <a:pt x="263" y="1310"/>
                  </a:lnTo>
                </a:path>
              </a:pathLst>
            </a:custGeom>
            <a:noFill/>
            <a:ln w="7450" cap="rnd" cmpd="sng">
              <a:solidFill>
                <a:srgbClr val="EFEFEF"/>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41" name="Google Shape;108;p15"/>
            <p:cNvSpPr/>
            <p:nvPr/>
          </p:nvSpPr>
          <p:spPr>
            <a:xfrm>
              <a:off x="1893723" y="1701334"/>
              <a:ext cx="707040" cy="741188"/>
            </a:xfrm>
            <a:custGeom>
              <a:avLst/>
              <a:gdLst/>
              <a:ahLst/>
              <a:cxnLst/>
              <a:rect l="l" t="t" r="r" b="b"/>
              <a:pathLst>
                <a:path w="17372" h="18211" extrusionOk="0">
                  <a:moveTo>
                    <a:pt x="9314" y="1"/>
                  </a:moveTo>
                  <a:cubicBezTo>
                    <a:pt x="8798" y="1"/>
                    <a:pt x="524" y="4459"/>
                    <a:pt x="524" y="4459"/>
                  </a:cubicBezTo>
                  <a:cubicBezTo>
                    <a:pt x="524" y="4459"/>
                    <a:pt x="0" y="11793"/>
                    <a:pt x="96" y="12662"/>
                  </a:cubicBezTo>
                  <a:cubicBezTo>
                    <a:pt x="179" y="13520"/>
                    <a:pt x="941" y="15936"/>
                    <a:pt x="941" y="15936"/>
                  </a:cubicBezTo>
                  <a:lnTo>
                    <a:pt x="4287" y="17949"/>
                  </a:lnTo>
                  <a:cubicBezTo>
                    <a:pt x="3441" y="15603"/>
                    <a:pt x="2441" y="7376"/>
                    <a:pt x="6144" y="6102"/>
                  </a:cubicBezTo>
                  <a:cubicBezTo>
                    <a:pt x="7364" y="5677"/>
                    <a:pt x="8416" y="5507"/>
                    <a:pt x="9321" y="5507"/>
                  </a:cubicBezTo>
                  <a:cubicBezTo>
                    <a:pt x="11179" y="5507"/>
                    <a:pt x="12415" y="6223"/>
                    <a:pt x="13216" y="6912"/>
                  </a:cubicBezTo>
                  <a:cubicBezTo>
                    <a:pt x="14395" y="7924"/>
                    <a:pt x="13883" y="15817"/>
                    <a:pt x="12919" y="18211"/>
                  </a:cubicBezTo>
                  <a:lnTo>
                    <a:pt x="16955" y="15044"/>
                  </a:lnTo>
                  <a:lnTo>
                    <a:pt x="17372" y="3887"/>
                  </a:lnTo>
                  <a:cubicBezTo>
                    <a:pt x="17372" y="3887"/>
                    <a:pt x="9537" y="185"/>
                    <a:pt x="9335" y="6"/>
                  </a:cubicBezTo>
                  <a:cubicBezTo>
                    <a:pt x="9331" y="3"/>
                    <a:pt x="9324" y="1"/>
                    <a:pt x="9314" y="1"/>
                  </a:cubicBezTo>
                  <a:close/>
                </a:path>
              </a:pathLst>
            </a:custGeom>
            <a:solidFill>
              <a:srgbClr val="3C3C3B"/>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42" name="Google Shape;109;p15"/>
            <p:cNvSpPr/>
            <p:nvPr/>
          </p:nvSpPr>
          <p:spPr>
            <a:xfrm>
              <a:off x="1790996" y="1390959"/>
              <a:ext cx="944973" cy="1381073"/>
            </a:xfrm>
            <a:custGeom>
              <a:avLst/>
              <a:gdLst/>
              <a:ahLst/>
              <a:cxnLst/>
              <a:rect l="l" t="t" r="r" b="b"/>
              <a:pathLst>
                <a:path w="23218" h="33933" extrusionOk="0">
                  <a:moveTo>
                    <a:pt x="11514" y="0"/>
                  </a:moveTo>
                  <a:cubicBezTo>
                    <a:pt x="10180" y="0"/>
                    <a:pt x="1608" y="5453"/>
                    <a:pt x="786" y="12252"/>
                  </a:cubicBezTo>
                  <a:cubicBezTo>
                    <a:pt x="0" y="19050"/>
                    <a:pt x="1786" y="27492"/>
                    <a:pt x="4763" y="33933"/>
                  </a:cubicBezTo>
                  <a:lnTo>
                    <a:pt x="5775" y="33933"/>
                  </a:lnTo>
                  <a:cubicBezTo>
                    <a:pt x="5775" y="33933"/>
                    <a:pt x="4024" y="21324"/>
                    <a:pt x="4477" y="16240"/>
                  </a:cubicBezTo>
                  <a:cubicBezTo>
                    <a:pt x="4882" y="11525"/>
                    <a:pt x="9085" y="10704"/>
                    <a:pt x="11871" y="10704"/>
                  </a:cubicBezTo>
                  <a:cubicBezTo>
                    <a:pt x="14657" y="10704"/>
                    <a:pt x="17764" y="11525"/>
                    <a:pt x="18312" y="15538"/>
                  </a:cubicBezTo>
                  <a:cubicBezTo>
                    <a:pt x="18883" y="19741"/>
                    <a:pt x="16943" y="33576"/>
                    <a:pt x="16943" y="33576"/>
                  </a:cubicBezTo>
                  <a:lnTo>
                    <a:pt x="18967" y="33933"/>
                  </a:lnTo>
                  <a:cubicBezTo>
                    <a:pt x="21277" y="27396"/>
                    <a:pt x="23217" y="17752"/>
                    <a:pt x="22205" y="12156"/>
                  </a:cubicBezTo>
                  <a:cubicBezTo>
                    <a:pt x="21134" y="6263"/>
                    <a:pt x="12859" y="0"/>
                    <a:pt x="11514" y="0"/>
                  </a:cubicBezTo>
                  <a:close/>
                </a:path>
              </a:pathLst>
            </a:custGeom>
            <a:solidFill>
              <a:srgbClr val="575756"/>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43" name="Google Shape;110;p15"/>
            <p:cNvSpPr/>
            <p:nvPr/>
          </p:nvSpPr>
          <p:spPr>
            <a:xfrm>
              <a:off x="1301539" y="3226997"/>
              <a:ext cx="1885590" cy="1256083"/>
            </a:xfrm>
            <a:custGeom>
              <a:avLst/>
              <a:gdLst/>
              <a:ahLst/>
              <a:cxnLst/>
              <a:rect l="l" t="t" r="r" b="b"/>
              <a:pathLst>
                <a:path w="46329" h="30862" extrusionOk="0">
                  <a:moveTo>
                    <a:pt x="441" y="1"/>
                  </a:moveTo>
                  <a:cubicBezTo>
                    <a:pt x="203" y="1"/>
                    <a:pt x="1" y="191"/>
                    <a:pt x="1" y="441"/>
                  </a:cubicBezTo>
                  <a:lnTo>
                    <a:pt x="1" y="30421"/>
                  </a:lnTo>
                  <a:cubicBezTo>
                    <a:pt x="1" y="30671"/>
                    <a:pt x="203" y="30862"/>
                    <a:pt x="441" y="30862"/>
                  </a:cubicBezTo>
                  <a:lnTo>
                    <a:pt x="45876" y="30862"/>
                  </a:lnTo>
                  <a:cubicBezTo>
                    <a:pt x="46138" y="30862"/>
                    <a:pt x="46328" y="30671"/>
                    <a:pt x="46328" y="30421"/>
                  </a:cubicBezTo>
                  <a:lnTo>
                    <a:pt x="46328" y="441"/>
                  </a:lnTo>
                  <a:cubicBezTo>
                    <a:pt x="46328" y="191"/>
                    <a:pt x="46138" y="1"/>
                    <a:pt x="45876" y="1"/>
                  </a:cubicBezTo>
                  <a:close/>
                </a:path>
              </a:pathLst>
            </a:custGeom>
            <a:solidFill>
              <a:srgbClr val="D1202F"/>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44" name="Google Shape;111;p15"/>
            <p:cNvSpPr/>
            <p:nvPr/>
          </p:nvSpPr>
          <p:spPr>
            <a:xfrm>
              <a:off x="1092220" y="3508638"/>
              <a:ext cx="330525" cy="521367"/>
            </a:xfrm>
            <a:custGeom>
              <a:avLst/>
              <a:gdLst/>
              <a:ahLst/>
              <a:cxnLst/>
              <a:rect l="l" t="t" r="r" b="b"/>
              <a:pathLst>
                <a:path w="8121" h="12810" extrusionOk="0">
                  <a:moveTo>
                    <a:pt x="3652" y="0"/>
                  </a:moveTo>
                  <a:cubicBezTo>
                    <a:pt x="2300" y="0"/>
                    <a:pt x="1546" y="755"/>
                    <a:pt x="2001" y="2010"/>
                  </a:cubicBezTo>
                  <a:cubicBezTo>
                    <a:pt x="1882" y="2427"/>
                    <a:pt x="286" y="3380"/>
                    <a:pt x="1310" y="4404"/>
                  </a:cubicBezTo>
                  <a:cubicBezTo>
                    <a:pt x="1191" y="4701"/>
                    <a:pt x="0" y="5225"/>
                    <a:pt x="893" y="7035"/>
                  </a:cubicBezTo>
                  <a:cubicBezTo>
                    <a:pt x="393" y="8095"/>
                    <a:pt x="691" y="8976"/>
                    <a:pt x="1691" y="9749"/>
                  </a:cubicBezTo>
                  <a:cubicBezTo>
                    <a:pt x="2120" y="10071"/>
                    <a:pt x="2501" y="10952"/>
                    <a:pt x="3679" y="11952"/>
                  </a:cubicBezTo>
                  <a:cubicBezTo>
                    <a:pt x="4287" y="12476"/>
                    <a:pt x="5144" y="12809"/>
                    <a:pt x="5144" y="12809"/>
                  </a:cubicBezTo>
                  <a:lnTo>
                    <a:pt x="5120" y="8785"/>
                  </a:lnTo>
                  <a:cubicBezTo>
                    <a:pt x="6489" y="8726"/>
                    <a:pt x="7299" y="8404"/>
                    <a:pt x="7501" y="7630"/>
                  </a:cubicBezTo>
                  <a:cubicBezTo>
                    <a:pt x="7501" y="6928"/>
                    <a:pt x="5703" y="6975"/>
                    <a:pt x="5739" y="6904"/>
                  </a:cubicBezTo>
                  <a:cubicBezTo>
                    <a:pt x="6192" y="6785"/>
                    <a:pt x="7561" y="6975"/>
                    <a:pt x="7906" y="5785"/>
                  </a:cubicBezTo>
                  <a:cubicBezTo>
                    <a:pt x="8120" y="4916"/>
                    <a:pt x="6037" y="4749"/>
                    <a:pt x="5263" y="4701"/>
                  </a:cubicBezTo>
                  <a:cubicBezTo>
                    <a:pt x="5261" y="4696"/>
                    <a:pt x="5270" y="4694"/>
                    <a:pt x="5290" y="4694"/>
                  </a:cubicBezTo>
                  <a:cubicBezTo>
                    <a:pt x="5391" y="4694"/>
                    <a:pt x="5768" y="4752"/>
                    <a:pt x="6197" y="4752"/>
                  </a:cubicBezTo>
                  <a:cubicBezTo>
                    <a:pt x="6667" y="4752"/>
                    <a:pt x="7199" y="4683"/>
                    <a:pt x="7501" y="4392"/>
                  </a:cubicBezTo>
                  <a:cubicBezTo>
                    <a:pt x="7918" y="3999"/>
                    <a:pt x="7906" y="3451"/>
                    <a:pt x="7608" y="3106"/>
                  </a:cubicBezTo>
                  <a:cubicBezTo>
                    <a:pt x="7311" y="2772"/>
                    <a:pt x="5322" y="2332"/>
                    <a:pt x="5287" y="2272"/>
                  </a:cubicBezTo>
                  <a:cubicBezTo>
                    <a:pt x="5600" y="2272"/>
                    <a:pt x="5914" y="2323"/>
                    <a:pt x="6163" y="2323"/>
                  </a:cubicBezTo>
                  <a:cubicBezTo>
                    <a:pt x="6367" y="2323"/>
                    <a:pt x="6528" y="2289"/>
                    <a:pt x="6608" y="2165"/>
                  </a:cubicBezTo>
                  <a:cubicBezTo>
                    <a:pt x="7251" y="1237"/>
                    <a:pt x="6037" y="498"/>
                    <a:pt x="5061" y="224"/>
                  </a:cubicBezTo>
                  <a:cubicBezTo>
                    <a:pt x="4546" y="73"/>
                    <a:pt x="4071" y="0"/>
                    <a:pt x="3652" y="0"/>
                  </a:cubicBezTo>
                  <a:close/>
                </a:path>
              </a:pathLst>
            </a:custGeom>
            <a:solidFill>
              <a:srgbClr val="EEEEEE"/>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45" name="Google Shape;112;p15"/>
            <p:cNvSpPr/>
            <p:nvPr/>
          </p:nvSpPr>
          <p:spPr>
            <a:xfrm>
              <a:off x="1215296" y="3585520"/>
              <a:ext cx="92104" cy="15629"/>
            </a:xfrm>
            <a:custGeom>
              <a:avLst/>
              <a:gdLst/>
              <a:ahLst/>
              <a:cxnLst/>
              <a:rect l="l" t="t" r="r" b="b"/>
              <a:pathLst>
                <a:path w="2263" h="384" extrusionOk="0">
                  <a:moveTo>
                    <a:pt x="146" y="1"/>
                  </a:moveTo>
                  <a:cubicBezTo>
                    <a:pt x="54" y="1"/>
                    <a:pt x="1" y="2"/>
                    <a:pt x="1" y="2"/>
                  </a:cubicBezTo>
                  <a:lnTo>
                    <a:pt x="2263" y="383"/>
                  </a:lnTo>
                  <a:cubicBezTo>
                    <a:pt x="1737" y="33"/>
                    <a:pt x="557" y="1"/>
                    <a:pt x="146" y="1"/>
                  </a:cubicBezTo>
                  <a:close/>
                </a:path>
              </a:pathLst>
            </a:custGeom>
            <a:solidFill>
              <a:srgbClr val="E0E0E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46" name="Google Shape;113;p15"/>
            <p:cNvSpPr/>
            <p:nvPr/>
          </p:nvSpPr>
          <p:spPr>
            <a:xfrm>
              <a:off x="1192993" y="3686821"/>
              <a:ext cx="138665" cy="15100"/>
            </a:xfrm>
            <a:custGeom>
              <a:avLst/>
              <a:gdLst/>
              <a:ahLst/>
              <a:cxnLst/>
              <a:rect l="l" t="t" r="r" b="b"/>
              <a:pathLst>
                <a:path w="3407" h="371" extrusionOk="0">
                  <a:moveTo>
                    <a:pt x="225" y="0"/>
                  </a:moveTo>
                  <a:cubicBezTo>
                    <a:pt x="84" y="0"/>
                    <a:pt x="1" y="2"/>
                    <a:pt x="1" y="2"/>
                  </a:cubicBezTo>
                  <a:lnTo>
                    <a:pt x="3406" y="371"/>
                  </a:lnTo>
                  <a:cubicBezTo>
                    <a:pt x="2582" y="32"/>
                    <a:pt x="844" y="0"/>
                    <a:pt x="225" y="0"/>
                  </a:cubicBezTo>
                  <a:close/>
                </a:path>
              </a:pathLst>
            </a:custGeom>
            <a:solidFill>
              <a:srgbClr val="E0E0E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47" name="Google Shape;114;p15"/>
            <p:cNvSpPr/>
            <p:nvPr/>
          </p:nvSpPr>
          <p:spPr>
            <a:xfrm>
              <a:off x="1178951" y="3781610"/>
              <a:ext cx="146886" cy="8018"/>
            </a:xfrm>
            <a:custGeom>
              <a:avLst/>
              <a:gdLst/>
              <a:ahLst/>
              <a:cxnLst/>
              <a:rect l="l" t="t" r="r" b="b"/>
              <a:pathLst>
                <a:path w="3609" h="197" extrusionOk="0">
                  <a:moveTo>
                    <a:pt x="1526" y="0"/>
                  </a:moveTo>
                  <a:cubicBezTo>
                    <a:pt x="994" y="0"/>
                    <a:pt x="447" y="47"/>
                    <a:pt x="1" y="185"/>
                  </a:cubicBezTo>
                  <a:lnTo>
                    <a:pt x="3608" y="197"/>
                  </a:lnTo>
                  <a:cubicBezTo>
                    <a:pt x="3608" y="189"/>
                    <a:pt x="2598" y="0"/>
                    <a:pt x="1526" y="0"/>
                  </a:cubicBezTo>
                  <a:close/>
                </a:path>
              </a:pathLst>
            </a:custGeom>
            <a:solidFill>
              <a:srgbClr val="E0E0E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48" name="Google Shape;115;p15"/>
            <p:cNvSpPr/>
            <p:nvPr/>
          </p:nvSpPr>
          <p:spPr>
            <a:xfrm>
              <a:off x="1164910" y="3863742"/>
              <a:ext cx="135734" cy="15873"/>
            </a:xfrm>
            <a:custGeom>
              <a:avLst/>
              <a:gdLst/>
              <a:ahLst/>
              <a:cxnLst/>
              <a:rect l="l" t="t" r="r" b="b"/>
              <a:pathLst>
                <a:path w="3335" h="390" extrusionOk="0">
                  <a:moveTo>
                    <a:pt x="0" y="1"/>
                  </a:moveTo>
                  <a:cubicBezTo>
                    <a:pt x="0" y="1"/>
                    <a:pt x="1606" y="389"/>
                    <a:pt x="3007" y="389"/>
                  </a:cubicBezTo>
                  <a:cubicBezTo>
                    <a:pt x="3118" y="389"/>
                    <a:pt x="3227" y="387"/>
                    <a:pt x="3334" y="382"/>
                  </a:cubicBezTo>
                  <a:lnTo>
                    <a:pt x="3334" y="60"/>
                  </a:lnTo>
                  <a:lnTo>
                    <a:pt x="0" y="1"/>
                  </a:lnTo>
                  <a:close/>
                </a:path>
              </a:pathLst>
            </a:custGeom>
            <a:solidFill>
              <a:srgbClr val="E0E0E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49" name="Google Shape;116;p15"/>
            <p:cNvSpPr/>
            <p:nvPr/>
          </p:nvSpPr>
          <p:spPr>
            <a:xfrm>
              <a:off x="2600721" y="4533413"/>
              <a:ext cx="364428" cy="137485"/>
            </a:xfrm>
            <a:custGeom>
              <a:avLst/>
              <a:gdLst/>
              <a:ahLst/>
              <a:cxnLst/>
              <a:rect l="l" t="t" r="r" b="b"/>
              <a:pathLst>
                <a:path w="8954" h="3378" extrusionOk="0">
                  <a:moveTo>
                    <a:pt x="1" y="1"/>
                  </a:moveTo>
                  <a:cubicBezTo>
                    <a:pt x="485" y="1874"/>
                    <a:pt x="2565" y="3377"/>
                    <a:pt x="4873" y="3377"/>
                  </a:cubicBezTo>
                  <a:cubicBezTo>
                    <a:pt x="6249" y="3377"/>
                    <a:pt x="7705" y="2844"/>
                    <a:pt x="8954" y="1537"/>
                  </a:cubicBezTo>
                  <a:lnTo>
                    <a:pt x="7644" y="1"/>
                  </a:lnTo>
                  <a:close/>
                </a:path>
              </a:pathLst>
            </a:custGeom>
            <a:solidFill>
              <a:srgbClr val="3C3C3B"/>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50" name="Google Shape;117;p15"/>
            <p:cNvSpPr/>
            <p:nvPr/>
          </p:nvSpPr>
          <p:spPr>
            <a:xfrm>
              <a:off x="2649683" y="4533413"/>
              <a:ext cx="474928" cy="92877"/>
            </a:xfrm>
            <a:custGeom>
              <a:avLst/>
              <a:gdLst/>
              <a:ahLst/>
              <a:cxnLst/>
              <a:rect l="l" t="t" r="r" b="b"/>
              <a:pathLst>
                <a:path w="11669" h="2282" extrusionOk="0">
                  <a:moveTo>
                    <a:pt x="0" y="1"/>
                  </a:moveTo>
                  <a:cubicBezTo>
                    <a:pt x="0" y="1"/>
                    <a:pt x="429" y="1084"/>
                    <a:pt x="1834" y="1287"/>
                  </a:cubicBezTo>
                  <a:cubicBezTo>
                    <a:pt x="1834" y="1287"/>
                    <a:pt x="2152" y="2282"/>
                    <a:pt x="5073" y="2282"/>
                  </a:cubicBezTo>
                  <a:cubicBezTo>
                    <a:pt x="5299" y="2282"/>
                    <a:pt x="5540" y="2276"/>
                    <a:pt x="5798" y="2263"/>
                  </a:cubicBezTo>
                  <a:cubicBezTo>
                    <a:pt x="7549" y="2180"/>
                    <a:pt x="7977" y="2096"/>
                    <a:pt x="9180" y="1442"/>
                  </a:cubicBezTo>
                  <a:cubicBezTo>
                    <a:pt x="11668" y="1132"/>
                    <a:pt x="11001" y="1"/>
                    <a:pt x="11001" y="1"/>
                  </a:cubicBezTo>
                  <a:close/>
                </a:path>
              </a:pathLst>
            </a:custGeom>
            <a:solidFill>
              <a:srgbClr val="EEEEEE"/>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51" name="Google Shape;118;p15"/>
            <p:cNvSpPr/>
            <p:nvPr/>
          </p:nvSpPr>
          <p:spPr>
            <a:xfrm>
              <a:off x="2043946" y="2952235"/>
              <a:ext cx="11640" cy="45625"/>
            </a:xfrm>
            <a:custGeom>
              <a:avLst/>
              <a:gdLst/>
              <a:ahLst/>
              <a:cxnLst/>
              <a:rect l="l" t="t" r="r" b="b"/>
              <a:pathLst>
                <a:path w="286" h="1121" fill="none" extrusionOk="0">
                  <a:moveTo>
                    <a:pt x="286" y="1120"/>
                  </a:moveTo>
                  <a:lnTo>
                    <a:pt x="0" y="1"/>
                  </a:lnTo>
                </a:path>
              </a:pathLst>
            </a:custGeom>
            <a:noFill/>
            <a:ln w="7450" cap="rnd" cmpd="sng">
              <a:solidFill>
                <a:srgbClr val="EFEFEF"/>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52" name="Google Shape;119;p15"/>
            <p:cNvSpPr/>
            <p:nvPr/>
          </p:nvSpPr>
          <p:spPr>
            <a:xfrm>
              <a:off x="1964459" y="3547873"/>
              <a:ext cx="589784" cy="661416"/>
            </a:xfrm>
            <a:custGeom>
              <a:avLst/>
              <a:gdLst/>
              <a:ahLst/>
              <a:cxnLst/>
              <a:rect l="l" t="t" r="r" b="b"/>
              <a:pathLst>
                <a:path w="14491" h="16251" extrusionOk="0">
                  <a:moveTo>
                    <a:pt x="7267" y="0"/>
                  </a:moveTo>
                  <a:cubicBezTo>
                    <a:pt x="7222" y="0"/>
                    <a:pt x="7177" y="12"/>
                    <a:pt x="7132" y="34"/>
                  </a:cubicBezTo>
                  <a:cubicBezTo>
                    <a:pt x="4947" y="1375"/>
                    <a:pt x="2774" y="1583"/>
                    <a:pt x="1592" y="1583"/>
                  </a:cubicBezTo>
                  <a:cubicBezTo>
                    <a:pt x="1557" y="1583"/>
                    <a:pt x="1522" y="1583"/>
                    <a:pt x="1489" y="1582"/>
                  </a:cubicBezTo>
                  <a:cubicBezTo>
                    <a:pt x="894" y="1558"/>
                    <a:pt x="524" y="1499"/>
                    <a:pt x="524" y="1499"/>
                  </a:cubicBezTo>
                  <a:cubicBezTo>
                    <a:pt x="508" y="1496"/>
                    <a:pt x="491" y="1495"/>
                    <a:pt x="474" y="1495"/>
                  </a:cubicBezTo>
                  <a:cubicBezTo>
                    <a:pt x="420" y="1495"/>
                    <a:pt x="368" y="1510"/>
                    <a:pt x="322" y="1546"/>
                  </a:cubicBezTo>
                  <a:cubicBezTo>
                    <a:pt x="263" y="1594"/>
                    <a:pt x="227" y="1666"/>
                    <a:pt x="227" y="1725"/>
                  </a:cubicBezTo>
                  <a:cubicBezTo>
                    <a:pt x="227" y="1773"/>
                    <a:pt x="1" y="6535"/>
                    <a:pt x="2680" y="11417"/>
                  </a:cubicBezTo>
                  <a:cubicBezTo>
                    <a:pt x="3513" y="12953"/>
                    <a:pt x="4846" y="14429"/>
                    <a:pt x="6942" y="16191"/>
                  </a:cubicBezTo>
                  <a:cubicBezTo>
                    <a:pt x="6990" y="16239"/>
                    <a:pt x="7049" y="16251"/>
                    <a:pt x="7109" y="16251"/>
                  </a:cubicBezTo>
                  <a:cubicBezTo>
                    <a:pt x="7168" y="16251"/>
                    <a:pt x="7204" y="16239"/>
                    <a:pt x="7263" y="16191"/>
                  </a:cubicBezTo>
                  <a:cubicBezTo>
                    <a:pt x="9276" y="14679"/>
                    <a:pt x="10692" y="13203"/>
                    <a:pt x="11585" y="11702"/>
                  </a:cubicBezTo>
                  <a:cubicBezTo>
                    <a:pt x="14431" y="6940"/>
                    <a:pt x="14491" y="2058"/>
                    <a:pt x="14491" y="1999"/>
                  </a:cubicBezTo>
                  <a:cubicBezTo>
                    <a:pt x="14491" y="1927"/>
                    <a:pt x="14455" y="1844"/>
                    <a:pt x="14395" y="1808"/>
                  </a:cubicBezTo>
                  <a:cubicBezTo>
                    <a:pt x="14349" y="1771"/>
                    <a:pt x="14302" y="1741"/>
                    <a:pt x="14250" y="1741"/>
                  </a:cubicBezTo>
                  <a:cubicBezTo>
                    <a:pt x="14236" y="1741"/>
                    <a:pt x="14220" y="1744"/>
                    <a:pt x="14205" y="1749"/>
                  </a:cubicBezTo>
                  <a:cubicBezTo>
                    <a:pt x="14205" y="1749"/>
                    <a:pt x="13776" y="1785"/>
                    <a:pt x="13121" y="1785"/>
                  </a:cubicBezTo>
                  <a:cubicBezTo>
                    <a:pt x="11871" y="1773"/>
                    <a:pt x="9454" y="1511"/>
                    <a:pt x="7418" y="46"/>
                  </a:cubicBezTo>
                  <a:cubicBezTo>
                    <a:pt x="7368" y="15"/>
                    <a:pt x="7318" y="0"/>
                    <a:pt x="7267" y="0"/>
                  </a:cubicBezTo>
                  <a:close/>
                </a:path>
              </a:pathLst>
            </a:custGeom>
            <a:solidFill>
              <a:srgbClr val="FFFFFF"/>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53" name="Google Shape;120;p15"/>
            <p:cNvSpPr/>
            <p:nvPr/>
          </p:nvSpPr>
          <p:spPr>
            <a:xfrm>
              <a:off x="2223718" y="3729027"/>
              <a:ext cx="79528" cy="306797"/>
            </a:xfrm>
            <a:custGeom>
              <a:avLst/>
              <a:gdLst/>
              <a:ahLst/>
              <a:cxnLst/>
              <a:rect l="l" t="t" r="r" b="b"/>
              <a:pathLst>
                <a:path w="1954" h="7538" extrusionOk="0">
                  <a:moveTo>
                    <a:pt x="120" y="1"/>
                  </a:moveTo>
                  <a:lnTo>
                    <a:pt x="477" y="4799"/>
                  </a:lnTo>
                  <a:lnTo>
                    <a:pt x="1548" y="4799"/>
                  </a:lnTo>
                  <a:lnTo>
                    <a:pt x="1905" y="1"/>
                  </a:lnTo>
                  <a:close/>
                  <a:moveTo>
                    <a:pt x="1001" y="5585"/>
                  </a:moveTo>
                  <a:cubicBezTo>
                    <a:pt x="453" y="5585"/>
                    <a:pt x="0" y="6025"/>
                    <a:pt x="0" y="6537"/>
                  </a:cubicBezTo>
                  <a:cubicBezTo>
                    <a:pt x="0" y="7078"/>
                    <a:pt x="430" y="7537"/>
                    <a:pt x="980" y="7537"/>
                  </a:cubicBezTo>
                  <a:cubicBezTo>
                    <a:pt x="987" y="7537"/>
                    <a:pt x="994" y="7537"/>
                    <a:pt x="1001" y="7537"/>
                  </a:cubicBezTo>
                  <a:cubicBezTo>
                    <a:pt x="1524" y="7537"/>
                    <a:pt x="1953" y="7085"/>
                    <a:pt x="1953" y="6537"/>
                  </a:cubicBezTo>
                  <a:cubicBezTo>
                    <a:pt x="1953" y="6025"/>
                    <a:pt x="1524" y="5585"/>
                    <a:pt x="1001" y="5585"/>
                  </a:cubicBezTo>
                  <a:close/>
                </a:path>
              </a:pathLst>
            </a:custGeom>
            <a:solidFill>
              <a:srgbClr val="D1202F"/>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54" name="Google Shape;121;p15"/>
            <p:cNvSpPr/>
            <p:nvPr/>
          </p:nvSpPr>
          <p:spPr>
            <a:xfrm>
              <a:off x="2632711" y="2657611"/>
              <a:ext cx="401750" cy="366422"/>
            </a:xfrm>
            <a:custGeom>
              <a:avLst/>
              <a:gdLst/>
              <a:ahLst/>
              <a:cxnLst/>
              <a:rect l="l" t="t" r="r" b="b"/>
              <a:pathLst>
                <a:path w="9871" h="9003" extrusionOk="0">
                  <a:moveTo>
                    <a:pt x="7620" y="1"/>
                  </a:moveTo>
                  <a:cubicBezTo>
                    <a:pt x="6382" y="1"/>
                    <a:pt x="5394" y="1001"/>
                    <a:pt x="5394" y="2227"/>
                  </a:cubicBezTo>
                  <a:cubicBezTo>
                    <a:pt x="5394" y="2739"/>
                    <a:pt x="5572" y="3216"/>
                    <a:pt x="5846" y="3585"/>
                  </a:cubicBezTo>
                  <a:lnTo>
                    <a:pt x="2334" y="6621"/>
                  </a:lnTo>
                  <a:cubicBezTo>
                    <a:pt x="2084" y="6383"/>
                    <a:pt x="1762" y="6228"/>
                    <a:pt x="1381" y="6228"/>
                  </a:cubicBezTo>
                  <a:cubicBezTo>
                    <a:pt x="631" y="6228"/>
                    <a:pt x="0" y="6859"/>
                    <a:pt x="0" y="7621"/>
                  </a:cubicBezTo>
                  <a:cubicBezTo>
                    <a:pt x="0" y="8371"/>
                    <a:pt x="631" y="9002"/>
                    <a:pt x="1381" y="9002"/>
                  </a:cubicBezTo>
                  <a:cubicBezTo>
                    <a:pt x="2143" y="9002"/>
                    <a:pt x="2774" y="8371"/>
                    <a:pt x="2774" y="7621"/>
                  </a:cubicBezTo>
                  <a:cubicBezTo>
                    <a:pt x="2774" y="7323"/>
                    <a:pt x="2667" y="7038"/>
                    <a:pt x="2513" y="6811"/>
                  </a:cubicBezTo>
                  <a:lnTo>
                    <a:pt x="6025" y="3775"/>
                  </a:lnTo>
                  <a:cubicBezTo>
                    <a:pt x="6430" y="4192"/>
                    <a:pt x="7001" y="4466"/>
                    <a:pt x="7632" y="4466"/>
                  </a:cubicBezTo>
                  <a:cubicBezTo>
                    <a:pt x="8870" y="4466"/>
                    <a:pt x="9871" y="3466"/>
                    <a:pt x="9871" y="2227"/>
                  </a:cubicBezTo>
                  <a:cubicBezTo>
                    <a:pt x="9835" y="1001"/>
                    <a:pt x="8847" y="1"/>
                    <a:pt x="7620" y="1"/>
                  </a:cubicBezTo>
                  <a:close/>
                </a:path>
              </a:pathLst>
            </a:custGeom>
            <a:solidFill>
              <a:srgbClr val="E0E0E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55" name="Google Shape;122;p15"/>
            <p:cNvSpPr/>
            <p:nvPr/>
          </p:nvSpPr>
          <p:spPr>
            <a:xfrm>
              <a:off x="2264418" y="4879399"/>
              <a:ext cx="914936" cy="109564"/>
            </a:xfrm>
            <a:custGeom>
              <a:avLst/>
              <a:gdLst/>
              <a:ahLst/>
              <a:cxnLst/>
              <a:rect l="l" t="t" r="r" b="b"/>
              <a:pathLst>
                <a:path w="22480" h="2692" extrusionOk="0">
                  <a:moveTo>
                    <a:pt x="1" y="1"/>
                  </a:moveTo>
                  <a:lnTo>
                    <a:pt x="1" y="2692"/>
                  </a:lnTo>
                  <a:lnTo>
                    <a:pt x="22480" y="2692"/>
                  </a:lnTo>
                  <a:lnTo>
                    <a:pt x="22480" y="1"/>
                  </a:lnTo>
                  <a:close/>
                </a:path>
              </a:pathLst>
            </a:custGeom>
            <a:solidFill>
              <a:srgbClr val="E2E2E2"/>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56" name="Google Shape;123;p15"/>
            <p:cNvSpPr/>
            <p:nvPr/>
          </p:nvSpPr>
          <p:spPr>
            <a:xfrm>
              <a:off x="2434014" y="5036907"/>
              <a:ext cx="745828" cy="54294"/>
            </a:xfrm>
            <a:custGeom>
              <a:avLst/>
              <a:gdLst/>
              <a:ahLst/>
              <a:cxnLst/>
              <a:rect l="l" t="t" r="r" b="b"/>
              <a:pathLst>
                <a:path w="18325" h="1334" extrusionOk="0">
                  <a:moveTo>
                    <a:pt x="1" y="1"/>
                  </a:moveTo>
                  <a:lnTo>
                    <a:pt x="1" y="1334"/>
                  </a:lnTo>
                  <a:lnTo>
                    <a:pt x="18324" y="1334"/>
                  </a:lnTo>
                  <a:lnTo>
                    <a:pt x="18324" y="1"/>
                  </a:lnTo>
                  <a:close/>
                </a:path>
              </a:pathLst>
            </a:custGeom>
            <a:solidFill>
              <a:srgbClr val="E2E2E2"/>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57" name="Google Shape;124;p15"/>
            <p:cNvSpPr/>
            <p:nvPr/>
          </p:nvSpPr>
          <p:spPr>
            <a:xfrm>
              <a:off x="2434014" y="5126079"/>
              <a:ext cx="745828" cy="54294"/>
            </a:xfrm>
            <a:custGeom>
              <a:avLst/>
              <a:gdLst/>
              <a:ahLst/>
              <a:cxnLst/>
              <a:rect l="l" t="t" r="r" b="b"/>
              <a:pathLst>
                <a:path w="18325" h="1334" extrusionOk="0">
                  <a:moveTo>
                    <a:pt x="1" y="0"/>
                  </a:moveTo>
                  <a:lnTo>
                    <a:pt x="1" y="1334"/>
                  </a:lnTo>
                  <a:lnTo>
                    <a:pt x="18324" y="1334"/>
                  </a:lnTo>
                  <a:lnTo>
                    <a:pt x="18324" y="0"/>
                  </a:lnTo>
                  <a:close/>
                </a:path>
              </a:pathLst>
            </a:custGeom>
            <a:solidFill>
              <a:srgbClr val="E2E2E2"/>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58" name="Google Shape;125;p15"/>
            <p:cNvSpPr/>
            <p:nvPr/>
          </p:nvSpPr>
          <p:spPr>
            <a:xfrm>
              <a:off x="2689895" y="5214764"/>
              <a:ext cx="489947" cy="54782"/>
            </a:xfrm>
            <a:custGeom>
              <a:avLst/>
              <a:gdLst/>
              <a:ahLst/>
              <a:cxnLst/>
              <a:rect l="l" t="t" r="r" b="b"/>
              <a:pathLst>
                <a:path w="12038" h="1346" extrusionOk="0">
                  <a:moveTo>
                    <a:pt x="0" y="0"/>
                  </a:moveTo>
                  <a:lnTo>
                    <a:pt x="0" y="1345"/>
                  </a:lnTo>
                  <a:lnTo>
                    <a:pt x="12037" y="1345"/>
                  </a:lnTo>
                  <a:lnTo>
                    <a:pt x="12037" y="0"/>
                  </a:lnTo>
                  <a:close/>
                </a:path>
              </a:pathLst>
            </a:custGeom>
            <a:solidFill>
              <a:srgbClr val="E2E2E2"/>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59" name="Google Shape;126;p15"/>
            <p:cNvSpPr/>
            <p:nvPr/>
          </p:nvSpPr>
          <p:spPr>
            <a:xfrm>
              <a:off x="2894859" y="2508365"/>
              <a:ext cx="94546" cy="94546"/>
            </a:xfrm>
            <a:custGeom>
              <a:avLst/>
              <a:gdLst/>
              <a:ahLst/>
              <a:cxnLst/>
              <a:rect l="l" t="t" r="r" b="b"/>
              <a:pathLst>
                <a:path w="2323" h="2323" extrusionOk="0">
                  <a:moveTo>
                    <a:pt x="1167" y="1"/>
                  </a:moveTo>
                  <a:cubicBezTo>
                    <a:pt x="524" y="1"/>
                    <a:pt x="1" y="525"/>
                    <a:pt x="1" y="1168"/>
                  </a:cubicBezTo>
                  <a:cubicBezTo>
                    <a:pt x="1" y="1811"/>
                    <a:pt x="524" y="2323"/>
                    <a:pt x="1167" y="2323"/>
                  </a:cubicBezTo>
                  <a:cubicBezTo>
                    <a:pt x="1810" y="2323"/>
                    <a:pt x="2322" y="1811"/>
                    <a:pt x="2322" y="1168"/>
                  </a:cubicBezTo>
                  <a:cubicBezTo>
                    <a:pt x="2322" y="525"/>
                    <a:pt x="1810" y="1"/>
                    <a:pt x="1167" y="1"/>
                  </a:cubicBezTo>
                  <a:close/>
                </a:path>
              </a:pathLst>
            </a:custGeom>
            <a:solidFill>
              <a:srgbClr val="E0E0E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60" name="Google Shape;127;p15"/>
            <p:cNvSpPr/>
            <p:nvPr/>
          </p:nvSpPr>
          <p:spPr>
            <a:xfrm>
              <a:off x="-1006072" y="1271750"/>
              <a:ext cx="486039" cy="429385"/>
            </a:xfrm>
            <a:custGeom>
              <a:avLst/>
              <a:gdLst/>
              <a:ahLst/>
              <a:cxnLst/>
              <a:rect l="l" t="t" r="r" b="b"/>
              <a:pathLst>
                <a:path w="11942" h="10550" extrusionOk="0">
                  <a:moveTo>
                    <a:pt x="7370" y="0"/>
                  </a:moveTo>
                  <a:lnTo>
                    <a:pt x="0" y="10549"/>
                  </a:lnTo>
                  <a:lnTo>
                    <a:pt x="4572" y="10549"/>
                  </a:lnTo>
                  <a:lnTo>
                    <a:pt x="11942" y="0"/>
                  </a:lnTo>
                  <a:close/>
                </a:path>
              </a:pathLst>
            </a:custGeom>
            <a:solidFill>
              <a:srgbClr val="E0E0E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61" name="Google Shape;128;p15"/>
            <p:cNvSpPr/>
            <p:nvPr/>
          </p:nvSpPr>
          <p:spPr>
            <a:xfrm>
              <a:off x="-705666" y="1271750"/>
              <a:ext cx="485592" cy="429385"/>
            </a:xfrm>
            <a:custGeom>
              <a:avLst/>
              <a:gdLst/>
              <a:ahLst/>
              <a:cxnLst/>
              <a:rect l="l" t="t" r="r" b="b"/>
              <a:pathLst>
                <a:path w="11931" h="10550" extrusionOk="0">
                  <a:moveTo>
                    <a:pt x="7359" y="0"/>
                  </a:moveTo>
                  <a:lnTo>
                    <a:pt x="1" y="10549"/>
                  </a:lnTo>
                  <a:lnTo>
                    <a:pt x="4573" y="10549"/>
                  </a:lnTo>
                  <a:lnTo>
                    <a:pt x="11931" y="0"/>
                  </a:lnTo>
                  <a:close/>
                </a:path>
              </a:pathLst>
            </a:custGeom>
            <a:solidFill>
              <a:srgbClr val="E0E0E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62" name="Google Shape;129;p15"/>
            <p:cNvSpPr/>
            <p:nvPr/>
          </p:nvSpPr>
          <p:spPr>
            <a:xfrm>
              <a:off x="-405219" y="1271750"/>
              <a:ext cx="485592" cy="429385"/>
            </a:xfrm>
            <a:custGeom>
              <a:avLst/>
              <a:gdLst/>
              <a:ahLst/>
              <a:cxnLst/>
              <a:rect l="l" t="t" r="r" b="b"/>
              <a:pathLst>
                <a:path w="11931" h="10550" extrusionOk="0">
                  <a:moveTo>
                    <a:pt x="7359" y="0"/>
                  </a:moveTo>
                  <a:lnTo>
                    <a:pt x="1" y="10549"/>
                  </a:lnTo>
                  <a:lnTo>
                    <a:pt x="4573" y="10549"/>
                  </a:lnTo>
                  <a:lnTo>
                    <a:pt x="11931" y="0"/>
                  </a:lnTo>
                  <a:close/>
                </a:path>
              </a:pathLst>
            </a:custGeom>
            <a:solidFill>
              <a:srgbClr val="E0E0E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63" name="Google Shape;130;p15"/>
            <p:cNvSpPr/>
            <p:nvPr/>
          </p:nvSpPr>
          <p:spPr>
            <a:xfrm>
              <a:off x="-105261" y="1271750"/>
              <a:ext cx="486080" cy="429385"/>
            </a:xfrm>
            <a:custGeom>
              <a:avLst/>
              <a:gdLst/>
              <a:ahLst/>
              <a:cxnLst/>
              <a:rect l="l" t="t" r="r" b="b"/>
              <a:pathLst>
                <a:path w="11943" h="10550" extrusionOk="0">
                  <a:moveTo>
                    <a:pt x="7371" y="0"/>
                  </a:moveTo>
                  <a:lnTo>
                    <a:pt x="1" y="10549"/>
                  </a:lnTo>
                  <a:lnTo>
                    <a:pt x="4573" y="10549"/>
                  </a:lnTo>
                  <a:lnTo>
                    <a:pt x="11943" y="0"/>
                  </a:lnTo>
                  <a:close/>
                </a:path>
              </a:pathLst>
            </a:custGeom>
            <a:solidFill>
              <a:srgbClr val="E0E0E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64" name="Google Shape;131;p15"/>
            <p:cNvSpPr/>
            <p:nvPr/>
          </p:nvSpPr>
          <p:spPr>
            <a:xfrm>
              <a:off x="195186" y="1271750"/>
              <a:ext cx="485103" cy="429385"/>
            </a:xfrm>
            <a:custGeom>
              <a:avLst/>
              <a:gdLst/>
              <a:ahLst/>
              <a:cxnLst/>
              <a:rect l="l" t="t" r="r" b="b"/>
              <a:pathLst>
                <a:path w="11919" h="10550" extrusionOk="0">
                  <a:moveTo>
                    <a:pt x="7359" y="0"/>
                  </a:moveTo>
                  <a:lnTo>
                    <a:pt x="1" y="10549"/>
                  </a:lnTo>
                  <a:lnTo>
                    <a:pt x="4573" y="10549"/>
                  </a:lnTo>
                  <a:lnTo>
                    <a:pt x="11919" y="0"/>
                  </a:lnTo>
                  <a:close/>
                </a:path>
              </a:pathLst>
            </a:custGeom>
            <a:solidFill>
              <a:srgbClr val="E0E0E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65" name="Google Shape;132;p15"/>
            <p:cNvSpPr/>
            <p:nvPr/>
          </p:nvSpPr>
          <p:spPr>
            <a:xfrm>
              <a:off x="495633" y="1271750"/>
              <a:ext cx="485103" cy="429385"/>
            </a:xfrm>
            <a:custGeom>
              <a:avLst/>
              <a:gdLst/>
              <a:ahLst/>
              <a:cxnLst/>
              <a:rect l="l" t="t" r="r" b="b"/>
              <a:pathLst>
                <a:path w="11919" h="10550" extrusionOk="0">
                  <a:moveTo>
                    <a:pt x="7359" y="0"/>
                  </a:moveTo>
                  <a:lnTo>
                    <a:pt x="1" y="10549"/>
                  </a:lnTo>
                  <a:lnTo>
                    <a:pt x="4561" y="10549"/>
                  </a:lnTo>
                  <a:lnTo>
                    <a:pt x="11919" y="0"/>
                  </a:lnTo>
                  <a:close/>
                </a:path>
              </a:pathLst>
            </a:custGeom>
            <a:solidFill>
              <a:srgbClr val="E0E0E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66" name="Google Shape;133;p15"/>
            <p:cNvSpPr/>
            <p:nvPr/>
          </p:nvSpPr>
          <p:spPr>
            <a:xfrm>
              <a:off x="792702" y="1271750"/>
              <a:ext cx="485103" cy="429385"/>
            </a:xfrm>
            <a:custGeom>
              <a:avLst/>
              <a:gdLst/>
              <a:ahLst/>
              <a:cxnLst/>
              <a:rect l="l" t="t" r="r" b="b"/>
              <a:pathLst>
                <a:path w="11919" h="10550" extrusionOk="0">
                  <a:moveTo>
                    <a:pt x="7346" y="0"/>
                  </a:moveTo>
                  <a:lnTo>
                    <a:pt x="0" y="10549"/>
                  </a:lnTo>
                  <a:lnTo>
                    <a:pt x="4560" y="10549"/>
                  </a:lnTo>
                  <a:lnTo>
                    <a:pt x="11918" y="0"/>
                  </a:lnTo>
                  <a:close/>
                </a:path>
              </a:pathLst>
            </a:custGeom>
            <a:solidFill>
              <a:srgbClr val="E0E0E0"/>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65" b="0" i="0" u="none" strike="noStrike" kern="0" cap="none" spc="0" normalizeH="0" baseline="0" noProof="0">
                <a:ln>
                  <a:noFill/>
                </a:ln>
                <a:solidFill>
                  <a:srgbClr val="000000"/>
                </a:solidFill>
                <a:effectLst/>
                <a:uLnTx/>
                <a:uFillTx/>
                <a:latin typeface="Arial" panose="020B0604020202020204"/>
                <a:ea typeface="+mn-ea"/>
                <a:cs typeface="+mn-cs"/>
              </a:endParaRPr>
            </a:p>
          </p:txBody>
        </p:sp>
      </p:grpSp>
      <p:pic>
        <p:nvPicPr>
          <p:cNvPr id="3" name="图片 2"/>
          <p:cNvPicPr>
            <a:picLocks noChangeAspect="1"/>
          </p:cNvPicPr>
          <p:nvPr/>
        </p:nvPicPr>
        <p:blipFill>
          <a:blip r:embed="rId8"/>
          <a:stretch>
            <a:fillRect/>
          </a:stretch>
        </p:blipFill>
        <p:spPr>
          <a:xfrm>
            <a:off x="11677571" y="6016506"/>
            <a:ext cx="247650" cy="390525"/>
          </a:xfrm>
          <a:prstGeom prst="rect">
            <a:avLst/>
          </a:prstGeom>
        </p:spPr>
      </p:pic>
      <p:sp>
        <p:nvSpPr>
          <p:cNvPr id="2" name="Google Shape;54;p15"/>
          <p:cNvSpPr txBox="1"/>
          <p:nvPr>
            <p:custDataLst>
              <p:tags r:id="rId1"/>
            </p:custDataLst>
          </p:nvPr>
        </p:nvSpPr>
        <p:spPr>
          <a:xfrm>
            <a:off x="2731135" y="1773555"/>
            <a:ext cx="6729730" cy="2098040"/>
          </a:xfrm>
          <a:prstGeom prst="rect">
            <a:avLst/>
          </a:prstGeom>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4000"/>
              <a:buFont typeface="Arial" panose="020B0604020202020204"/>
              <a:buNone/>
              <a:defRPr sz="533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rgbClr val="000000"/>
              </a:buClr>
              <a:buSzPts val="4000"/>
              <a:buFont typeface="Arial" panose="020B0604020202020204"/>
              <a:buNone/>
              <a:defRPr sz="5335"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rgbClr val="000000"/>
              </a:buClr>
              <a:buSzPts val="4000"/>
              <a:buFont typeface="Arial" panose="020B0604020202020204"/>
              <a:buNone/>
              <a:defRPr sz="5335"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rgbClr val="000000"/>
              </a:buClr>
              <a:buSzPts val="4000"/>
              <a:buFont typeface="Arial" panose="020B0604020202020204"/>
              <a:buNone/>
              <a:defRPr sz="5335"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rgbClr val="000000"/>
              </a:buClr>
              <a:buSzPts val="4000"/>
              <a:buFont typeface="Arial" panose="020B0604020202020204"/>
              <a:buNone/>
              <a:defRPr sz="5335"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rgbClr val="000000"/>
              </a:buClr>
              <a:buSzPts val="4000"/>
              <a:buFont typeface="Arial" panose="020B0604020202020204"/>
              <a:buNone/>
              <a:defRPr sz="5335"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rgbClr val="000000"/>
              </a:buClr>
              <a:buSzPts val="4000"/>
              <a:buFont typeface="Arial" panose="020B0604020202020204"/>
              <a:buNone/>
              <a:defRPr sz="5335"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rgbClr val="000000"/>
              </a:buClr>
              <a:buSzPts val="4000"/>
              <a:buFont typeface="Arial" panose="020B0604020202020204"/>
              <a:buNone/>
              <a:defRPr sz="5335"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rgbClr val="000000"/>
              </a:buClr>
              <a:buSzPts val="4000"/>
              <a:buFont typeface="Arial" panose="020B0604020202020204"/>
              <a:buNone/>
              <a:defRPr sz="5335"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ctr" defTabSz="914400" rtl="0" eaLnBrk="1" fontAlgn="auto" latinLnBrk="0" hangingPunct="1">
              <a:lnSpc>
                <a:spcPct val="100000"/>
              </a:lnSpc>
              <a:spcBef>
                <a:spcPts val="0"/>
              </a:spcBef>
              <a:spcAft>
                <a:spcPts val="0"/>
              </a:spcAft>
              <a:buClr>
                <a:srgbClr val="000000"/>
              </a:buClr>
              <a:buSzPts val="4000"/>
              <a:buFont typeface="Arial" panose="020B0604020202020204"/>
              <a:buNone/>
              <a:defRPr/>
            </a:pPr>
            <a:r>
              <a:rPr kumimoji="0" sz="6000" b="0" i="0" u="none" strike="noStrike" kern="0" cap="none" spc="0" normalizeH="0" baseline="0" noProof="0">
                <a:ln>
                  <a:noFill/>
                </a:ln>
                <a:solidFill>
                  <a:srgbClr val="000000"/>
                </a:solidFill>
                <a:effectLst/>
                <a:uLnTx/>
                <a:uFillTx/>
                <a:latin typeface="Arial Black" panose="020B0A04020102020204" charset="0"/>
                <a:cs typeface="Arial Black" panose="020B0A04020102020204" charset="0"/>
                <a:sym typeface="Arial" panose="020B0604020202020204"/>
              </a:rPr>
              <a:t>Malicious Code Analysis</a:t>
            </a:r>
          </a:p>
        </p:txBody>
      </p:sp>
      <p:pic>
        <p:nvPicPr>
          <p:cNvPr id="4" name="图片 3"/>
          <p:cNvPicPr>
            <a:picLocks noChangeAspect="1"/>
          </p:cNvPicPr>
          <p:nvPr>
            <p:custDataLst>
              <p:tags r:id="rId2"/>
            </p:custDataLst>
          </p:nvPr>
        </p:nvPicPr>
        <p:blipFill>
          <a:blip r:embed="rId9"/>
          <a:stretch>
            <a:fillRect/>
          </a:stretch>
        </p:blipFill>
        <p:spPr>
          <a:xfrm>
            <a:off x="299085" y="109855"/>
            <a:ext cx="1848142" cy="1296000"/>
          </a:xfrm>
          <a:prstGeom prst="rect">
            <a:avLst/>
          </a:prstGeom>
          <a:noFill/>
          <a:ln w="9525">
            <a:noFill/>
          </a:ln>
        </p:spPr>
      </p:pic>
      <p:sp>
        <p:nvSpPr>
          <p:cNvPr id="5" name="Google Shape;55;p15"/>
          <p:cNvSpPr txBox="1"/>
          <p:nvPr>
            <p:custDataLst>
              <p:tags r:id="rId3"/>
            </p:custDataLst>
          </p:nvPr>
        </p:nvSpPr>
        <p:spPr>
          <a:xfrm>
            <a:off x="4536123" y="4035425"/>
            <a:ext cx="3119755" cy="749935"/>
          </a:xfrm>
          <a:prstGeom prst="rect">
            <a:avLst/>
          </a:prstGeom>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2200"/>
              <a:buFont typeface="Arial" panose="020B0604020202020204"/>
              <a:buNone/>
              <a:defRPr sz="293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ctr" rtl="0">
              <a:lnSpc>
                <a:spcPct val="100000"/>
              </a:lnSpc>
              <a:spcBef>
                <a:spcPts val="0"/>
              </a:spcBef>
              <a:spcAft>
                <a:spcPts val="0"/>
              </a:spcAft>
              <a:buClr>
                <a:srgbClr val="000000"/>
              </a:buClr>
              <a:buSzPts val="2200"/>
              <a:buFont typeface="Arial" panose="020B0604020202020204"/>
              <a:buNone/>
              <a:defRPr sz="2935"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ctr" rtl="0">
              <a:lnSpc>
                <a:spcPct val="100000"/>
              </a:lnSpc>
              <a:spcBef>
                <a:spcPts val="0"/>
              </a:spcBef>
              <a:spcAft>
                <a:spcPts val="0"/>
              </a:spcAft>
              <a:buClr>
                <a:srgbClr val="000000"/>
              </a:buClr>
              <a:buSzPts val="2200"/>
              <a:buFont typeface="Arial" panose="020B0604020202020204"/>
              <a:buNone/>
              <a:defRPr sz="2935"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ctr" rtl="0">
              <a:lnSpc>
                <a:spcPct val="100000"/>
              </a:lnSpc>
              <a:spcBef>
                <a:spcPts val="0"/>
              </a:spcBef>
              <a:spcAft>
                <a:spcPts val="0"/>
              </a:spcAft>
              <a:buClr>
                <a:srgbClr val="000000"/>
              </a:buClr>
              <a:buSzPts val="2200"/>
              <a:buFont typeface="Arial" panose="020B0604020202020204"/>
              <a:buNone/>
              <a:defRPr sz="2935"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ctr" rtl="0">
              <a:lnSpc>
                <a:spcPct val="100000"/>
              </a:lnSpc>
              <a:spcBef>
                <a:spcPts val="0"/>
              </a:spcBef>
              <a:spcAft>
                <a:spcPts val="0"/>
              </a:spcAft>
              <a:buClr>
                <a:srgbClr val="000000"/>
              </a:buClr>
              <a:buSzPts val="2200"/>
              <a:buFont typeface="Arial" panose="020B0604020202020204"/>
              <a:buNone/>
              <a:defRPr sz="2935"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ctr" rtl="0">
              <a:lnSpc>
                <a:spcPct val="100000"/>
              </a:lnSpc>
              <a:spcBef>
                <a:spcPts val="0"/>
              </a:spcBef>
              <a:spcAft>
                <a:spcPts val="0"/>
              </a:spcAft>
              <a:buClr>
                <a:srgbClr val="000000"/>
              </a:buClr>
              <a:buSzPts val="2200"/>
              <a:buFont typeface="Arial" panose="020B0604020202020204"/>
              <a:buNone/>
              <a:defRPr sz="2935"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ctr" rtl="0">
              <a:lnSpc>
                <a:spcPct val="100000"/>
              </a:lnSpc>
              <a:spcBef>
                <a:spcPts val="0"/>
              </a:spcBef>
              <a:spcAft>
                <a:spcPts val="0"/>
              </a:spcAft>
              <a:buClr>
                <a:srgbClr val="000000"/>
              </a:buClr>
              <a:buSzPts val="2200"/>
              <a:buFont typeface="Arial" panose="020B0604020202020204"/>
              <a:buNone/>
              <a:defRPr sz="2935"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ctr" rtl="0">
              <a:lnSpc>
                <a:spcPct val="100000"/>
              </a:lnSpc>
              <a:spcBef>
                <a:spcPts val="0"/>
              </a:spcBef>
              <a:spcAft>
                <a:spcPts val="0"/>
              </a:spcAft>
              <a:buClr>
                <a:srgbClr val="000000"/>
              </a:buClr>
              <a:buSzPts val="2200"/>
              <a:buFont typeface="Arial" panose="020B0604020202020204"/>
              <a:buNone/>
              <a:defRPr sz="2935"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ctr" rtl="0">
              <a:lnSpc>
                <a:spcPct val="100000"/>
              </a:lnSpc>
              <a:spcBef>
                <a:spcPts val="0"/>
              </a:spcBef>
              <a:spcAft>
                <a:spcPts val="0"/>
              </a:spcAft>
              <a:buClr>
                <a:srgbClr val="000000"/>
              </a:buClr>
              <a:buSzPts val="2200"/>
              <a:buFont typeface="Arial" panose="020B0604020202020204"/>
              <a:buNone/>
              <a:defRPr sz="2935"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ctr" defTabSz="914400" rtl="0" eaLnBrk="1" fontAlgn="auto" latinLnBrk="0" hangingPunct="1">
              <a:lnSpc>
                <a:spcPct val="100000"/>
              </a:lnSpc>
              <a:spcBef>
                <a:spcPts val="0"/>
              </a:spcBef>
              <a:spcAft>
                <a:spcPts val="0"/>
              </a:spcAft>
              <a:buClr>
                <a:srgbClr val="000000"/>
              </a:buClr>
              <a:buSzPts val="2200"/>
              <a:buFont typeface="Arial" panose="020B0604020202020204"/>
              <a:buNone/>
              <a:defRPr/>
            </a:pPr>
            <a:r>
              <a:rPr kumimoji="0" lang="en-US" altLang="en-GB" sz="2500" b="0" i="0" u="none" strike="noStrike" kern="0" cap="none" spc="0" normalizeH="0" baseline="0" noProof="0">
                <a:ln>
                  <a:noFill/>
                </a:ln>
                <a:solidFill>
                  <a:srgbClr val="000000"/>
                </a:solidFill>
                <a:effectLst/>
                <a:uLnTx/>
                <a:uFillTx/>
                <a:latin typeface="Palatino Linotype" panose="02040502050505030304" charset="0"/>
                <a:cs typeface="Palatino Linotype" panose="02040502050505030304" charset="0"/>
                <a:sym typeface="Arial" panose="020B0604020202020204"/>
              </a:rPr>
              <a:t>Fangtian Zhong</a:t>
            </a:r>
          </a:p>
          <a:p>
            <a:pPr marL="0" marR="0" lvl="0" indent="0" algn="ctr" defTabSz="914400" rtl="0" eaLnBrk="1" fontAlgn="auto" latinLnBrk="0" hangingPunct="1">
              <a:lnSpc>
                <a:spcPct val="100000"/>
              </a:lnSpc>
              <a:spcBef>
                <a:spcPts val="0"/>
              </a:spcBef>
              <a:spcAft>
                <a:spcPts val="0"/>
              </a:spcAft>
              <a:buClr>
                <a:srgbClr val="000000"/>
              </a:buClr>
              <a:buSzPts val="2200"/>
              <a:buFont typeface="Arial" panose="020B0604020202020204"/>
              <a:buNone/>
              <a:defRPr/>
            </a:pPr>
            <a:r>
              <a:rPr kumimoji="0" lang="en-US" altLang="en-GB" sz="2500" b="0" i="0" u="none" strike="noStrike" kern="0" cap="none" spc="0" normalizeH="0" baseline="0" noProof="0">
                <a:ln>
                  <a:noFill/>
                </a:ln>
                <a:solidFill>
                  <a:srgbClr val="000000"/>
                </a:solidFill>
                <a:effectLst/>
                <a:uLnTx/>
                <a:uFillTx/>
                <a:latin typeface="Palatino Linotype" panose="02040502050505030304" charset="0"/>
                <a:cs typeface="Palatino Linotype" panose="02040502050505030304" charset="0"/>
                <a:sym typeface="Arial" panose="020B0604020202020204"/>
              </a:rPr>
              <a:t>CSCI 591</a:t>
            </a:r>
          </a:p>
        </p:txBody>
      </p:sp>
      <p:sp>
        <p:nvSpPr>
          <p:cNvPr id="6" name="矩形 5"/>
          <p:cNvSpPr/>
          <p:nvPr>
            <p:custDataLst>
              <p:tags r:id="rId4"/>
            </p:custDataLst>
          </p:nvPr>
        </p:nvSpPr>
        <p:spPr>
          <a:xfrm>
            <a:off x="2886710" y="5492115"/>
            <a:ext cx="6418580" cy="1139825"/>
          </a:xfrm>
          <a:prstGeom prst="rect">
            <a:avLst/>
          </a:prstGeom>
        </p:spPr>
        <p:txBody>
          <a:bodyPr wrap="square">
            <a:noAutofit/>
          </a:bodyPr>
          <a:lstStyle/>
          <a:p>
            <a:pPr marL="0" marR="0" lvl="0" indent="0" algn="ctr" defTabSz="914400" rtl="0" eaLnBrk="1" fontAlgn="auto" latinLnBrk="0" hangingPunct="1">
              <a:lnSpc>
                <a:spcPts val="2800"/>
              </a:lnSpc>
              <a:spcBef>
                <a:spcPts val="1500"/>
              </a:spcBef>
              <a:spcAft>
                <a:spcPts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Palatino Linotype" panose="02040502050505030304" charset="0"/>
                <a:ea typeface="Microsoft YaHei" panose="020B0503020204020204" pitchFamily="34" charset="-122"/>
                <a:cs typeface="Palatino Linotype" panose="02040502050505030304" charset="0"/>
              </a:rPr>
              <a:t>Gianforte School of Computing </a:t>
            </a:r>
          </a:p>
          <a:p>
            <a:pPr marL="0" marR="0" lvl="0" indent="0" algn="ctr" defTabSz="914400" rtl="0" eaLnBrk="1" fontAlgn="auto" latinLnBrk="0" hangingPunct="1">
              <a:lnSpc>
                <a:spcPts val="2800"/>
              </a:lnSpc>
              <a:spcBef>
                <a:spcPts val="0"/>
              </a:spcBef>
              <a:spcAft>
                <a:spcPts val="0"/>
              </a:spcAft>
              <a:buClrTx/>
              <a:buSzTx/>
              <a:buFontTx/>
              <a:buNone/>
              <a:defRPr/>
            </a:pPr>
            <a:r>
              <a:rPr kumimoji="0" lang="en-US" altLang="en-GB" sz="2000" b="0" i="0" u="none" strike="noStrike" kern="1200" cap="none" spc="0" normalizeH="0" baseline="0" noProof="0" dirty="0">
                <a:ln>
                  <a:noFill/>
                </a:ln>
                <a:solidFill>
                  <a:srgbClr val="000000"/>
                </a:solidFill>
                <a:effectLst/>
                <a:uLnTx/>
                <a:uFillTx/>
                <a:latin typeface="Palatino Linotype" panose="02040502050505030304" charset="0"/>
                <a:ea typeface="+mn-ea"/>
                <a:cs typeface="Palatino Linotype" panose="02040502050505030304" charset="0"/>
                <a:sym typeface="+mn-ea"/>
              </a:rPr>
              <a:t>Norm Asbjornson College of Engineering</a:t>
            </a:r>
          </a:p>
          <a:p>
            <a:pPr marL="0" marR="0" lvl="0" indent="0" algn="ctr" defTabSz="914400" rtl="0" eaLnBrk="1" fontAlgn="auto" latinLnBrk="0" hangingPunct="1">
              <a:lnSpc>
                <a:spcPts val="28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Palatino Linotype" panose="02040502050505030304" charset="0"/>
                <a:ea typeface="Microsoft YaHei" panose="020B0503020204020204" pitchFamily="34" charset="-122"/>
                <a:cs typeface="Palatino Linotype" panose="02040502050505030304" charset="0"/>
              </a:rPr>
              <a:t>E-mail: fangtian.zhong@montana.edu</a:t>
            </a:r>
          </a:p>
          <a:p>
            <a:pPr marL="0" marR="0" lvl="0" indent="0" algn="ctr" defTabSz="914400" rtl="0" eaLnBrk="1" fontAlgn="auto" latinLnBrk="0" hangingPunct="1">
              <a:lnSpc>
                <a:spcPts val="2800"/>
              </a:lnSpc>
              <a:spcBef>
                <a:spcPts val="0"/>
              </a:spcBef>
              <a:spcAft>
                <a:spcPts val="0"/>
              </a:spcAft>
              <a:buClrTx/>
              <a:buSzTx/>
              <a:buFontTx/>
              <a:buNone/>
              <a:defRPr/>
            </a:pPr>
            <a:endParaRPr kumimoji="0" lang="en-US" altLang="zh-CN" sz="2000" b="0" i="0" u="none" strike="noStrike" kern="1200" cap="none" spc="0" normalizeH="0" baseline="0" noProof="0" dirty="0">
              <a:ln>
                <a:noFill/>
              </a:ln>
              <a:solidFill>
                <a:prstClr val="black"/>
              </a:solidFill>
              <a:effectLst/>
              <a:uLnTx/>
              <a:uFillTx/>
              <a:latin typeface="Palatino Linotype" panose="02040502050505030304" charset="0"/>
              <a:ea typeface="Microsoft YaHei" panose="020B0503020204020204" pitchFamily="34" charset="-122"/>
              <a:cs typeface="Palatino Linotype" panose="02040502050505030304" charset="0"/>
            </a:endParaRPr>
          </a:p>
        </p:txBody>
      </p:sp>
      <p:sp>
        <p:nvSpPr>
          <p:cNvPr id="7" name="矩形 6"/>
          <p:cNvSpPr/>
          <p:nvPr>
            <p:custDataLst>
              <p:tags r:id="rId5"/>
            </p:custDataLst>
          </p:nvPr>
        </p:nvSpPr>
        <p:spPr>
          <a:xfrm>
            <a:off x="9970770" y="109855"/>
            <a:ext cx="1960245" cy="553085"/>
          </a:xfrm>
          <a:prstGeom prst="rect">
            <a:avLst/>
          </a:prstGeom>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华文楷体" panose="02010600040101010101" pitchFamily="2" charset="-122"/>
                <a:cs typeface="Arial" panose="020B0604020202020204" pitchFamily="34" charset="0"/>
              </a:rPr>
              <a:t>2023.11.30</a:t>
            </a:r>
            <a:endParaRPr kumimoji="0" lang="en-US" altLang="zh-CN" sz="1600" b="0" i="0" u="none" strike="noStrike" kern="1200" cap="none" spc="0" normalizeH="0" baseline="0" noProof="0" dirty="0">
              <a:ln>
                <a:noFill/>
              </a:ln>
              <a:solidFill>
                <a:srgbClr val="000000"/>
              </a:solidFill>
              <a:effectLst/>
              <a:uLnTx/>
              <a:uFillTx/>
              <a:latin typeface="Arial" panose="020B0604020202020204" pitchFamily="34" charset="0"/>
              <a:ea typeface="华文楷体" panose="02010600040101010101" pitchFamily="2" charset="-122"/>
              <a:cs typeface="Arial" panose="020B0604020202020204" pitchFamily="34" charset="0"/>
            </a:endParaRPr>
          </a:p>
        </p:txBody>
      </p:sp>
    </p:spTree>
  </p:cSld>
  <p:clrMapOvr>
    <a:masterClrMapping/>
  </p:clrMapOvr>
  <p:extLst>
    <p:ext uri="{6950BFC3-D8DA-4A85-94F7-54DA5524770B}">
      <p188:commentRel xmlns:p188="http://schemas.microsoft.com/office/powerpoint/2018/8/main" r:id="rId7"/>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7" name="图片 116"/>
          <p:cNvPicPr/>
          <p:nvPr userDrawn="1">
            <p:custDataLst>
              <p:tags r:id="rId1"/>
            </p:custDataLst>
          </p:nvPr>
        </p:nvPicPr>
        <p:blipFill>
          <a:blip r:embed="rId14"/>
          <a:stretch>
            <a:fillRect/>
          </a:stretch>
        </p:blipFill>
        <p:spPr>
          <a:xfrm>
            <a:off x="0" y="0"/>
            <a:ext cx="12192635" cy="6858000"/>
          </a:xfrm>
          <a:prstGeom prst="rect">
            <a:avLst/>
          </a:prstGeom>
          <a:noFill/>
          <a:ln w="9525">
            <a:noFill/>
          </a:ln>
        </p:spPr>
      </p:pic>
      <p:sp>
        <p:nvSpPr>
          <p:cNvPr id="7" name="矩形 6"/>
          <p:cNvSpPr/>
          <p:nvPr userDrawn="1">
            <p:custDataLst>
              <p:tags r:id="rId2"/>
            </p:custDataLst>
          </p:nvPr>
        </p:nvSpPr>
        <p:spPr>
          <a:xfrm>
            <a:off x="0" y="-2"/>
            <a:ext cx="12191998" cy="6858002"/>
          </a:xfrm>
          <a:prstGeom prst="rect">
            <a:avLst/>
          </a:prstGeom>
          <a:solidFill>
            <a:schemeClr val="bg1">
              <a:alpha val="91765"/>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文本框 3"/>
          <p:cNvSpPr txBox="1"/>
          <p:nvPr>
            <p:custDataLst>
              <p:tags r:id="rId3"/>
            </p:custDataLst>
          </p:nvPr>
        </p:nvSpPr>
        <p:spPr>
          <a:xfrm>
            <a:off x="4264025" y="2486343"/>
            <a:ext cx="7921625" cy="1885315"/>
          </a:xfrm>
          <a:prstGeom prst="rect">
            <a:avLst/>
          </a:prstGeom>
          <a:noFill/>
        </p:spPr>
        <p:txBody>
          <a:bodyPr wrap="square" rtlCol="0" anchor="ctr" anchorCtr="0">
            <a:noAutofit/>
          </a:bodyPr>
          <a:lstStyle/>
          <a:p>
            <a:pPr marL="0" marR="0" lvl="0" indent="0" algn="ctr" defTabSz="914400" rtl="0" eaLnBrk="1" fontAlgn="auto" latinLnBrk="0" hangingPunct="1">
              <a:lnSpc>
                <a:spcPts val="7000"/>
              </a:lnSpc>
              <a:spcBef>
                <a:spcPts val="600"/>
              </a:spcBef>
              <a:spcAft>
                <a:spcPts val="0"/>
              </a:spcAft>
              <a:buClrTx/>
              <a:buSzTx/>
              <a:buFontTx/>
              <a:buNone/>
              <a:defRPr/>
            </a:pPr>
            <a:r>
              <a:rPr kumimoji="0" lang="en-US" sz="5500" b="0" i="0" u="none" strike="noStrike" kern="1200" cap="none" spc="0" normalizeH="0" baseline="0" noProof="0" dirty="0">
                <a:ln>
                  <a:noFill/>
                </a:ln>
                <a:solidFill>
                  <a:srgbClr val="88219F"/>
                </a:solidFill>
                <a:effectLst/>
                <a:uLnTx/>
                <a:uFillTx/>
                <a:latin typeface="Arial Black" panose="020B0A04020102020204" charset="0"/>
                <a:ea typeface="+mn-ea"/>
                <a:cs typeface="Arial Black" panose="020B0A04020102020204" charset="0"/>
                <a:sym typeface="+mn-lt"/>
              </a:rPr>
              <a:t>Static Malware Analysis II</a:t>
            </a:r>
          </a:p>
        </p:txBody>
      </p:sp>
      <p:sp>
        <p:nvSpPr>
          <p:cNvPr id="5" name="矩形 4"/>
          <p:cNvSpPr/>
          <p:nvPr userDrawn="1">
            <p:custDataLst>
              <p:tags r:id="rId4"/>
            </p:custDataLst>
          </p:nvPr>
        </p:nvSpPr>
        <p:spPr>
          <a:xfrm>
            <a:off x="707653" y="-2"/>
            <a:ext cx="3391877" cy="6858002"/>
          </a:xfrm>
          <a:prstGeom prst="rect">
            <a:avLst/>
          </a:prstGeom>
          <a:solidFill>
            <a:srgbClr val="A728BE">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0" name="文本占位符 31"/>
          <p:cNvSpPr>
            <a:spLocks noGrp="1"/>
          </p:cNvSpPr>
          <p:nvPr>
            <p:custDataLst>
              <p:tags r:id="rId5"/>
            </p:custDataLst>
          </p:nvPr>
        </p:nvSpPr>
        <p:spPr>
          <a:xfrm>
            <a:off x="1289843" y="3127425"/>
            <a:ext cx="2157413" cy="1695450"/>
          </a:xfrm>
        </p:spPr>
        <p:txBody>
          <a:bodyPr anchor="ctr">
            <a:normAutofit/>
          </a:bodyPr>
          <a:lstStyle>
            <a:lvl1pPr marL="0" indent="0" algn="ctr">
              <a:buNone/>
              <a:defRPr sz="9600" b="1">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600" b="1"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01</a:t>
            </a:r>
            <a:endParaRPr kumimoji="0" lang="zh-CN" altLang="en-US" sz="9600" b="1"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1" name="文本占位符 31"/>
          <p:cNvSpPr>
            <a:spLocks noGrp="1"/>
          </p:cNvSpPr>
          <p:nvPr>
            <p:custDataLst>
              <p:tags r:id="rId6"/>
            </p:custDataLst>
          </p:nvPr>
        </p:nvSpPr>
        <p:spPr>
          <a:xfrm>
            <a:off x="1289843" y="2729084"/>
            <a:ext cx="2157413" cy="523631"/>
          </a:xfrm>
        </p:spPr>
        <p:txBody>
          <a:bodyPr anchor="ctr">
            <a:noAutofit/>
          </a:bodyPr>
          <a:lstStyle>
            <a:lvl1pPr marL="0" indent="0" algn="ctr">
              <a:buNone/>
              <a:defRPr sz="2400" b="1" i="1">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1"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Part One</a:t>
            </a:r>
          </a:p>
        </p:txBody>
      </p:sp>
      <p:grpSp>
        <p:nvGrpSpPr>
          <p:cNvPr id="703" name="组合 702"/>
          <p:cNvGrpSpPr/>
          <p:nvPr userDrawn="1"/>
        </p:nvGrpSpPr>
        <p:grpSpPr>
          <a:xfrm>
            <a:off x="1952199" y="2121506"/>
            <a:ext cx="658709" cy="199812"/>
            <a:chOff x="4510429" y="6007426"/>
            <a:chExt cx="658709" cy="199812"/>
          </a:xfrm>
        </p:grpSpPr>
        <p:sp>
          <p:nvSpPr>
            <p:cNvPr id="696" name="L 形 695"/>
            <p:cNvSpPr/>
            <p:nvPr userDrawn="1">
              <p:custDataLst>
                <p:tags r:id="rId9"/>
              </p:custDataLst>
            </p:nvPr>
          </p:nvSpPr>
          <p:spPr>
            <a:xfrm rot="13500000">
              <a:off x="4663956" y="6008863"/>
              <a:ext cx="196938" cy="196940"/>
            </a:xfrm>
            <a:prstGeom prst="corner">
              <a:avLst>
                <a:gd name="adj1" fmla="val 19000"/>
                <a:gd name="adj2" fmla="val 19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98" name="L 形 697"/>
            <p:cNvSpPr/>
            <p:nvPr userDrawn="1">
              <p:custDataLst>
                <p:tags r:id="rId10"/>
              </p:custDataLst>
            </p:nvPr>
          </p:nvSpPr>
          <p:spPr>
            <a:xfrm rot="13500000">
              <a:off x="4818077" y="6008863"/>
              <a:ext cx="196938" cy="196940"/>
            </a:xfrm>
            <a:prstGeom prst="corner">
              <a:avLst>
                <a:gd name="adj1" fmla="val 19000"/>
                <a:gd name="adj2" fmla="val 19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00" name="L 形 699"/>
            <p:cNvSpPr/>
            <p:nvPr userDrawn="1">
              <p:custDataLst>
                <p:tags r:id="rId11"/>
              </p:custDataLst>
            </p:nvPr>
          </p:nvSpPr>
          <p:spPr>
            <a:xfrm rot="13500000">
              <a:off x="4972199" y="6008864"/>
              <a:ext cx="196938" cy="196940"/>
            </a:xfrm>
            <a:prstGeom prst="corner">
              <a:avLst>
                <a:gd name="adj1" fmla="val 19000"/>
                <a:gd name="adj2" fmla="val 19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02" name="直角三角形 701"/>
            <p:cNvSpPr/>
            <p:nvPr userDrawn="1">
              <p:custDataLst>
                <p:tags r:id="rId12"/>
              </p:custDataLst>
            </p:nvPr>
          </p:nvSpPr>
          <p:spPr>
            <a:xfrm rot="13500000">
              <a:off x="4510429" y="6007426"/>
              <a:ext cx="199812" cy="199812"/>
            </a:xfrm>
            <a:prstGeom prst="rtTriangle">
              <a:avLst/>
            </a:prstGeom>
            <a:solidFill>
              <a:srgbClr val="8620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704" name="矩形 703"/>
          <p:cNvSpPr/>
          <p:nvPr userDrawn="1">
            <p:custDataLst>
              <p:tags r:id="rId7"/>
            </p:custDataLst>
          </p:nvPr>
        </p:nvSpPr>
        <p:spPr>
          <a:xfrm>
            <a:off x="545426" y="-2"/>
            <a:ext cx="101886" cy="6858002"/>
          </a:xfrm>
          <a:prstGeom prst="rect">
            <a:avLst/>
          </a:prstGeom>
          <a:gradFill>
            <a:gsLst>
              <a:gs pos="80000">
                <a:srgbClr val="A728BE"/>
              </a:gs>
              <a:gs pos="0">
                <a:srgbClr val="A728BE">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05" name="矩形 704"/>
          <p:cNvSpPr/>
          <p:nvPr userDrawn="1">
            <p:custDataLst>
              <p:tags r:id="rId8"/>
            </p:custDataLst>
          </p:nvPr>
        </p:nvSpPr>
        <p:spPr>
          <a:xfrm flipV="1">
            <a:off x="4158103" y="-2"/>
            <a:ext cx="101886" cy="6858002"/>
          </a:xfrm>
          <a:prstGeom prst="rect">
            <a:avLst/>
          </a:prstGeom>
          <a:gradFill>
            <a:gsLst>
              <a:gs pos="80000">
                <a:srgbClr val="A728BE"/>
              </a:gs>
              <a:gs pos="0">
                <a:srgbClr val="A728BE">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http://photo-static-api.fotomore.com/creative/vcg/400/new/VCG211339768934.jpg" descr="&amp;pky00187340517_sjzg_VCG211339768934&amp;2&amp;src_rpledit_likech&amp;"/>
          <p:cNvPicPr>
            <a:picLocks noChangeAspect="1"/>
          </p:cNvPicPr>
          <p:nvPr>
            <p:custDataLst>
              <p:tags r:id="rId1"/>
            </p:custDataLst>
          </p:nvPr>
        </p:nvPicPr>
        <p:blipFill>
          <a:blip r:embed="rId5"/>
          <a:srcRect/>
          <a:stretch>
            <a:fillRect/>
          </a:stretch>
        </p:blipFill>
        <p:spPr>
          <a:xfrm flipH="1">
            <a:off x="71755" y="4890975"/>
            <a:ext cx="2112592" cy="1620000"/>
          </a:xfrm>
          <a:prstGeom prst="rect">
            <a:avLst/>
          </a:prstGeom>
        </p:spPr>
      </p:pic>
      <p:sp>
        <p:nvSpPr>
          <p:cNvPr id="10" name="内容占位符 9"/>
          <p:cNvSpPr>
            <a:spLocks noGrp="1"/>
          </p:cNvSpPr>
          <p:nvPr>
            <p:custDataLst>
              <p:tags r:id="rId2"/>
            </p:custDataLst>
          </p:nvPr>
        </p:nvSpPr>
        <p:spPr>
          <a:xfrm>
            <a:off x="975360" y="318770"/>
            <a:ext cx="10400030" cy="3022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rgbClr val="A728BE"/>
                </a:solidFill>
                <a:latin typeface="Arial" panose="020B0604020202020204" pitchFamily="34" charset="0"/>
                <a:ea typeface="Microsoft YaHei" panose="020B0503020204020204" pitchFamily="34" charset="-122"/>
                <a:cs typeface="+mn-ea"/>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rgbClr val="005CA2"/>
                </a:solidFill>
                <a:latin typeface="Microsoft YaHei" panose="020B0503020204020204" pitchFamily="34" charset="-122"/>
                <a:ea typeface="Microsoft YaHei" panose="020B0503020204020204" pitchFamily="34" charset="-122"/>
                <a:cs typeface="+mn-ea"/>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ysClr val="windowText" lastClr="000000"/>
                </a:solidFill>
                <a:latin typeface="Segoe UI" panose="020B0502040204020203"/>
                <a:ea typeface="微软雅黑 Light" panose="020B0502040204020203" charset="-122"/>
                <a:cs typeface="+mn-ea"/>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9pPr>
          </a:lstStyle>
          <a:p>
            <a:r>
              <a:rPr lang="en-US" altLang="zh-CN" dirty="0"/>
              <a:t>Entry-point Scanning</a:t>
            </a:r>
          </a:p>
        </p:txBody>
      </p:sp>
      <p:sp>
        <p:nvSpPr>
          <p:cNvPr id="2" name="Text Box 8" descr="7b0a202020202262756c6c6574223a20227b5c2263617465676f727949645c223a31303030362c5c2274656d706c61746549645c223a32303233313234377d222c0a20202020227461726765744964223a202270726f636573734f6e6c696e6542756c6c6574220a7d0a"/>
          <p:cNvSpPr txBox="1">
            <a:spLocks noChangeArrowheads="1"/>
          </p:cNvSpPr>
          <p:nvPr>
            <p:custDataLst>
              <p:tags r:id="rId3"/>
            </p:custDataLst>
          </p:nvPr>
        </p:nvSpPr>
        <p:spPr bwMode="auto">
          <a:xfrm>
            <a:off x="118110" y="1113790"/>
            <a:ext cx="11805920" cy="334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noAutofit/>
          </a:bodyPr>
          <a:lstStyle>
            <a:defPPr>
              <a:defRPr lang="en-US"/>
            </a:defPPr>
            <a:lvl1pPr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1pPr>
            <a:lvl2pPr marL="4572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2pPr>
            <a:lvl3pPr marL="9144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3pPr>
            <a:lvl4pPr marL="13716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4pPr>
            <a:lvl5pPr marL="18288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5pPr>
            <a:lvl6pPr marL="22860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6pPr>
            <a:lvl7pPr marL="27432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7pPr>
            <a:lvl8pPr marL="32004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8pPr>
            <a:lvl9pPr marL="36576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9pPr>
          </a:lstStyle>
          <a:p>
            <a:pPr marL="571500" indent="-571500">
              <a:lnSpc>
                <a:spcPts val="4000"/>
              </a:lnSpc>
              <a:spcBef>
                <a:spcPts val="1000"/>
              </a:spcBef>
              <a:buClrTx/>
              <a:buSzPct val="200000"/>
              <a:buFontTx/>
              <a:buBlip>
                <a:blip r:embed="rId6"/>
              </a:buBlip>
              <a:extLst>
                <a:ext uri="{35155182-B16C-46BC-9424-99874614C6A1}">
                  <wpsdc:indentchars xmlns="" xmlns:wpsdc="http://www.wps.cn/officeDocument/2017/drawingmlCustomData" val="-150" checksum="1568234514"/>
                  <wpsdc:marlchars xmlns="" xmlns:wpsdc="http://www.wps.cn/officeDocument/2017/drawingmlCustomData" val="250" checksum="1039213347"/>
                </a:ext>
              </a:extLst>
            </a:pPr>
            <a:r>
              <a:rPr lang="en-US" altLang="zh-CN" sz="3000" b="0" dirty="0">
                <a:latin typeface="Arial" panose="020B0604020202020204" pitchFamily="34" charset="0"/>
                <a:cs typeface="Arial" panose="020B0604020202020204" pitchFamily="34" charset="0"/>
                <a:sym typeface="微软雅黑 Light" panose="020B0502040204020203" charset="-122"/>
              </a:rPr>
              <a:t>The entry point is the address within the file where execution begins, and malware authors may attempt to modify this address to redirect execution to their own code instead of the legitimate code. Entry-point scanning involves analyzing the code at the entry point to determine whether it is behaving as expected or contains suspicious instructions.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9"/>
          <p:cNvSpPr>
            <a:spLocks noGrp="1"/>
          </p:cNvSpPr>
          <p:nvPr>
            <p:custDataLst>
              <p:tags r:id="rId1"/>
            </p:custDataLst>
          </p:nvPr>
        </p:nvSpPr>
        <p:spPr>
          <a:xfrm>
            <a:off x="975360" y="318770"/>
            <a:ext cx="10400030" cy="441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rgbClr val="A728BE"/>
                </a:solidFill>
                <a:latin typeface="Arial" panose="020B0604020202020204" pitchFamily="34" charset="0"/>
                <a:ea typeface="Microsoft YaHei" panose="020B0503020204020204" pitchFamily="34" charset="-122"/>
                <a:cs typeface="+mn-ea"/>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rgbClr val="005CA2"/>
                </a:solidFill>
                <a:latin typeface="Microsoft YaHei" panose="020B0503020204020204" pitchFamily="34" charset="-122"/>
                <a:ea typeface="Microsoft YaHei" panose="020B0503020204020204" pitchFamily="34" charset="-122"/>
                <a:cs typeface="+mn-ea"/>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ysClr val="windowText" lastClr="000000"/>
                </a:solidFill>
                <a:latin typeface="Segoe UI" panose="020B0502040204020203"/>
                <a:ea typeface="微软雅黑 Light" panose="020B0502040204020203" charset="-122"/>
                <a:cs typeface="+mn-ea"/>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9pPr>
          </a:lstStyle>
          <a:p>
            <a:r>
              <a:rPr lang="en-US" altLang="zh-CN" dirty="0"/>
              <a:t>Fixed-point Scanning</a:t>
            </a:r>
          </a:p>
        </p:txBody>
      </p:sp>
      <p:grpSp>
        <p:nvGrpSpPr>
          <p:cNvPr id="3" name="组合 2"/>
          <p:cNvGrpSpPr/>
          <p:nvPr/>
        </p:nvGrpSpPr>
        <p:grpSpPr>
          <a:xfrm>
            <a:off x="930275" y="1261745"/>
            <a:ext cx="10331450" cy="4966970"/>
            <a:chOff x="1210" y="1907"/>
            <a:chExt cx="16270" cy="7822"/>
          </a:xfrm>
        </p:grpSpPr>
        <p:sp>
          <p:nvSpPr>
            <p:cNvPr id="6267" name="图形 6265"/>
            <p:cNvSpPr/>
            <p:nvPr>
              <p:custDataLst>
                <p:tags r:id="rId2"/>
              </p:custDataLst>
            </p:nvPr>
          </p:nvSpPr>
          <p:spPr>
            <a:xfrm>
              <a:off x="1210" y="2349"/>
              <a:ext cx="16271" cy="7381"/>
            </a:xfrm>
            <a:custGeom>
              <a:avLst/>
              <a:gdLst>
                <a:gd name="connsiteX0" fmla="*/ 5241874 w 5241873"/>
                <a:gd name="connsiteY0" fmla="*/ 2378021 h 2378020"/>
                <a:gd name="connsiteX1" fmla="*/ 0 w 5241873"/>
                <a:gd name="connsiteY1" fmla="*/ 2378021 h 2378020"/>
                <a:gd name="connsiteX2" fmla="*/ 0 w 5241873"/>
                <a:gd name="connsiteY2" fmla="*/ 151657 h 2378020"/>
                <a:gd name="connsiteX3" fmla="*/ 151657 w 5241873"/>
                <a:gd name="connsiteY3" fmla="*/ 0 h 2378020"/>
                <a:gd name="connsiteX4" fmla="*/ 5090217 w 5241873"/>
                <a:gd name="connsiteY4" fmla="*/ 0 h 2378020"/>
                <a:gd name="connsiteX5" fmla="*/ 5241874 w 5241873"/>
                <a:gd name="connsiteY5" fmla="*/ 151657 h 2378020"/>
                <a:gd name="connsiteX6" fmla="*/ 5241874 w 5241873"/>
                <a:gd name="connsiteY6" fmla="*/ 2378021 h 2378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41873" h="2378020">
                  <a:moveTo>
                    <a:pt x="5241874" y="2378021"/>
                  </a:moveTo>
                  <a:lnTo>
                    <a:pt x="0" y="2378021"/>
                  </a:lnTo>
                  <a:lnTo>
                    <a:pt x="0" y="151657"/>
                  </a:lnTo>
                  <a:cubicBezTo>
                    <a:pt x="0" y="67893"/>
                    <a:pt x="67893" y="0"/>
                    <a:pt x="151657" y="0"/>
                  </a:cubicBezTo>
                  <a:lnTo>
                    <a:pt x="5090217" y="0"/>
                  </a:lnTo>
                  <a:cubicBezTo>
                    <a:pt x="5173981" y="0"/>
                    <a:pt x="5241874" y="67893"/>
                    <a:pt x="5241874" y="151657"/>
                  </a:cubicBezTo>
                  <a:lnTo>
                    <a:pt x="5241874" y="2378021"/>
                  </a:lnTo>
                  <a:close/>
                </a:path>
              </a:pathLst>
            </a:custGeom>
            <a:solidFill>
              <a:srgbClr val="A728BE">
                <a:alpha val="70000"/>
              </a:srgbClr>
            </a:solidFill>
            <a:ln w="8817" cap="flat">
              <a:noFill/>
              <a:prstDash val="solid"/>
              <a:miter/>
            </a:ln>
          </p:spPr>
          <p:txBody>
            <a:bodyPr rtlCol="0" anchor="ctr"/>
            <a:lstStyle/>
            <a:p>
              <a:endParaRPr lang="zh-CN" altLang="en-US"/>
            </a:p>
          </p:txBody>
        </p:sp>
        <p:sp>
          <p:nvSpPr>
            <p:cNvPr id="6268" name="图形 6265"/>
            <p:cNvSpPr/>
            <p:nvPr>
              <p:custDataLst>
                <p:tags r:id="rId3"/>
              </p:custDataLst>
            </p:nvPr>
          </p:nvSpPr>
          <p:spPr>
            <a:xfrm>
              <a:off x="1739" y="2051"/>
              <a:ext cx="15213" cy="7454"/>
            </a:xfrm>
            <a:custGeom>
              <a:avLst/>
              <a:gdLst>
                <a:gd name="connsiteX0" fmla="*/ 0 w 4900644"/>
                <a:gd name="connsiteY0" fmla="*/ 0 h 2401827"/>
                <a:gd name="connsiteX1" fmla="*/ 4900645 w 4900644"/>
                <a:gd name="connsiteY1" fmla="*/ 0 h 2401827"/>
                <a:gd name="connsiteX2" fmla="*/ 4900645 w 4900644"/>
                <a:gd name="connsiteY2" fmla="*/ 2401828 h 2401827"/>
                <a:gd name="connsiteX3" fmla="*/ 0 w 4900644"/>
                <a:gd name="connsiteY3" fmla="*/ 2401828 h 2401827"/>
              </a:gdLst>
              <a:ahLst/>
              <a:cxnLst>
                <a:cxn ang="0">
                  <a:pos x="connsiteX0" y="connsiteY0"/>
                </a:cxn>
                <a:cxn ang="0">
                  <a:pos x="connsiteX1" y="connsiteY1"/>
                </a:cxn>
                <a:cxn ang="0">
                  <a:pos x="connsiteX2" y="connsiteY2"/>
                </a:cxn>
                <a:cxn ang="0">
                  <a:pos x="connsiteX3" y="connsiteY3"/>
                </a:cxn>
              </a:cxnLst>
              <a:rect l="l" t="t" r="r" b="b"/>
              <a:pathLst>
                <a:path w="4900644" h="2401827">
                  <a:moveTo>
                    <a:pt x="0" y="0"/>
                  </a:moveTo>
                  <a:lnTo>
                    <a:pt x="4900645" y="0"/>
                  </a:lnTo>
                  <a:lnTo>
                    <a:pt x="4900645" y="2401828"/>
                  </a:lnTo>
                  <a:lnTo>
                    <a:pt x="0" y="2401828"/>
                  </a:lnTo>
                  <a:close/>
                </a:path>
              </a:pathLst>
            </a:custGeom>
            <a:solidFill>
              <a:srgbClr val="A728BE">
                <a:alpha val="80000"/>
              </a:srgbClr>
            </a:solidFill>
            <a:ln w="17633" cap="flat">
              <a:solidFill>
                <a:srgbClr val="A728BE"/>
              </a:solidFill>
              <a:prstDash val="solid"/>
              <a:miter/>
            </a:ln>
          </p:spPr>
          <p:txBody>
            <a:bodyPr rtlCol="0" anchor="ctr"/>
            <a:lstStyle/>
            <a:p>
              <a:endParaRPr lang="zh-CN" altLang="en-US"/>
            </a:p>
          </p:txBody>
        </p:sp>
        <p:sp>
          <p:nvSpPr>
            <p:cNvPr id="6269" name="图形 6265"/>
            <p:cNvSpPr/>
            <p:nvPr>
              <p:custDataLst>
                <p:tags r:id="rId4"/>
              </p:custDataLst>
            </p:nvPr>
          </p:nvSpPr>
          <p:spPr>
            <a:xfrm>
              <a:off x="1739" y="1907"/>
              <a:ext cx="15213" cy="7454"/>
            </a:xfrm>
            <a:custGeom>
              <a:avLst/>
              <a:gdLst>
                <a:gd name="connsiteX0" fmla="*/ 0 w 4900644"/>
                <a:gd name="connsiteY0" fmla="*/ 0 h 2401827"/>
                <a:gd name="connsiteX1" fmla="*/ 4900645 w 4900644"/>
                <a:gd name="connsiteY1" fmla="*/ 0 h 2401827"/>
                <a:gd name="connsiteX2" fmla="*/ 4900645 w 4900644"/>
                <a:gd name="connsiteY2" fmla="*/ 2401828 h 2401827"/>
                <a:gd name="connsiteX3" fmla="*/ 0 w 4900644"/>
                <a:gd name="connsiteY3" fmla="*/ 2401828 h 2401827"/>
              </a:gdLst>
              <a:ahLst/>
              <a:cxnLst>
                <a:cxn ang="0">
                  <a:pos x="connsiteX0" y="connsiteY0"/>
                </a:cxn>
                <a:cxn ang="0">
                  <a:pos x="connsiteX1" y="connsiteY1"/>
                </a:cxn>
                <a:cxn ang="0">
                  <a:pos x="connsiteX2" y="connsiteY2"/>
                </a:cxn>
                <a:cxn ang="0">
                  <a:pos x="connsiteX3" y="connsiteY3"/>
                </a:cxn>
              </a:cxnLst>
              <a:rect l="l" t="t" r="r" b="b"/>
              <a:pathLst>
                <a:path w="4900644" h="2401827">
                  <a:moveTo>
                    <a:pt x="0" y="0"/>
                  </a:moveTo>
                  <a:lnTo>
                    <a:pt x="4900645" y="0"/>
                  </a:lnTo>
                  <a:lnTo>
                    <a:pt x="4900645" y="2401828"/>
                  </a:lnTo>
                  <a:lnTo>
                    <a:pt x="0" y="2401828"/>
                  </a:lnTo>
                  <a:close/>
                </a:path>
              </a:pathLst>
            </a:custGeom>
            <a:solidFill>
              <a:srgbClr val="FFFFFF"/>
            </a:solidFill>
            <a:ln w="19050" cap="flat">
              <a:solidFill>
                <a:srgbClr val="A728BE"/>
              </a:solidFill>
              <a:prstDash val="solid"/>
              <a:miter/>
            </a:ln>
          </p:spPr>
          <p:txBody>
            <a:bodyPr rtlCol="0" anchor="ctr"/>
            <a:lstStyle/>
            <a:p>
              <a:endParaRPr lang="zh-CN" altLang="en-US" dirty="0"/>
            </a:p>
          </p:txBody>
        </p:sp>
        <p:sp>
          <p:nvSpPr>
            <p:cNvPr id="30" name="文本框 29" descr="7b0a202020202262756c6c6574223a20227b5c2263617465676f727949645c223a31303030352c5c2274656d706c61746549645c223a32303233313537347d222c0a20202020227461726765744964223a202270726f636573734f6e6c696e6542756c6c6574220a7d0a"/>
            <p:cNvSpPr txBox="1"/>
            <p:nvPr>
              <p:custDataLst>
                <p:tags r:id="rId5"/>
              </p:custDataLst>
            </p:nvPr>
          </p:nvSpPr>
          <p:spPr>
            <a:xfrm>
              <a:off x="1874" y="2351"/>
              <a:ext cx="14944" cy="6671"/>
            </a:xfrm>
            <a:prstGeom prst="rect">
              <a:avLst/>
            </a:prstGeom>
            <a:noFill/>
          </p:spPr>
          <p:txBody>
            <a:bodyPr wrap="square" rtlCol="0">
              <a:noAutofit/>
            </a:bodyPr>
            <a:lstStyle/>
            <a:p>
              <a:pPr marL="571500" indent="-571500" fontAlgn="auto">
                <a:lnSpc>
                  <a:spcPts val="4500"/>
                </a:lnSpc>
                <a:buClr>
                  <a:srgbClr val="3366FE"/>
                </a:buClr>
                <a:buSzPct val="150000"/>
                <a:buFont typeface="Wingdings" panose="05000000000000000000" charset="0"/>
                <a:buBlip>
                  <a:blip r:embed="rId7"/>
                </a:buBlip>
                <a:extLst>
                  <a:ext uri="{35155182-B16C-46BC-9424-99874614C6A1}">
                    <wpsdc:indentchars xmlns="" xmlns:wpsdc="http://www.wps.cn/officeDocument/2017/drawingmlCustomData" val="-150" checksum="1568234514"/>
                    <wpsdc:marlchars xmlns="" xmlns:wpsdc="http://www.wps.cn/officeDocument/2017/drawingmlCustomData" val="250" checksum="1039213347"/>
                  </a:ext>
                </a:extLst>
              </a:pPr>
              <a:r>
                <a:rPr lang="en-US" altLang="zh-CN" sz="3000" dirty="0">
                  <a:latin typeface="Arial" panose="020B0604020202020204" pitchFamily="34" charset="0"/>
                  <a:cs typeface="Arial" panose="020B0604020202020204" pitchFamily="34" charset="0"/>
                </a:rPr>
                <a:t>Fixed-point scanning involves analyzing a specific point within the file that is known to be part of the legitimate code. This could be a function or other segment of the code. By analyzing the code at this fixed point, analysts can determine whether it has been modified or replaced with malicious code. </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9"/>
          <p:cNvSpPr>
            <a:spLocks noGrp="1"/>
          </p:cNvSpPr>
          <p:nvPr>
            <p:custDataLst>
              <p:tags r:id="rId1"/>
            </p:custDataLst>
          </p:nvPr>
        </p:nvSpPr>
        <p:spPr>
          <a:xfrm>
            <a:off x="975360" y="318770"/>
            <a:ext cx="10400030" cy="441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rgbClr val="A728BE"/>
                </a:solidFill>
                <a:latin typeface="Arial" panose="020B0604020202020204" pitchFamily="34" charset="0"/>
                <a:ea typeface="Microsoft YaHei" panose="020B0503020204020204" pitchFamily="34" charset="-122"/>
                <a:cs typeface="+mn-ea"/>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rgbClr val="005CA2"/>
                </a:solidFill>
                <a:latin typeface="Microsoft YaHei" panose="020B0503020204020204" pitchFamily="34" charset="-122"/>
                <a:ea typeface="Microsoft YaHei" panose="020B0503020204020204" pitchFamily="34" charset="-122"/>
                <a:cs typeface="+mn-ea"/>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ysClr val="windowText" lastClr="000000"/>
                </a:solidFill>
                <a:latin typeface="Segoe UI" panose="020B0502040204020203"/>
                <a:ea typeface="微软雅黑 Light" panose="020B0502040204020203" charset="-122"/>
                <a:cs typeface="+mn-ea"/>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9pPr>
          </a:lstStyle>
          <a:p>
            <a:r>
              <a:rPr lang="en-US" altLang="zh-CN" dirty="0"/>
              <a:t>Entry-point-Stardust</a:t>
            </a:r>
          </a:p>
        </p:txBody>
      </p:sp>
      <p:pic>
        <p:nvPicPr>
          <p:cNvPr id="3" name="Picture 3"/>
          <p:cNvPicPr>
            <a:picLocks noChangeAspect="1"/>
          </p:cNvPicPr>
          <p:nvPr>
            <p:custDataLst>
              <p:tags r:id="rId2"/>
            </p:custDataLst>
          </p:nvPr>
        </p:nvPicPr>
        <p:blipFill>
          <a:blip r:embed="rId4"/>
          <a:stretch>
            <a:fillRect/>
          </a:stretch>
        </p:blipFill>
        <p:spPr>
          <a:xfrm>
            <a:off x="848409" y="1165847"/>
            <a:ext cx="9533886" cy="586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9"/>
          <p:cNvSpPr>
            <a:spLocks noGrp="1"/>
          </p:cNvSpPr>
          <p:nvPr>
            <p:custDataLst>
              <p:tags r:id="rId1"/>
            </p:custDataLst>
          </p:nvPr>
        </p:nvSpPr>
        <p:spPr>
          <a:xfrm>
            <a:off x="975360" y="318770"/>
            <a:ext cx="10400030" cy="441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rgbClr val="A728BE"/>
                </a:solidFill>
                <a:latin typeface="Arial" panose="020B0604020202020204" pitchFamily="34" charset="0"/>
                <a:ea typeface="Microsoft YaHei" panose="020B0503020204020204" pitchFamily="34" charset="-122"/>
                <a:cs typeface="+mn-ea"/>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rgbClr val="005CA2"/>
                </a:solidFill>
                <a:latin typeface="Microsoft YaHei" panose="020B0503020204020204" pitchFamily="34" charset="-122"/>
                <a:ea typeface="Microsoft YaHei" panose="020B0503020204020204" pitchFamily="34" charset="-122"/>
                <a:cs typeface="+mn-ea"/>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ysClr val="windowText" lastClr="000000"/>
                </a:solidFill>
                <a:latin typeface="Segoe UI" panose="020B0502040204020203"/>
                <a:ea typeface="微软雅黑 Light" panose="020B0502040204020203" charset="-122"/>
                <a:cs typeface="+mn-ea"/>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9pPr>
          </a:lstStyle>
          <a:p>
            <a:r>
              <a:rPr lang="en-US" altLang="zh-CN" dirty="0"/>
              <a:t>Entry-point-compressedStardust</a:t>
            </a:r>
          </a:p>
        </p:txBody>
      </p:sp>
      <p:pic>
        <p:nvPicPr>
          <p:cNvPr id="3" name="Picture 1"/>
          <p:cNvPicPr>
            <a:picLocks noChangeAspect="1"/>
          </p:cNvPicPr>
          <p:nvPr>
            <p:custDataLst>
              <p:tags r:id="rId2"/>
            </p:custDataLst>
          </p:nvPr>
        </p:nvPicPr>
        <p:blipFill>
          <a:blip r:embed="rId4"/>
          <a:stretch>
            <a:fillRect/>
          </a:stretch>
        </p:blipFill>
        <p:spPr>
          <a:xfrm>
            <a:off x="1367736" y="671230"/>
            <a:ext cx="9069667" cy="586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图片 29" descr="2355 [转换]"/>
          <p:cNvPicPr>
            <a:picLocks noChangeAspect="1"/>
          </p:cNvPicPr>
          <p:nvPr>
            <p:custDataLst>
              <p:tags r:id="rId1"/>
            </p:custDataLst>
          </p:nvPr>
        </p:nvPicPr>
        <p:blipFill>
          <a:blip r:embed="rId6"/>
          <a:srcRect l="86129" r="-376"/>
          <a:stretch>
            <a:fillRect/>
          </a:stretch>
        </p:blipFill>
        <p:spPr>
          <a:xfrm>
            <a:off x="516722" y="4768620"/>
            <a:ext cx="1073487" cy="1908000"/>
          </a:xfrm>
          <a:custGeom>
            <a:avLst/>
            <a:gdLst/>
            <a:ahLst/>
            <a:cxnLst>
              <a:cxn ang="3">
                <a:pos x="hc" y="t"/>
              </a:cxn>
              <a:cxn ang="cd2">
                <a:pos x="l" y="vc"/>
              </a:cxn>
              <a:cxn ang="cd4">
                <a:pos x="hc" y="b"/>
              </a:cxn>
              <a:cxn ang="0">
                <a:pos x="r" y="vc"/>
              </a:cxn>
            </a:cxnLst>
            <a:rect l="l" t="t" r="r" b="b"/>
            <a:pathLst>
              <a:path w="2839" h="5046">
                <a:moveTo>
                  <a:pt x="0" y="0"/>
                </a:moveTo>
                <a:lnTo>
                  <a:pt x="2839" y="0"/>
                </a:lnTo>
                <a:lnTo>
                  <a:pt x="2839" y="5046"/>
                </a:lnTo>
                <a:lnTo>
                  <a:pt x="2525" y="5046"/>
                </a:lnTo>
                <a:cubicBezTo>
                  <a:pt x="2567" y="5017"/>
                  <a:pt x="2591" y="4963"/>
                  <a:pt x="2587" y="4943"/>
                </a:cubicBezTo>
                <a:cubicBezTo>
                  <a:pt x="2610" y="4750"/>
                  <a:pt x="1913" y="4594"/>
                  <a:pt x="1231" y="4599"/>
                </a:cubicBezTo>
                <a:cubicBezTo>
                  <a:pt x="682" y="4593"/>
                  <a:pt x="171" y="4697"/>
                  <a:pt x="0" y="4798"/>
                </a:cubicBezTo>
                <a:lnTo>
                  <a:pt x="0" y="0"/>
                </a:lnTo>
                <a:close/>
              </a:path>
            </a:pathLst>
          </a:custGeom>
        </p:spPr>
      </p:pic>
      <p:sp>
        <p:nvSpPr>
          <p:cNvPr id="2" name="内容占位符 9"/>
          <p:cNvSpPr>
            <a:spLocks noGrp="1"/>
          </p:cNvSpPr>
          <p:nvPr>
            <p:custDataLst>
              <p:tags r:id="rId2"/>
            </p:custDataLst>
          </p:nvPr>
        </p:nvSpPr>
        <p:spPr>
          <a:xfrm>
            <a:off x="975360" y="318770"/>
            <a:ext cx="10400030" cy="441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rgbClr val="A728BE"/>
                </a:solidFill>
                <a:latin typeface="Arial" panose="020B0604020202020204" pitchFamily="34" charset="0"/>
                <a:ea typeface="Microsoft YaHei" panose="020B0503020204020204" pitchFamily="34" charset="-122"/>
                <a:cs typeface="+mn-ea"/>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rgbClr val="005CA2"/>
                </a:solidFill>
                <a:latin typeface="Microsoft YaHei" panose="020B0503020204020204" pitchFamily="34" charset="-122"/>
                <a:ea typeface="Microsoft YaHei" panose="020B0503020204020204" pitchFamily="34" charset="-122"/>
                <a:cs typeface="+mn-ea"/>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ysClr val="windowText" lastClr="000000"/>
                </a:solidFill>
                <a:latin typeface="Segoe UI" panose="020B0502040204020203"/>
                <a:ea typeface="微软雅黑 Light" panose="020B0502040204020203" charset="-122"/>
                <a:cs typeface="+mn-ea"/>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9pPr>
          </a:lstStyle>
          <a:p>
            <a:r>
              <a:rPr lang="en-US" altLang="zh-CN" dirty="0"/>
              <a:t>Skeleton Detection</a:t>
            </a:r>
          </a:p>
        </p:txBody>
      </p:sp>
      <p:sp>
        <p:nvSpPr>
          <p:cNvPr id="3" name="Text Box 8" descr="7b0a202020202262756c6c6574223a20227b5c2263617465676f727949645c223a31303030362c5c2274656d706c61746549645c223a32303233313234377d222c0a20202020227461726765744964223a202270726f636573734f6e6c696e6542756c6c6574220a7d0a"/>
          <p:cNvSpPr txBox="1">
            <a:spLocks noChangeArrowheads="1"/>
          </p:cNvSpPr>
          <p:nvPr>
            <p:custDataLst>
              <p:tags r:id="rId3"/>
            </p:custDataLst>
          </p:nvPr>
        </p:nvSpPr>
        <p:spPr bwMode="auto">
          <a:xfrm>
            <a:off x="118110" y="1113790"/>
            <a:ext cx="11805920" cy="2315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noAutofit/>
          </a:bodyPr>
          <a:lstStyle>
            <a:defPPr>
              <a:defRPr lang="en-US"/>
            </a:defPPr>
            <a:lvl1pPr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1pPr>
            <a:lvl2pPr marL="4572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2pPr>
            <a:lvl3pPr marL="9144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3pPr>
            <a:lvl4pPr marL="13716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4pPr>
            <a:lvl5pPr marL="18288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5pPr>
            <a:lvl6pPr marL="22860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6pPr>
            <a:lvl7pPr marL="27432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7pPr>
            <a:lvl8pPr marL="32004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8pPr>
            <a:lvl9pPr marL="36576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9pPr>
          </a:lstStyle>
          <a:p>
            <a:pPr marL="571500" indent="-571500">
              <a:lnSpc>
                <a:spcPts val="4000"/>
              </a:lnSpc>
              <a:spcBef>
                <a:spcPts val="1000"/>
              </a:spcBef>
              <a:buClrTx/>
              <a:buSzPct val="200000"/>
              <a:buFontTx/>
              <a:buBlip>
                <a:blip r:embed="rId7"/>
              </a:buBlip>
              <a:extLst>
                <a:ext uri="{35155182-B16C-46BC-9424-99874614C6A1}">
                  <wpsdc:indentchars xmlns="" xmlns:wpsdc="http://www.wps.cn/officeDocument/2017/drawingmlCustomData" val="-150" checksum="1568234514"/>
                  <wpsdc:marlchars xmlns="" xmlns:wpsdc="http://www.wps.cn/officeDocument/2017/drawingmlCustomData" val="250" checksum="1039213347"/>
                </a:ext>
              </a:extLst>
            </a:pPr>
            <a:r>
              <a:rPr lang="en-US" altLang="zh-CN" sz="3000" b="0" dirty="0">
                <a:latin typeface="Arial" panose="020B0604020202020204" pitchFamily="34" charset="0"/>
                <a:cs typeface="Arial" panose="020B0604020202020204" pitchFamily="34" charset="0"/>
                <a:sym typeface="微软雅黑 Light" panose="020B0502040204020203" charset="-122"/>
              </a:rPr>
              <a:t>Skeleton detection is a technique that identifies the core functionality or "skeleton" of a malware sample through its static attributes, such as its code, file structure, signature generation.</a:t>
            </a:r>
          </a:p>
          <a:p>
            <a:pPr indent="0">
              <a:lnSpc>
                <a:spcPts val="4000"/>
              </a:lnSpc>
              <a:spcBef>
                <a:spcPts val="1000"/>
              </a:spcBef>
              <a:buClrTx/>
              <a:buSzPct val="200000"/>
              <a:buFontTx/>
              <a:buNone/>
            </a:pPr>
            <a:endParaRPr lang="en-US" altLang="zh-CN" sz="3000" b="0" dirty="0">
              <a:latin typeface="Arial" panose="020B0604020202020204" pitchFamily="34" charset="0"/>
              <a:cs typeface="Arial" panose="020B0604020202020204" pitchFamily="34" charset="0"/>
              <a:sym typeface="微软雅黑 Light" panose="020B0502040204020203" charset="-122"/>
            </a:endParaRPr>
          </a:p>
        </p:txBody>
      </p:sp>
    </p:spTree>
  </p:cSld>
  <p:clrMapOvr>
    <a:masterClrMapping/>
  </p:clrMapOvr>
  <p:extLst>
    <p:ext uri="{6950BFC3-D8DA-4A85-94F7-54DA5524770B}">
      <p188:commentRel xmlns:p188="http://schemas.microsoft.com/office/powerpoint/2018/8/main" r:id="rId5"/>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9"/>
          <p:cNvSpPr>
            <a:spLocks noGrp="1"/>
          </p:cNvSpPr>
          <p:nvPr>
            <p:custDataLst>
              <p:tags r:id="rId1"/>
            </p:custDataLst>
          </p:nvPr>
        </p:nvSpPr>
        <p:spPr>
          <a:xfrm>
            <a:off x="975360" y="318770"/>
            <a:ext cx="10400030" cy="441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rgbClr val="A728BE"/>
                </a:solidFill>
                <a:latin typeface="Arial" panose="020B0604020202020204" pitchFamily="34" charset="0"/>
                <a:ea typeface="Microsoft YaHei" panose="020B0503020204020204" pitchFamily="34" charset="-122"/>
                <a:cs typeface="+mn-ea"/>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rgbClr val="005CA2"/>
                </a:solidFill>
                <a:latin typeface="Microsoft YaHei" panose="020B0503020204020204" pitchFamily="34" charset="-122"/>
                <a:ea typeface="Microsoft YaHei" panose="020B0503020204020204" pitchFamily="34" charset="-122"/>
                <a:cs typeface="+mn-ea"/>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ysClr val="windowText" lastClr="000000"/>
                </a:solidFill>
                <a:latin typeface="Segoe UI" panose="020B0502040204020203"/>
                <a:ea typeface="微软雅黑 Light" panose="020B0502040204020203" charset="-122"/>
                <a:cs typeface="+mn-ea"/>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9pPr>
          </a:lstStyle>
          <a:p>
            <a:r>
              <a:rPr lang="en-US" altLang="zh-CN" dirty="0"/>
              <a:t>Skeleton Detection-Code analysis</a:t>
            </a:r>
          </a:p>
        </p:txBody>
      </p:sp>
      <p:sp>
        <p:nvSpPr>
          <p:cNvPr id="3" name="Text Box 8" descr="7b0a202020202262756c6c6574223a20227b5c2263617465676f727949645c223a31303030362c5c2274656d706c61746549645c223a32303233313234377d222c0a20202020227461726765744964223a202270726f636573734f6e6c696e6542756c6c6574220a7d0a"/>
          <p:cNvSpPr txBox="1">
            <a:spLocks noChangeArrowheads="1"/>
          </p:cNvSpPr>
          <p:nvPr>
            <p:custDataLst>
              <p:tags r:id="rId2"/>
            </p:custDataLst>
          </p:nvPr>
        </p:nvSpPr>
        <p:spPr bwMode="auto">
          <a:xfrm>
            <a:off x="118110" y="1113790"/>
            <a:ext cx="11539220" cy="133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noAutofit/>
          </a:bodyPr>
          <a:lstStyle>
            <a:defPPr>
              <a:defRPr lang="en-US"/>
            </a:defPPr>
            <a:lvl1pPr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1pPr>
            <a:lvl2pPr marL="4572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2pPr>
            <a:lvl3pPr marL="9144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3pPr>
            <a:lvl4pPr marL="13716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4pPr>
            <a:lvl5pPr marL="18288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5pPr>
            <a:lvl6pPr marL="22860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6pPr>
            <a:lvl7pPr marL="27432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7pPr>
            <a:lvl8pPr marL="32004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8pPr>
            <a:lvl9pPr marL="36576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9pPr>
          </a:lstStyle>
          <a:p>
            <a:pPr marL="571500" indent="-533400">
              <a:lnSpc>
                <a:spcPts val="3300"/>
              </a:lnSpc>
              <a:spcBef>
                <a:spcPts val="1000"/>
              </a:spcBef>
              <a:buClrTx/>
              <a:buSzPct val="200000"/>
              <a:buFontTx/>
              <a:buBlip>
                <a:blip r:embed="rId6"/>
              </a:buBlip>
              <a:extLst>
                <a:ext uri="{35155182-B16C-46BC-9424-99874614C6A1}">
                  <wpsdc:indentchars xmlns="" xmlns:wpsdc="http://www.wps.cn/officeDocument/2017/drawingmlCustomData" val="-150" checksum="656641676"/>
                  <wpsdc:marlchars xmlns="" xmlns:wpsdc="http://www.wps.cn/officeDocument/2017/drawingmlCustomData" val="250" checksum="1039213347"/>
                </a:ext>
              </a:extLst>
            </a:pPr>
            <a:r>
              <a:rPr lang="en-US" altLang="zh-CN" sz="2800" b="0" dirty="0">
                <a:latin typeface="Arial" panose="020B0604020202020204" pitchFamily="34" charset="0"/>
                <a:cs typeface="Arial" panose="020B0604020202020204" pitchFamily="34" charset="0"/>
                <a:sym typeface="微软雅黑 Light" panose="020B0502040204020203" charset="-122"/>
              </a:rPr>
              <a:t>It can help identify the main control flow and key functions used by the malware. This can include the identification of specific API calls or system functions used by the malware.</a:t>
            </a:r>
          </a:p>
        </p:txBody>
      </p:sp>
      <p:pic>
        <p:nvPicPr>
          <p:cNvPr id="4" name="Picture 1"/>
          <p:cNvPicPr>
            <a:picLocks noChangeAspect="1"/>
          </p:cNvPicPr>
          <p:nvPr>
            <p:custDataLst>
              <p:tags r:id="rId3"/>
            </p:custDataLst>
          </p:nvPr>
        </p:nvPicPr>
        <p:blipFill>
          <a:blip r:embed="rId7"/>
          <a:stretch>
            <a:fillRect/>
          </a:stretch>
        </p:blipFill>
        <p:spPr>
          <a:xfrm>
            <a:off x="1032510" y="2463165"/>
            <a:ext cx="10126980" cy="3954145"/>
          </a:xfrm>
          <a:prstGeom prst="rect">
            <a:avLst/>
          </a:prstGeom>
        </p:spPr>
      </p:pic>
    </p:spTree>
  </p:cSld>
  <p:clrMapOvr>
    <a:masterClrMapping/>
  </p:clrMapOvr>
  <p:extLst>
    <p:ext uri="{6950BFC3-D8DA-4A85-94F7-54DA5524770B}">
      <p188:commentRel xmlns:p188="http://schemas.microsoft.com/office/powerpoint/2018/8/main" r:id="rId5"/>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图片 32" descr="/Users/weiqingqing/Desktop/2555 [转换].png2555 [转换]"/>
          <p:cNvPicPr>
            <a:picLocks noChangeAspect="1"/>
          </p:cNvPicPr>
          <p:nvPr>
            <p:custDataLst>
              <p:tags r:id="rId1"/>
            </p:custDataLst>
          </p:nvPr>
        </p:nvPicPr>
        <p:blipFill>
          <a:blip r:embed="rId6"/>
          <a:srcRect l="23598" r="55071" b="9740"/>
          <a:stretch>
            <a:fillRect/>
          </a:stretch>
        </p:blipFill>
        <p:spPr>
          <a:xfrm flipH="1">
            <a:off x="131445" y="5104130"/>
            <a:ext cx="1552881" cy="1440000"/>
          </a:xfrm>
          <a:prstGeom prst="rect">
            <a:avLst/>
          </a:prstGeom>
        </p:spPr>
      </p:pic>
      <p:sp>
        <p:nvSpPr>
          <p:cNvPr id="2" name="内容占位符 9"/>
          <p:cNvSpPr>
            <a:spLocks noGrp="1"/>
          </p:cNvSpPr>
          <p:nvPr>
            <p:custDataLst>
              <p:tags r:id="rId2"/>
            </p:custDataLst>
          </p:nvPr>
        </p:nvSpPr>
        <p:spPr>
          <a:xfrm>
            <a:off x="975360" y="318770"/>
            <a:ext cx="10400030" cy="441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rgbClr val="A728BE"/>
                </a:solidFill>
                <a:latin typeface="Arial" panose="020B0604020202020204" pitchFamily="34" charset="0"/>
                <a:ea typeface="Microsoft YaHei" panose="020B0503020204020204" pitchFamily="34" charset="-122"/>
                <a:cs typeface="+mn-ea"/>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rgbClr val="005CA2"/>
                </a:solidFill>
                <a:latin typeface="Microsoft YaHei" panose="020B0503020204020204" pitchFamily="34" charset="-122"/>
                <a:ea typeface="Microsoft YaHei" panose="020B0503020204020204" pitchFamily="34" charset="-122"/>
                <a:cs typeface="+mn-ea"/>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ysClr val="windowText" lastClr="000000"/>
                </a:solidFill>
                <a:latin typeface="Segoe UI" panose="020B0502040204020203"/>
                <a:ea typeface="微软雅黑 Light" panose="020B0502040204020203" charset="-122"/>
                <a:cs typeface="+mn-ea"/>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9pPr>
          </a:lstStyle>
          <a:p>
            <a:r>
              <a:rPr lang="en-US" altLang="zh-CN" dirty="0"/>
              <a:t>Nearly Exact Identification</a:t>
            </a:r>
          </a:p>
        </p:txBody>
      </p:sp>
      <p:sp>
        <p:nvSpPr>
          <p:cNvPr id="3" name="Text Box 8" descr="7b0a202020202262756c6c6574223a20227b5c2263617465676f727949645c223a31303030362c5c2274656d706c61746549645c223a32303233313234377d222c0a20202020227461726765744964223a202270726f636573734f6e6c696e6542756c6c6574220a7d0a"/>
          <p:cNvSpPr txBox="1">
            <a:spLocks noChangeArrowheads="1"/>
          </p:cNvSpPr>
          <p:nvPr>
            <p:custDataLst>
              <p:tags r:id="rId3"/>
            </p:custDataLst>
          </p:nvPr>
        </p:nvSpPr>
        <p:spPr bwMode="auto">
          <a:xfrm>
            <a:off x="0" y="1113790"/>
            <a:ext cx="11805920" cy="2406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noAutofit/>
          </a:bodyPr>
          <a:lstStyle>
            <a:defPPr>
              <a:defRPr lang="en-US"/>
            </a:defPPr>
            <a:lvl1pPr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1pPr>
            <a:lvl2pPr marL="4572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2pPr>
            <a:lvl3pPr marL="9144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3pPr>
            <a:lvl4pPr marL="13716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4pPr>
            <a:lvl5pPr marL="18288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5pPr>
            <a:lvl6pPr marL="22860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6pPr>
            <a:lvl7pPr marL="27432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7pPr>
            <a:lvl8pPr marL="32004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8pPr>
            <a:lvl9pPr marL="36576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9pPr>
          </a:lstStyle>
          <a:p>
            <a:pPr marL="571500" indent="-571500">
              <a:lnSpc>
                <a:spcPts val="4000"/>
              </a:lnSpc>
              <a:spcBef>
                <a:spcPts val="1000"/>
              </a:spcBef>
              <a:buClrTx/>
              <a:buSzPct val="200000"/>
              <a:buFontTx/>
              <a:buBlip>
                <a:blip r:embed="rId7"/>
              </a:buBlip>
              <a:extLst>
                <a:ext uri="{35155182-B16C-46BC-9424-99874614C6A1}">
                  <wpsdc:indentchars xmlns="" xmlns:wpsdc="http://www.wps.cn/officeDocument/2017/drawingmlCustomData" val="-150" checksum="1568234514"/>
                  <wpsdc:marlchars xmlns="" xmlns:wpsdc="http://www.wps.cn/officeDocument/2017/drawingmlCustomData" val="250" checksum="1039213347"/>
                </a:ext>
              </a:extLst>
            </a:pPr>
            <a:r>
              <a:rPr lang="en-US" altLang="zh-CN" sz="3000" b="0" dirty="0">
                <a:latin typeface="Arial" panose="020B0604020202020204" pitchFamily="34" charset="0"/>
                <a:cs typeface="Arial" panose="020B0604020202020204" pitchFamily="34" charset="0"/>
                <a:sym typeface="微软雅黑 Light" panose="020B0502040204020203" charset="-122"/>
              </a:rPr>
              <a:t>Nearly exact identification is a technique that identifies a specific variant or version of a malware sample. It involves comparing two or more versions of the same malware sample to identify differences between them.</a:t>
            </a:r>
          </a:p>
        </p:txBody>
      </p:sp>
    </p:spTree>
  </p:cSld>
  <p:clrMapOvr>
    <a:masterClrMapping/>
  </p:clrMapOvr>
  <p:extLst>
    <p:ext uri="{6950BFC3-D8DA-4A85-94F7-54DA5524770B}">
      <p188:commentRel xmlns:p188="http://schemas.microsoft.com/office/powerpoint/2018/8/main" r:id="rId5"/>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9"/>
          <p:cNvSpPr>
            <a:spLocks noGrp="1"/>
          </p:cNvSpPr>
          <p:nvPr>
            <p:custDataLst>
              <p:tags r:id="rId1"/>
            </p:custDataLst>
          </p:nvPr>
        </p:nvSpPr>
        <p:spPr>
          <a:xfrm>
            <a:off x="975360" y="318770"/>
            <a:ext cx="10400030" cy="441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rgbClr val="A728BE"/>
                </a:solidFill>
                <a:latin typeface="Arial" panose="020B0604020202020204" pitchFamily="34" charset="0"/>
                <a:ea typeface="Microsoft YaHei" panose="020B0503020204020204" pitchFamily="34" charset="-122"/>
                <a:cs typeface="+mn-ea"/>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rgbClr val="005CA2"/>
                </a:solidFill>
                <a:latin typeface="Microsoft YaHei" panose="020B0503020204020204" pitchFamily="34" charset="-122"/>
                <a:ea typeface="Microsoft YaHei" panose="020B0503020204020204" pitchFamily="34" charset="-122"/>
                <a:cs typeface="+mn-ea"/>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ysClr val="windowText" lastClr="000000"/>
                </a:solidFill>
                <a:latin typeface="Segoe UI" panose="020B0502040204020203"/>
                <a:ea typeface="微软雅黑 Light" panose="020B0502040204020203" charset="-122"/>
                <a:cs typeface="+mn-ea"/>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9pPr>
          </a:lstStyle>
          <a:p>
            <a:r>
              <a:rPr lang="en-US" altLang="zh-CN" dirty="0"/>
              <a:t>Nearly Exact Identification</a:t>
            </a:r>
          </a:p>
        </p:txBody>
      </p:sp>
      <p:sp>
        <p:nvSpPr>
          <p:cNvPr id="4" name="Text Box 8" descr="7b0a202020202262756c6c6574223a20227b5c2263617465676f727949645c223a31303030362c5c2274656d706c61746549645c223a32303233313234377d222c0a20202020227461726765744964223a202270726f636573734f6e6c696e6542756c6c6574220a7d0a"/>
          <p:cNvSpPr txBox="1">
            <a:spLocks noChangeArrowheads="1"/>
          </p:cNvSpPr>
          <p:nvPr>
            <p:custDataLst>
              <p:tags r:id="rId2"/>
            </p:custDataLst>
          </p:nvPr>
        </p:nvSpPr>
        <p:spPr bwMode="auto">
          <a:xfrm>
            <a:off x="118110" y="1113790"/>
            <a:ext cx="11805920" cy="3507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noAutofit/>
          </a:bodyPr>
          <a:lstStyle>
            <a:defPPr>
              <a:defRPr lang="en-US"/>
            </a:defPPr>
            <a:lvl1pPr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1pPr>
            <a:lvl2pPr marL="4572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2pPr>
            <a:lvl3pPr marL="9144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3pPr>
            <a:lvl4pPr marL="13716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4pPr>
            <a:lvl5pPr marL="18288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5pPr>
            <a:lvl6pPr marL="22860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6pPr>
            <a:lvl7pPr marL="27432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7pPr>
            <a:lvl8pPr marL="32004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8pPr>
            <a:lvl9pPr marL="36576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9pPr>
          </a:lstStyle>
          <a:p>
            <a:pPr marL="571500" indent="-571500">
              <a:lnSpc>
                <a:spcPts val="4500"/>
              </a:lnSpc>
              <a:spcBef>
                <a:spcPts val="1000"/>
              </a:spcBef>
              <a:buClrTx/>
              <a:buSzPct val="200000"/>
              <a:buFontTx/>
              <a:buBlip>
                <a:blip r:embed="rId5"/>
              </a:buBlip>
              <a:extLst>
                <a:ext uri="{35155182-B16C-46BC-9424-99874614C6A1}">
                  <wpsdc:indentchars xmlns="" xmlns:wpsdc="http://www.wps.cn/officeDocument/2017/drawingmlCustomData" val="-150" checksum="1568234514"/>
                  <wpsdc:marlchars xmlns="" xmlns:wpsdc="http://www.wps.cn/officeDocument/2017/drawingmlCustomData" val="250" checksum="1039213347"/>
                </a:ext>
              </a:extLst>
            </a:pPr>
            <a:r>
              <a:rPr lang="en-US" altLang="zh-CN" sz="3000" b="0" dirty="0">
                <a:latin typeface="Arial" panose="020B0604020202020204" pitchFamily="34" charset="0"/>
                <a:cs typeface="Arial" panose="020B0604020202020204" pitchFamily="34" charset="0"/>
                <a:sym typeface="微软雅黑 Light" panose="020B0502040204020203" charset="-122"/>
              </a:rPr>
              <a:t>To perform nearly exact identification, analysts typically use techniques such as binary diffing, code comparison, or file comparison. </a:t>
            </a:r>
          </a:p>
        </p:txBody>
      </p:sp>
      <p:pic>
        <p:nvPicPr>
          <p:cNvPr id="7" name="图片 6" descr="templates\docerresourceshop\icons\\303b32313539373930373bbbfac6f7c8cb"/>
          <p:cNvPicPr>
            <a:picLocks noChangeAspect="1"/>
          </p:cNvPicPr>
          <p:nvPr>
            <p:custDataLst>
              <p:tags r:id="rId3"/>
            </p:custDataLst>
          </p:nvPr>
        </p:nvPicPr>
        <p:blipFill>
          <a:blip r:embed="rId6">
            <a:extLst>
              <a:ext uri="{96DAC541-7B7A-43D3-8B79-37D633B846F1}">
                <asvg:svgBlip xmlns:asvg="http://schemas.microsoft.com/office/drawing/2016/SVG/main" r:embed="rId7"/>
              </a:ext>
            </a:extLst>
          </a:blip>
          <a:stretch>
            <a:fillRect/>
          </a:stretch>
        </p:blipFill>
        <p:spPr>
          <a:xfrm>
            <a:off x="236220" y="5057140"/>
            <a:ext cx="1440000" cy="1440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9"/>
          <p:cNvSpPr>
            <a:spLocks noGrp="1"/>
          </p:cNvSpPr>
          <p:nvPr>
            <p:custDataLst>
              <p:tags r:id="rId1"/>
            </p:custDataLst>
          </p:nvPr>
        </p:nvSpPr>
        <p:spPr>
          <a:xfrm>
            <a:off x="975360" y="318770"/>
            <a:ext cx="10400030" cy="441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rgbClr val="A728BE"/>
                </a:solidFill>
                <a:latin typeface="Arial" panose="020B0604020202020204" pitchFamily="34" charset="0"/>
                <a:ea typeface="Microsoft YaHei" panose="020B0503020204020204" pitchFamily="34" charset="-122"/>
                <a:cs typeface="+mn-ea"/>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rgbClr val="005CA2"/>
                </a:solidFill>
                <a:latin typeface="Microsoft YaHei" panose="020B0503020204020204" pitchFamily="34" charset="-122"/>
                <a:ea typeface="Microsoft YaHei" panose="020B0503020204020204" pitchFamily="34" charset="-122"/>
                <a:cs typeface="+mn-ea"/>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ysClr val="windowText" lastClr="000000"/>
                </a:solidFill>
                <a:latin typeface="Segoe UI" panose="020B0502040204020203"/>
                <a:ea typeface="微软雅黑 Light" panose="020B0502040204020203" charset="-122"/>
                <a:cs typeface="+mn-ea"/>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9pPr>
          </a:lstStyle>
          <a:p>
            <a:r>
              <a:rPr lang="en-US" altLang="zh-CN" dirty="0"/>
              <a:t>BinDiff</a:t>
            </a:r>
          </a:p>
        </p:txBody>
      </p:sp>
      <p:sp>
        <p:nvSpPr>
          <p:cNvPr id="5" name="Text Box 8" descr="7b0a202020202262756c6c6574223a20227b5c2263617465676f727949645c223a31303030362c5c2274656d706c61746549645c223a32303233313234377d222c0a20202020227461726765744964223a202270726f636573734f6e6c696e6542756c6c6574220a7d0a"/>
          <p:cNvSpPr txBox="1">
            <a:spLocks noChangeArrowheads="1"/>
          </p:cNvSpPr>
          <p:nvPr>
            <p:custDataLst>
              <p:tags r:id="rId2"/>
            </p:custDataLst>
          </p:nvPr>
        </p:nvSpPr>
        <p:spPr bwMode="auto">
          <a:xfrm>
            <a:off x="118110" y="1113790"/>
            <a:ext cx="11805920" cy="1259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noAutofit/>
          </a:bodyPr>
          <a:lstStyle>
            <a:defPPr>
              <a:defRPr lang="en-US"/>
            </a:defPPr>
            <a:lvl1pPr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1pPr>
            <a:lvl2pPr marL="4572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2pPr>
            <a:lvl3pPr marL="9144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3pPr>
            <a:lvl4pPr marL="13716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4pPr>
            <a:lvl5pPr marL="18288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5pPr>
            <a:lvl6pPr marL="22860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6pPr>
            <a:lvl7pPr marL="27432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7pPr>
            <a:lvl8pPr marL="32004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8pPr>
            <a:lvl9pPr marL="36576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9pPr>
          </a:lstStyle>
          <a:p>
            <a:pPr marL="1028700" lvl="1" indent="-571500">
              <a:lnSpc>
                <a:spcPts val="4000"/>
              </a:lnSpc>
              <a:spcBef>
                <a:spcPts val="1000"/>
              </a:spcBef>
              <a:buSzPct val="200000"/>
              <a:buBlip>
                <a:blip r:embed="rId6"/>
              </a:buBlip>
              <a:extLst>
                <a:ext uri="{35155182-B16C-46BC-9424-99874614C6A1}">
                  <wpsdc:indentchars xmlns="" xmlns:wpsdc="http://www.wps.cn/officeDocument/2017/drawingmlCustomData" val="-150" checksum="1568234514"/>
                  <wpsdc:marlchars xmlns="" xmlns:wpsdc="http://www.wps.cn/officeDocument/2017/drawingmlCustomData" val="250" checksum="1039213347"/>
                </a:ext>
              </a:extLst>
            </a:pPr>
            <a:r>
              <a:rPr lang="en-US" altLang="zh-CN" sz="3000" b="0" dirty="0">
                <a:latin typeface="Arial" panose="020B0604020202020204" pitchFamily="34" charset="0"/>
                <a:cs typeface="Arial" panose="020B0604020202020204" pitchFamily="34" charset="0"/>
                <a:sym typeface="微软雅黑 Light" panose="020B0502040204020203" charset="-122"/>
              </a:rPr>
              <a:t>BinDiff uses a unique graph-theoretical approach to compare executables by identifying identical and similar functions.</a:t>
            </a:r>
          </a:p>
        </p:txBody>
      </p:sp>
      <p:pic>
        <p:nvPicPr>
          <p:cNvPr id="6" name="Picture 1"/>
          <p:cNvPicPr>
            <a:picLocks noChangeAspect="1"/>
          </p:cNvPicPr>
          <p:nvPr>
            <p:custDataLst>
              <p:tags r:id="rId3"/>
            </p:custDataLst>
          </p:nvPr>
        </p:nvPicPr>
        <p:blipFill>
          <a:blip r:embed="rId7"/>
          <a:srcRect b="39650"/>
          <a:stretch>
            <a:fillRect/>
          </a:stretch>
        </p:blipFill>
        <p:spPr>
          <a:xfrm>
            <a:off x="2176463" y="2346325"/>
            <a:ext cx="7839075" cy="3943350"/>
          </a:xfrm>
          <a:prstGeom prst="rect">
            <a:avLst/>
          </a:prstGeom>
        </p:spPr>
      </p:pic>
    </p:spTree>
  </p:cSld>
  <p:clrMapOvr>
    <a:masterClrMapping/>
  </p:clrMapOvr>
  <p:extLst>
    <p:ext uri="{6950BFC3-D8DA-4A85-94F7-54DA5524770B}">
      <p188:commentRel xmlns:p188="http://schemas.microsoft.com/office/powerpoint/2018/8/main" r:id="rId5"/>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9"/>
          <p:cNvSpPr>
            <a:spLocks noGrp="1"/>
          </p:cNvSpPr>
          <p:nvPr>
            <p:custDataLst>
              <p:tags r:id="rId1"/>
            </p:custDataLst>
          </p:nvPr>
        </p:nvSpPr>
        <p:spPr>
          <a:xfrm>
            <a:off x="975360" y="318770"/>
            <a:ext cx="10400030" cy="441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rgbClr val="A728BE"/>
                </a:solidFill>
                <a:latin typeface="Arial" panose="020B0604020202020204" pitchFamily="34" charset="0"/>
                <a:ea typeface="Microsoft YaHei" panose="020B0503020204020204" pitchFamily="34" charset="-122"/>
                <a:cs typeface="+mn-ea"/>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rgbClr val="005CA2"/>
                </a:solidFill>
                <a:latin typeface="Microsoft YaHei" panose="020B0503020204020204" pitchFamily="34" charset="-122"/>
                <a:ea typeface="Microsoft YaHei" panose="020B0503020204020204" pitchFamily="34" charset="-122"/>
                <a:cs typeface="+mn-ea"/>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ysClr val="windowText" lastClr="000000"/>
                </a:solidFill>
                <a:latin typeface="Segoe UI" panose="020B0502040204020203"/>
                <a:ea typeface="微软雅黑 Light" panose="020B0502040204020203" charset="-122"/>
                <a:cs typeface="+mn-ea"/>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9pPr>
          </a:lstStyle>
          <a:p>
            <a:r>
              <a:rPr lang="en-US" altLang="zh-CN" dirty="0"/>
              <a:t>BinDiff</a:t>
            </a:r>
          </a:p>
        </p:txBody>
      </p:sp>
      <p:pic>
        <p:nvPicPr>
          <p:cNvPr id="2" name="Picture 1"/>
          <p:cNvPicPr>
            <a:picLocks noChangeAspect="1"/>
          </p:cNvPicPr>
          <p:nvPr>
            <p:custDataLst>
              <p:tags r:id="rId2"/>
            </p:custDataLst>
          </p:nvPr>
        </p:nvPicPr>
        <p:blipFill>
          <a:blip r:embed="rId4"/>
          <a:stretch>
            <a:fillRect/>
          </a:stretch>
        </p:blipFill>
        <p:spPr>
          <a:xfrm>
            <a:off x="426000" y="2155825"/>
            <a:ext cx="11340000" cy="307290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9"/>
          <p:cNvSpPr>
            <a:spLocks noGrp="1"/>
          </p:cNvSpPr>
          <p:nvPr>
            <p:custDataLst>
              <p:tags r:id="rId1"/>
            </p:custDataLst>
          </p:nvPr>
        </p:nvSpPr>
        <p:spPr>
          <a:xfrm>
            <a:off x="975360" y="318770"/>
            <a:ext cx="10400030" cy="441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rgbClr val="A728BE"/>
                </a:solidFill>
                <a:latin typeface="Arial" panose="020B0604020202020204" pitchFamily="34" charset="0"/>
                <a:ea typeface="Microsoft YaHei" panose="020B0503020204020204" pitchFamily="34" charset="-122"/>
                <a:cs typeface="+mn-ea"/>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rgbClr val="005CA2"/>
                </a:solidFill>
                <a:latin typeface="Microsoft YaHei" panose="020B0503020204020204" pitchFamily="34" charset="-122"/>
                <a:ea typeface="Microsoft YaHei" panose="020B0503020204020204" pitchFamily="34" charset="-122"/>
                <a:cs typeface="+mn-ea"/>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ysClr val="windowText" lastClr="000000"/>
                </a:solidFill>
                <a:latin typeface="Segoe UI" panose="020B0502040204020203"/>
                <a:ea typeface="微软雅黑 Light" panose="020B0502040204020203" charset="-122"/>
                <a:cs typeface="+mn-ea"/>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9pPr>
          </a:lstStyle>
          <a:p>
            <a:r>
              <a:rPr lang="en-US" altLang="zh-CN" dirty="0"/>
              <a:t>BinDiff</a:t>
            </a:r>
          </a:p>
        </p:txBody>
      </p:sp>
      <p:pic>
        <p:nvPicPr>
          <p:cNvPr id="6" name="Picture 1"/>
          <p:cNvPicPr>
            <a:picLocks noChangeAspect="1"/>
          </p:cNvPicPr>
          <p:nvPr>
            <p:custDataLst>
              <p:tags r:id="rId2"/>
            </p:custDataLst>
          </p:nvPr>
        </p:nvPicPr>
        <p:blipFill>
          <a:blip r:embed="rId4"/>
          <a:stretch>
            <a:fillRect/>
          </a:stretch>
        </p:blipFill>
        <p:spPr>
          <a:xfrm>
            <a:off x="426000" y="1789113"/>
            <a:ext cx="11340000" cy="397533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9"/>
          <p:cNvSpPr>
            <a:spLocks noGrp="1"/>
          </p:cNvSpPr>
          <p:nvPr>
            <p:custDataLst>
              <p:tags r:id="rId1"/>
            </p:custDataLst>
          </p:nvPr>
        </p:nvSpPr>
        <p:spPr>
          <a:xfrm>
            <a:off x="975360" y="318770"/>
            <a:ext cx="10400030" cy="441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rgbClr val="A728BE"/>
                </a:solidFill>
                <a:latin typeface="Arial" panose="020B0604020202020204" pitchFamily="34" charset="0"/>
                <a:ea typeface="Microsoft YaHei" panose="020B0503020204020204" pitchFamily="34" charset="-122"/>
                <a:cs typeface="+mn-ea"/>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rgbClr val="005CA2"/>
                </a:solidFill>
                <a:latin typeface="Microsoft YaHei" panose="020B0503020204020204" pitchFamily="34" charset="-122"/>
                <a:ea typeface="Microsoft YaHei" panose="020B0503020204020204" pitchFamily="34" charset="-122"/>
                <a:cs typeface="+mn-ea"/>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ysClr val="windowText" lastClr="000000"/>
                </a:solidFill>
                <a:latin typeface="Segoe UI" panose="020B0502040204020203"/>
                <a:ea typeface="微软雅黑 Light" panose="020B0502040204020203" charset="-122"/>
                <a:cs typeface="+mn-ea"/>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9pPr>
          </a:lstStyle>
          <a:p>
            <a:r>
              <a:rPr lang="en-US" altLang="zh-CN" dirty="0"/>
              <a:t>BinDiff</a:t>
            </a:r>
          </a:p>
        </p:txBody>
      </p:sp>
      <p:pic>
        <p:nvPicPr>
          <p:cNvPr id="4" name="Picture 1"/>
          <p:cNvPicPr>
            <a:picLocks noChangeAspect="1"/>
          </p:cNvPicPr>
          <p:nvPr>
            <p:custDataLst>
              <p:tags r:id="rId2"/>
            </p:custDataLst>
          </p:nvPr>
        </p:nvPicPr>
        <p:blipFill>
          <a:blip r:embed="rId4"/>
          <a:stretch>
            <a:fillRect/>
          </a:stretch>
        </p:blipFill>
        <p:spPr>
          <a:xfrm>
            <a:off x="1691933" y="1005938"/>
            <a:ext cx="9237980" cy="564388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39725" y="6370955"/>
            <a:ext cx="12743180" cy="56515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内容占位符 9"/>
          <p:cNvSpPr>
            <a:spLocks noGrp="1"/>
          </p:cNvSpPr>
          <p:nvPr>
            <p:custDataLst>
              <p:tags r:id="rId1"/>
            </p:custDataLst>
          </p:nvPr>
        </p:nvSpPr>
        <p:spPr>
          <a:xfrm>
            <a:off x="975360" y="318770"/>
            <a:ext cx="10400030" cy="441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rgbClr val="A728BE"/>
                </a:solidFill>
                <a:latin typeface="Arial" panose="020B0604020202020204" pitchFamily="34" charset="0"/>
                <a:ea typeface="Microsoft YaHei" panose="020B0503020204020204" pitchFamily="34" charset="-122"/>
                <a:cs typeface="+mn-ea"/>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rgbClr val="005CA2"/>
                </a:solidFill>
                <a:latin typeface="Microsoft YaHei" panose="020B0503020204020204" pitchFamily="34" charset="-122"/>
                <a:ea typeface="Microsoft YaHei" panose="020B0503020204020204" pitchFamily="34" charset="-122"/>
                <a:cs typeface="+mn-ea"/>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ysClr val="windowText" lastClr="000000"/>
                </a:solidFill>
                <a:latin typeface="Segoe UI" panose="020B0502040204020203"/>
                <a:ea typeface="微软雅黑 Light" panose="020B0502040204020203" charset="-122"/>
                <a:cs typeface="+mn-ea"/>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9pPr>
          </a:lstStyle>
          <a:p>
            <a:r>
              <a:rPr lang="en-US" altLang="zh-CN" dirty="0"/>
              <a:t>BinDiff</a:t>
            </a:r>
          </a:p>
        </p:txBody>
      </p:sp>
      <p:sp>
        <p:nvSpPr>
          <p:cNvPr id="6" name="Text Box 5"/>
          <p:cNvSpPr txBox="1"/>
          <p:nvPr>
            <p:custDataLst>
              <p:tags r:id="rId2"/>
            </p:custDataLst>
          </p:nvPr>
        </p:nvSpPr>
        <p:spPr>
          <a:xfrm>
            <a:off x="992505" y="1088390"/>
            <a:ext cx="2797175" cy="5285105"/>
          </a:xfrm>
          <a:prstGeom prst="rect">
            <a:avLst/>
          </a:prstGeom>
          <a:solidFill>
            <a:srgbClr val="FBF4FC"/>
          </a:solidFill>
          <a:ln>
            <a:solidFill>
              <a:srgbClr val="A728BE"/>
            </a:solidFill>
          </a:ln>
        </p:spPr>
        <p:txBody>
          <a:bodyPr wrap="square" rtlCol="0">
            <a:spAutoFit/>
          </a:bodyPr>
          <a:lstStyle/>
          <a:p>
            <a:pPr indent="0" fontAlgn="auto">
              <a:lnSpc>
                <a:spcPct val="75000"/>
              </a:lnSpc>
            </a:pPr>
            <a:r>
              <a:rPr lang="en-US" sz="1500">
                <a:latin typeface="Times New Roman" panose="02020603050405020304" charset="0"/>
                <a:cs typeface="Times New Roman" panose="02020603050405020304" charset="0"/>
              </a:rPr>
              <a:t>#include &lt;stdio.h&gt;</a:t>
            </a:r>
          </a:p>
          <a:p>
            <a:pPr indent="0" fontAlgn="auto">
              <a:lnSpc>
                <a:spcPct val="75000"/>
              </a:lnSpc>
            </a:pPr>
            <a:r>
              <a:rPr lang="en-US" sz="1500">
                <a:latin typeface="Times New Roman" panose="02020603050405020304" charset="0"/>
                <a:cs typeface="Times New Roman" panose="02020603050405020304" charset="0"/>
              </a:rPr>
              <a:t>#include &lt;stdlib.h&gt;</a:t>
            </a:r>
          </a:p>
          <a:p>
            <a:pPr indent="0" fontAlgn="auto">
              <a:lnSpc>
                <a:spcPct val="75000"/>
              </a:lnSpc>
            </a:pPr>
            <a:r>
              <a:rPr lang="en-US" sz="1500">
                <a:latin typeface="Times New Roman" panose="02020603050405020304" charset="0"/>
                <a:cs typeface="Times New Roman" panose="02020603050405020304" charset="0"/>
              </a:rPr>
              <a:t>#include &lt;string.h&gt;</a:t>
            </a:r>
          </a:p>
          <a:p>
            <a:pPr indent="0" fontAlgn="auto">
              <a:lnSpc>
                <a:spcPct val="75000"/>
              </a:lnSpc>
            </a:pPr>
            <a:r>
              <a:rPr lang="en-US" sz="1500">
                <a:latin typeface="Times New Roman" panose="02020603050405020304" charset="0"/>
                <a:cs typeface="Times New Roman" panose="02020603050405020304" charset="0"/>
              </a:rPr>
              <a:t>int get_num();</a:t>
            </a:r>
          </a:p>
          <a:p>
            <a:pPr indent="0" fontAlgn="auto">
              <a:lnSpc>
                <a:spcPct val="75000"/>
              </a:lnSpc>
            </a:pPr>
            <a:r>
              <a:rPr lang="en-US" sz="1500">
                <a:latin typeface="Times New Roman" panose="02020603050405020304" charset="0"/>
                <a:cs typeface="Times New Roman" panose="02020603050405020304" charset="0"/>
              </a:rPr>
              <a:t>void print_bad();</a:t>
            </a:r>
          </a:p>
          <a:p>
            <a:pPr indent="0" fontAlgn="auto">
              <a:lnSpc>
                <a:spcPct val="75000"/>
              </a:lnSpc>
            </a:pPr>
            <a:endParaRPr lang="en-US" sz="1500">
              <a:latin typeface="Times New Roman" panose="02020603050405020304" charset="0"/>
              <a:cs typeface="Times New Roman" panose="02020603050405020304" charset="0"/>
            </a:endParaRPr>
          </a:p>
          <a:p>
            <a:pPr indent="0" fontAlgn="auto">
              <a:lnSpc>
                <a:spcPct val="75000"/>
              </a:lnSpc>
            </a:pPr>
            <a:r>
              <a:rPr lang="en-US" sz="1500">
                <a:latin typeface="Times New Roman" panose="02020603050405020304" charset="0"/>
                <a:cs typeface="Times New Roman" panose="02020603050405020304" charset="0"/>
              </a:rPr>
              <a:t>int main() {</a:t>
            </a:r>
          </a:p>
          <a:p>
            <a:pPr indent="0" fontAlgn="auto">
              <a:lnSpc>
                <a:spcPct val="75000"/>
              </a:lnSpc>
            </a:pPr>
            <a:r>
              <a:rPr lang="en-US" sz="1500">
                <a:latin typeface="Times New Roman" panose="02020603050405020304" charset="0"/>
                <a:cs typeface="Times New Roman" panose="02020603050405020304" charset="0"/>
              </a:rPr>
              <a:t>  int num;</a:t>
            </a:r>
          </a:p>
          <a:p>
            <a:pPr indent="0" fontAlgn="auto">
              <a:lnSpc>
                <a:spcPct val="75000"/>
              </a:lnSpc>
            </a:pPr>
            <a:r>
              <a:rPr lang="en-US" sz="1500">
                <a:latin typeface="Times New Roman" panose="02020603050405020304" charset="0"/>
                <a:cs typeface="Times New Roman" panose="02020603050405020304" charset="0"/>
              </a:rPr>
              <a:t>  while(1) {</a:t>
            </a:r>
          </a:p>
          <a:p>
            <a:pPr indent="0" fontAlgn="auto">
              <a:lnSpc>
                <a:spcPct val="75000"/>
              </a:lnSpc>
            </a:pPr>
            <a:r>
              <a:rPr lang="en-US" sz="1500">
                <a:latin typeface="Times New Roman" panose="02020603050405020304" charset="0"/>
                <a:cs typeface="Times New Roman" panose="02020603050405020304" charset="0"/>
              </a:rPr>
              <a:t>    num = get_num();</a:t>
            </a:r>
          </a:p>
          <a:p>
            <a:pPr indent="0" fontAlgn="auto">
              <a:lnSpc>
                <a:spcPct val="75000"/>
              </a:lnSpc>
            </a:pPr>
            <a:r>
              <a:rPr lang="en-US" sz="1500">
                <a:latin typeface="Times New Roman" panose="02020603050405020304" charset="0"/>
                <a:cs typeface="Times New Roman" panose="02020603050405020304" charset="0"/>
              </a:rPr>
              <a:t>    if (num == 1337) {</a:t>
            </a:r>
          </a:p>
          <a:p>
            <a:pPr indent="0" fontAlgn="auto">
              <a:lnSpc>
                <a:spcPct val="75000"/>
              </a:lnSpc>
            </a:pPr>
            <a:r>
              <a:rPr lang="en-US" sz="1500">
                <a:latin typeface="Times New Roman" panose="02020603050405020304" charset="0"/>
                <a:cs typeface="Times New Roman" panose="02020603050405020304" charset="0"/>
              </a:rPr>
              <a:t>      printf("Accepted!\n");</a:t>
            </a:r>
          </a:p>
          <a:p>
            <a:pPr indent="0" fontAlgn="auto">
              <a:lnSpc>
                <a:spcPct val="75000"/>
              </a:lnSpc>
            </a:pPr>
            <a:r>
              <a:rPr lang="en-US" sz="1500">
                <a:latin typeface="Times New Roman" panose="02020603050405020304" charset="0"/>
                <a:cs typeface="Times New Roman" panose="02020603050405020304" charset="0"/>
              </a:rPr>
              <a:t>    } </a:t>
            </a:r>
          </a:p>
          <a:p>
            <a:pPr indent="0" fontAlgn="auto">
              <a:lnSpc>
                <a:spcPct val="75000"/>
              </a:lnSpc>
            </a:pPr>
            <a:r>
              <a:rPr lang="en-US" sz="1500">
                <a:latin typeface="Times New Roman" panose="02020603050405020304" charset="0"/>
                <a:cs typeface="Times New Roman" panose="02020603050405020304" charset="0"/>
              </a:rPr>
              <a:t>    else {</a:t>
            </a:r>
          </a:p>
          <a:p>
            <a:pPr indent="0" fontAlgn="auto">
              <a:lnSpc>
                <a:spcPct val="75000"/>
              </a:lnSpc>
            </a:pPr>
            <a:r>
              <a:rPr lang="en-US" sz="1500">
                <a:latin typeface="Times New Roman" panose="02020603050405020304" charset="0"/>
                <a:cs typeface="Times New Roman" panose="02020603050405020304" charset="0"/>
              </a:rPr>
              <a:t>      print_bad();</a:t>
            </a:r>
          </a:p>
          <a:p>
            <a:pPr indent="0" fontAlgn="auto">
              <a:lnSpc>
                <a:spcPct val="75000"/>
              </a:lnSpc>
            </a:pPr>
            <a:r>
              <a:rPr lang="en-US" sz="1500">
                <a:latin typeface="Times New Roman" panose="02020603050405020304" charset="0"/>
                <a:cs typeface="Times New Roman" panose="02020603050405020304" charset="0"/>
              </a:rPr>
              <a:t>    }</a:t>
            </a:r>
          </a:p>
          <a:p>
            <a:pPr indent="0" fontAlgn="auto">
              <a:lnSpc>
                <a:spcPct val="75000"/>
              </a:lnSpc>
            </a:pPr>
            <a:r>
              <a:rPr lang="en-US" sz="1500">
                <a:latin typeface="Times New Roman" panose="02020603050405020304" charset="0"/>
                <a:cs typeface="Times New Roman" panose="02020603050405020304" charset="0"/>
              </a:rPr>
              <a:t>  }</a:t>
            </a:r>
          </a:p>
          <a:p>
            <a:pPr indent="0" fontAlgn="auto">
              <a:lnSpc>
                <a:spcPct val="75000"/>
              </a:lnSpc>
            </a:pPr>
            <a:r>
              <a:rPr lang="en-US" sz="1500">
                <a:latin typeface="Times New Roman" panose="02020603050405020304" charset="0"/>
                <a:cs typeface="Times New Roman" panose="02020603050405020304" charset="0"/>
              </a:rPr>
              <a:t>  return 0;</a:t>
            </a:r>
          </a:p>
          <a:p>
            <a:pPr indent="0" fontAlgn="auto">
              <a:lnSpc>
                <a:spcPct val="75000"/>
              </a:lnSpc>
            </a:pPr>
            <a:r>
              <a:rPr lang="en-US" sz="1500">
                <a:latin typeface="Times New Roman" panose="02020603050405020304" charset="0"/>
                <a:cs typeface="Times New Roman" panose="02020603050405020304" charset="0"/>
              </a:rPr>
              <a:t>}</a:t>
            </a:r>
          </a:p>
          <a:p>
            <a:pPr indent="0" fontAlgn="auto">
              <a:lnSpc>
                <a:spcPct val="75000"/>
              </a:lnSpc>
            </a:pPr>
            <a:endParaRPr lang="en-US" sz="1500">
              <a:latin typeface="Times New Roman" panose="02020603050405020304" charset="0"/>
              <a:cs typeface="Times New Roman" panose="02020603050405020304" charset="0"/>
            </a:endParaRPr>
          </a:p>
          <a:p>
            <a:pPr indent="0" fontAlgn="auto">
              <a:lnSpc>
                <a:spcPct val="75000"/>
              </a:lnSpc>
            </a:pPr>
            <a:r>
              <a:rPr lang="en-US" sz="1500">
                <a:latin typeface="Times New Roman" panose="02020603050405020304" charset="0"/>
                <a:cs typeface="Times New Roman" panose="02020603050405020304" charset="0"/>
              </a:rPr>
              <a:t>int get_num() {</a:t>
            </a:r>
          </a:p>
          <a:p>
            <a:pPr indent="0" fontAlgn="auto">
              <a:lnSpc>
                <a:spcPct val="75000"/>
              </a:lnSpc>
            </a:pPr>
            <a:r>
              <a:rPr lang="en-US" sz="1500">
                <a:latin typeface="Times New Roman" panose="02020603050405020304" charset="0"/>
                <a:cs typeface="Times New Roman" panose="02020603050405020304" charset="0"/>
              </a:rPr>
              <a:t>  char buf[16];</a:t>
            </a:r>
          </a:p>
          <a:p>
            <a:pPr indent="0" fontAlgn="auto">
              <a:lnSpc>
                <a:spcPct val="75000"/>
              </a:lnSpc>
            </a:pPr>
            <a:r>
              <a:rPr lang="en-US" sz="1500">
                <a:latin typeface="Times New Roman" panose="02020603050405020304" charset="0"/>
                <a:cs typeface="Times New Roman" panose="02020603050405020304" charset="0"/>
              </a:rPr>
              <a:t>  printf("Enter secret number : ");</a:t>
            </a:r>
          </a:p>
          <a:p>
            <a:pPr indent="0" fontAlgn="auto">
              <a:lnSpc>
                <a:spcPct val="75000"/>
              </a:lnSpc>
            </a:pPr>
            <a:r>
              <a:rPr lang="en-US" sz="1500">
                <a:latin typeface="Times New Roman" panose="02020603050405020304" charset="0"/>
                <a:cs typeface="Times New Roman" panose="02020603050405020304" charset="0"/>
              </a:rPr>
              <a:t>  fgets(buf, 16, stdin);</a:t>
            </a:r>
          </a:p>
          <a:p>
            <a:pPr indent="0" fontAlgn="auto">
              <a:lnSpc>
                <a:spcPct val="75000"/>
              </a:lnSpc>
            </a:pPr>
            <a:r>
              <a:rPr lang="en-US" sz="1500">
                <a:latin typeface="Times New Roman" panose="02020603050405020304" charset="0"/>
                <a:cs typeface="Times New Roman" panose="02020603050405020304" charset="0"/>
              </a:rPr>
              <a:t>  return atoi(buf);</a:t>
            </a:r>
          </a:p>
          <a:p>
            <a:pPr indent="0" fontAlgn="auto">
              <a:lnSpc>
                <a:spcPct val="75000"/>
              </a:lnSpc>
            </a:pPr>
            <a:r>
              <a:rPr lang="en-US" sz="1500">
                <a:latin typeface="Times New Roman" panose="02020603050405020304" charset="0"/>
                <a:cs typeface="Times New Roman" panose="02020603050405020304" charset="0"/>
              </a:rPr>
              <a:t>}</a:t>
            </a:r>
          </a:p>
          <a:p>
            <a:pPr indent="0" fontAlgn="auto">
              <a:lnSpc>
                <a:spcPct val="75000"/>
              </a:lnSpc>
            </a:pPr>
            <a:endParaRPr lang="en-US" sz="1500">
              <a:latin typeface="Times New Roman" panose="02020603050405020304" charset="0"/>
              <a:cs typeface="Times New Roman" panose="02020603050405020304" charset="0"/>
            </a:endParaRPr>
          </a:p>
          <a:p>
            <a:pPr indent="0" fontAlgn="auto">
              <a:lnSpc>
                <a:spcPct val="75000"/>
              </a:lnSpc>
            </a:pPr>
            <a:r>
              <a:rPr lang="en-US" sz="1500">
                <a:latin typeface="Times New Roman" panose="02020603050405020304" charset="0"/>
                <a:cs typeface="Times New Roman" panose="02020603050405020304" charset="0"/>
              </a:rPr>
              <a:t>void print_bad() {</a:t>
            </a:r>
          </a:p>
          <a:p>
            <a:pPr indent="0" fontAlgn="auto">
              <a:lnSpc>
                <a:spcPct val="75000"/>
              </a:lnSpc>
            </a:pPr>
            <a:r>
              <a:rPr lang="en-US" sz="1500">
                <a:latin typeface="Times New Roman" panose="02020603050405020304" charset="0"/>
                <a:cs typeface="Times New Roman" panose="02020603050405020304" charset="0"/>
              </a:rPr>
              <a:t>  printf("Nope!\n");</a:t>
            </a:r>
          </a:p>
          <a:p>
            <a:pPr indent="0" fontAlgn="auto">
              <a:lnSpc>
                <a:spcPct val="75000"/>
              </a:lnSpc>
            </a:pPr>
            <a:r>
              <a:rPr lang="en-US" sz="1500">
                <a:latin typeface="Times New Roman" panose="02020603050405020304" charset="0"/>
                <a:cs typeface="Times New Roman" panose="02020603050405020304" charset="0"/>
              </a:rPr>
              <a:t>}</a:t>
            </a:r>
          </a:p>
        </p:txBody>
      </p:sp>
      <p:sp>
        <p:nvSpPr>
          <p:cNvPr id="7" name="Text Box 6"/>
          <p:cNvSpPr txBox="1"/>
          <p:nvPr>
            <p:custDataLst>
              <p:tags r:id="rId3"/>
            </p:custDataLst>
          </p:nvPr>
        </p:nvSpPr>
        <p:spPr>
          <a:xfrm>
            <a:off x="4999355" y="756920"/>
            <a:ext cx="6200775" cy="5804535"/>
          </a:xfrm>
          <a:prstGeom prst="rect">
            <a:avLst/>
          </a:prstGeom>
          <a:solidFill>
            <a:srgbClr val="FBF4FC"/>
          </a:solidFill>
          <a:ln>
            <a:solidFill>
              <a:srgbClr val="A728BE"/>
            </a:solidFill>
          </a:ln>
        </p:spPr>
        <p:txBody>
          <a:bodyPr wrap="square" rtlCol="0">
            <a:spAutoFit/>
          </a:bodyPr>
          <a:lstStyle/>
          <a:p>
            <a:pPr indent="0" fontAlgn="auto">
              <a:lnSpc>
                <a:spcPct val="75000"/>
              </a:lnSpc>
            </a:pPr>
            <a:r>
              <a:rPr lang="en-US" sz="1500">
                <a:latin typeface="Times New Roman" panose="02020603050405020304" charset="0"/>
                <a:cs typeface="Times New Roman" panose="02020603050405020304" charset="0"/>
              </a:rPr>
              <a:t>#include &lt;stdio.h&gt;</a:t>
            </a:r>
          </a:p>
          <a:p>
            <a:pPr indent="0" fontAlgn="auto">
              <a:lnSpc>
                <a:spcPct val="75000"/>
              </a:lnSpc>
            </a:pPr>
            <a:r>
              <a:rPr lang="en-US" sz="1500">
                <a:latin typeface="Times New Roman" panose="02020603050405020304" charset="0"/>
                <a:cs typeface="Times New Roman" panose="02020603050405020304" charset="0"/>
              </a:rPr>
              <a:t>#include &lt;stdlib.h&gt;</a:t>
            </a:r>
          </a:p>
          <a:p>
            <a:pPr indent="0" fontAlgn="auto">
              <a:lnSpc>
                <a:spcPct val="75000"/>
              </a:lnSpc>
            </a:pPr>
            <a:r>
              <a:rPr lang="en-US" sz="1500">
                <a:latin typeface="Times New Roman" panose="02020603050405020304" charset="0"/>
                <a:cs typeface="Times New Roman" panose="02020603050405020304" charset="0"/>
              </a:rPr>
              <a:t>#include &lt;string.h&gt;</a:t>
            </a:r>
          </a:p>
          <a:p>
            <a:pPr indent="0" fontAlgn="auto">
              <a:lnSpc>
                <a:spcPct val="75000"/>
              </a:lnSpc>
            </a:pPr>
            <a:r>
              <a:rPr lang="en-US" sz="1500">
                <a:latin typeface="Times New Roman" panose="02020603050405020304" charset="0"/>
                <a:cs typeface="Times New Roman" panose="02020603050405020304" charset="0"/>
              </a:rPr>
              <a:t>int get_num();</a:t>
            </a:r>
          </a:p>
          <a:p>
            <a:pPr indent="0" fontAlgn="auto">
              <a:lnSpc>
                <a:spcPct val="75000"/>
              </a:lnSpc>
            </a:pPr>
            <a:r>
              <a:rPr lang="en-US" sz="1500">
                <a:latin typeface="Times New Roman" panose="02020603050405020304" charset="0"/>
                <a:cs typeface="Times New Roman" panose="02020603050405020304" charset="0"/>
              </a:rPr>
              <a:t>void print_good();</a:t>
            </a:r>
          </a:p>
          <a:p>
            <a:pPr indent="0" fontAlgn="auto">
              <a:lnSpc>
                <a:spcPct val="75000"/>
              </a:lnSpc>
            </a:pPr>
            <a:r>
              <a:rPr lang="en-US" sz="1500">
                <a:latin typeface="Times New Roman" panose="02020603050405020304" charset="0"/>
                <a:cs typeface="Times New Roman" panose="02020603050405020304" charset="0"/>
              </a:rPr>
              <a:t>void print_bad();</a:t>
            </a:r>
          </a:p>
          <a:p>
            <a:pPr indent="0" fontAlgn="auto">
              <a:lnSpc>
                <a:spcPct val="75000"/>
              </a:lnSpc>
            </a:pPr>
            <a:endParaRPr lang="en-US" sz="1500">
              <a:latin typeface="Times New Roman" panose="02020603050405020304" charset="0"/>
              <a:cs typeface="Times New Roman" panose="02020603050405020304" charset="0"/>
            </a:endParaRPr>
          </a:p>
          <a:p>
            <a:pPr indent="0" fontAlgn="auto">
              <a:lnSpc>
                <a:spcPct val="75000"/>
              </a:lnSpc>
            </a:pPr>
            <a:r>
              <a:rPr lang="en-US" sz="1500">
                <a:latin typeface="Times New Roman" panose="02020603050405020304" charset="0"/>
                <a:cs typeface="Times New Roman" panose="02020603050405020304" charset="0"/>
              </a:rPr>
              <a:t>int main() {</a:t>
            </a:r>
          </a:p>
          <a:p>
            <a:pPr indent="0" fontAlgn="auto">
              <a:lnSpc>
                <a:spcPct val="75000"/>
              </a:lnSpc>
            </a:pPr>
            <a:r>
              <a:rPr lang="en-US" sz="1500">
                <a:latin typeface="Times New Roman" panose="02020603050405020304" charset="0"/>
                <a:cs typeface="Times New Roman" panose="02020603050405020304" charset="0"/>
              </a:rPr>
              <a:t>  int num;</a:t>
            </a:r>
          </a:p>
          <a:p>
            <a:pPr indent="0" fontAlgn="auto">
              <a:lnSpc>
                <a:spcPct val="75000"/>
              </a:lnSpc>
            </a:pPr>
            <a:r>
              <a:rPr lang="en-US" sz="1500">
                <a:latin typeface="Times New Roman" panose="02020603050405020304" charset="0"/>
                <a:cs typeface="Times New Roman" panose="02020603050405020304" charset="0"/>
              </a:rPr>
              <a:t>  while(1) {</a:t>
            </a:r>
          </a:p>
          <a:p>
            <a:pPr indent="0" fontAlgn="auto">
              <a:lnSpc>
                <a:spcPct val="75000"/>
              </a:lnSpc>
            </a:pPr>
            <a:r>
              <a:rPr lang="en-US" sz="1500">
                <a:latin typeface="Times New Roman" panose="02020603050405020304" charset="0"/>
                <a:cs typeface="Times New Roman" panose="02020603050405020304" charset="0"/>
              </a:rPr>
              <a:t>    num = get_num();</a:t>
            </a:r>
          </a:p>
          <a:p>
            <a:pPr indent="0" fontAlgn="auto">
              <a:lnSpc>
                <a:spcPct val="75000"/>
              </a:lnSpc>
            </a:pPr>
            <a:r>
              <a:rPr lang="en-US" sz="1500">
                <a:latin typeface="Times New Roman" panose="02020603050405020304" charset="0"/>
                <a:cs typeface="Times New Roman" panose="02020603050405020304" charset="0"/>
              </a:rPr>
              <a:t>    if (num == 1337 || num == 7331 || ((num*3+3321)*2 + 7331)/3 == 7333) {</a:t>
            </a:r>
          </a:p>
          <a:p>
            <a:pPr indent="0" fontAlgn="auto">
              <a:lnSpc>
                <a:spcPct val="75000"/>
              </a:lnSpc>
            </a:pPr>
            <a:r>
              <a:rPr lang="en-US" sz="1500">
                <a:latin typeface="Times New Roman" panose="02020603050405020304" charset="0"/>
                <a:cs typeface="Times New Roman" panose="02020603050405020304" charset="0"/>
              </a:rPr>
              <a:t>      print_good();</a:t>
            </a:r>
          </a:p>
          <a:p>
            <a:pPr indent="0" fontAlgn="auto">
              <a:lnSpc>
                <a:spcPct val="75000"/>
              </a:lnSpc>
            </a:pPr>
            <a:r>
              <a:rPr lang="en-US" sz="1500">
                <a:latin typeface="Times New Roman" panose="02020603050405020304" charset="0"/>
                <a:cs typeface="Times New Roman" panose="02020603050405020304" charset="0"/>
              </a:rPr>
              <a:t>    } </a:t>
            </a:r>
          </a:p>
          <a:p>
            <a:pPr indent="0" fontAlgn="auto">
              <a:lnSpc>
                <a:spcPct val="75000"/>
              </a:lnSpc>
            </a:pPr>
            <a:r>
              <a:rPr lang="en-US" sz="1500">
                <a:latin typeface="Times New Roman" panose="02020603050405020304" charset="0"/>
                <a:cs typeface="Times New Roman" panose="02020603050405020304" charset="0"/>
              </a:rPr>
              <a:t>    else {</a:t>
            </a:r>
          </a:p>
          <a:p>
            <a:pPr indent="0" fontAlgn="auto">
              <a:lnSpc>
                <a:spcPct val="75000"/>
              </a:lnSpc>
            </a:pPr>
            <a:r>
              <a:rPr lang="en-US" sz="1500">
                <a:latin typeface="Times New Roman" panose="02020603050405020304" charset="0"/>
                <a:cs typeface="Times New Roman" panose="02020603050405020304" charset="0"/>
              </a:rPr>
              <a:t>      print_bad();</a:t>
            </a:r>
          </a:p>
          <a:p>
            <a:pPr indent="0" fontAlgn="auto">
              <a:lnSpc>
                <a:spcPct val="75000"/>
              </a:lnSpc>
            </a:pPr>
            <a:r>
              <a:rPr lang="en-US" sz="1500">
                <a:latin typeface="Times New Roman" panose="02020603050405020304" charset="0"/>
                <a:cs typeface="Times New Roman" panose="02020603050405020304" charset="0"/>
              </a:rPr>
              <a:t>    }</a:t>
            </a:r>
          </a:p>
          <a:p>
            <a:pPr indent="0" fontAlgn="auto">
              <a:lnSpc>
                <a:spcPct val="75000"/>
              </a:lnSpc>
            </a:pPr>
            <a:r>
              <a:rPr lang="en-US" sz="1500">
                <a:latin typeface="Times New Roman" panose="02020603050405020304" charset="0"/>
                <a:cs typeface="Times New Roman" panose="02020603050405020304" charset="0"/>
              </a:rPr>
              <a:t>  }</a:t>
            </a:r>
          </a:p>
          <a:p>
            <a:pPr indent="0" fontAlgn="auto">
              <a:lnSpc>
                <a:spcPct val="75000"/>
              </a:lnSpc>
            </a:pPr>
            <a:r>
              <a:rPr lang="en-US" sz="1500">
                <a:latin typeface="Times New Roman" panose="02020603050405020304" charset="0"/>
                <a:cs typeface="Times New Roman" panose="02020603050405020304" charset="0"/>
              </a:rPr>
              <a:t>  return 0;</a:t>
            </a:r>
          </a:p>
          <a:p>
            <a:pPr indent="0" fontAlgn="auto">
              <a:lnSpc>
                <a:spcPct val="75000"/>
              </a:lnSpc>
            </a:pPr>
            <a:r>
              <a:rPr lang="en-US" sz="1500">
                <a:latin typeface="Times New Roman" panose="02020603050405020304" charset="0"/>
                <a:cs typeface="Times New Roman" panose="02020603050405020304" charset="0"/>
              </a:rPr>
              <a:t>}</a:t>
            </a:r>
          </a:p>
          <a:p>
            <a:pPr indent="0" fontAlgn="auto">
              <a:lnSpc>
                <a:spcPct val="75000"/>
              </a:lnSpc>
            </a:pPr>
            <a:r>
              <a:rPr lang="en-US" sz="1500">
                <a:latin typeface="Times New Roman" panose="02020603050405020304" charset="0"/>
                <a:cs typeface="Times New Roman" panose="02020603050405020304" charset="0"/>
              </a:rPr>
              <a:t>int get_num() {</a:t>
            </a:r>
          </a:p>
          <a:p>
            <a:pPr indent="0" fontAlgn="auto">
              <a:lnSpc>
                <a:spcPct val="75000"/>
              </a:lnSpc>
            </a:pPr>
            <a:r>
              <a:rPr lang="en-US" sz="1500">
                <a:latin typeface="Times New Roman" panose="02020603050405020304" charset="0"/>
                <a:cs typeface="Times New Roman" panose="02020603050405020304" charset="0"/>
              </a:rPr>
              <a:t>  char buf[16];</a:t>
            </a:r>
          </a:p>
          <a:p>
            <a:pPr indent="0" fontAlgn="auto">
              <a:lnSpc>
                <a:spcPct val="75000"/>
              </a:lnSpc>
            </a:pPr>
            <a:r>
              <a:rPr lang="en-US" sz="1500">
                <a:latin typeface="Times New Roman" panose="02020603050405020304" charset="0"/>
                <a:cs typeface="Times New Roman" panose="02020603050405020304" charset="0"/>
              </a:rPr>
              <a:t>  printf("Enter secret number : ");</a:t>
            </a:r>
          </a:p>
          <a:p>
            <a:pPr indent="0" fontAlgn="auto">
              <a:lnSpc>
                <a:spcPct val="75000"/>
              </a:lnSpc>
            </a:pPr>
            <a:r>
              <a:rPr lang="en-US" sz="1500">
                <a:latin typeface="Times New Roman" panose="02020603050405020304" charset="0"/>
                <a:cs typeface="Times New Roman" panose="02020603050405020304" charset="0"/>
              </a:rPr>
              <a:t>  fgets(buf, 16, stdin);</a:t>
            </a:r>
          </a:p>
          <a:p>
            <a:pPr indent="0" fontAlgn="auto">
              <a:lnSpc>
                <a:spcPct val="75000"/>
              </a:lnSpc>
            </a:pPr>
            <a:r>
              <a:rPr lang="en-US" sz="1500">
                <a:latin typeface="Times New Roman" panose="02020603050405020304" charset="0"/>
                <a:cs typeface="Times New Roman" panose="02020603050405020304" charset="0"/>
              </a:rPr>
              <a:t>  return atoi(buf);</a:t>
            </a:r>
          </a:p>
          <a:p>
            <a:pPr indent="0" fontAlgn="auto">
              <a:lnSpc>
                <a:spcPct val="75000"/>
              </a:lnSpc>
            </a:pPr>
            <a:r>
              <a:rPr lang="en-US" sz="1500">
                <a:latin typeface="Times New Roman" panose="02020603050405020304" charset="0"/>
                <a:cs typeface="Times New Roman" panose="02020603050405020304" charset="0"/>
              </a:rPr>
              <a:t>}</a:t>
            </a:r>
          </a:p>
          <a:p>
            <a:pPr indent="0" fontAlgn="auto">
              <a:lnSpc>
                <a:spcPct val="75000"/>
              </a:lnSpc>
            </a:pPr>
            <a:r>
              <a:rPr lang="en-US" sz="1500">
                <a:latin typeface="Times New Roman" panose="02020603050405020304" charset="0"/>
                <a:cs typeface="Times New Roman" panose="02020603050405020304" charset="0"/>
              </a:rPr>
              <a:t>void print_good() {</a:t>
            </a:r>
          </a:p>
          <a:p>
            <a:pPr indent="0" fontAlgn="auto">
              <a:lnSpc>
                <a:spcPct val="75000"/>
              </a:lnSpc>
            </a:pPr>
            <a:r>
              <a:rPr lang="en-US" sz="1500">
                <a:latin typeface="Times New Roman" panose="02020603050405020304" charset="0"/>
                <a:cs typeface="Times New Roman" panose="02020603050405020304" charset="0"/>
              </a:rPr>
              <a:t>  printf("Accepted!\n");</a:t>
            </a:r>
          </a:p>
          <a:p>
            <a:pPr indent="0" fontAlgn="auto">
              <a:lnSpc>
                <a:spcPct val="75000"/>
              </a:lnSpc>
            </a:pPr>
            <a:r>
              <a:rPr lang="en-US" sz="1500">
                <a:latin typeface="Times New Roman" panose="02020603050405020304" charset="0"/>
                <a:cs typeface="Times New Roman" panose="02020603050405020304" charset="0"/>
              </a:rPr>
              <a:t>}</a:t>
            </a:r>
          </a:p>
          <a:p>
            <a:pPr indent="0" fontAlgn="auto">
              <a:lnSpc>
                <a:spcPct val="75000"/>
              </a:lnSpc>
            </a:pPr>
            <a:endParaRPr lang="en-US" sz="1500">
              <a:latin typeface="Times New Roman" panose="02020603050405020304" charset="0"/>
              <a:cs typeface="Times New Roman" panose="02020603050405020304" charset="0"/>
            </a:endParaRPr>
          </a:p>
          <a:p>
            <a:pPr indent="0" fontAlgn="auto">
              <a:lnSpc>
                <a:spcPct val="75000"/>
              </a:lnSpc>
            </a:pPr>
            <a:r>
              <a:rPr lang="en-US" sz="1500">
                <a:latin typeface="Times New Roman" panose="02020603050405020304" charset="0"/>
                <a:cs typeface="Times New Roman" panose="02020603050405020304" charset="0"/>
              </a:rPr>
              <a:t>void print_bad() {</a:t>
            </a:r>
          </a:p>
          <a:p>
            <a:pPr indent="0" fontAlgn="auto">
              <a:lnSpc>
                <a:spcPct val="75000"/>
              </a:lnSpc>
            </a:pPr>
            <a:r>
              <a:rPr lang="en-US" sz="1500">
                <a:latin typeface="Times New Roman" panose="02020603050405020304" charset="0"/>
                <a:cs typeface="Times New Roman" panose="02020603050405020304" charset="0"/>
              </a:rPr>
              <a:t>  printf("Nope!\n");</a:t>
            </a:r>
          </a:p>
          <a:p>
            <a:pPr indent="0" fontAlgn="auto">
              <a:lnSpc>
                <a:spcPct val="75000"/>
              </a:lnSpc>
            </a:pPr>
            <a:r>
              <a:rPr lang="en-US" sz="1500">
                <a:latin typeface="Times New Roman" panose="02020603050405020304" charset="0"/>
                <a:cs typeface="Times New Roman" panose="02020603050405020304" charset="0"/>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9"/>
          <p:cNvSpPr>
            <a:spLocks noGrp="1"/>
          </p:cNvSpPr>
          <p:nvPr>
            <p:custDataLst>
              <p:tags r:id="rId1"/>
            </p:custDataLst>
          </p:nvPr>
        </p:nvSpPr>
        <p:spPr>
          <a:xfrm>
            <a:off x="975360" y="318770"/>
            <a:ext cx="10400030" cy="441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rgbClr val="A728BE"/>
                </a:solidFill>
                <a:latin typeface="Arial" panose="020B0604020202020204" pitchFamily="34" charset="0"/>
                <a:ea typeface="Microsoft YaHei" panose="020B0503020204020204" pitchFamily="34" charset="-122"/>
                <a:cs typeface="+mn-ea"/>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rgbClr val="005CA2"/>
                </a:solidFill>
                <a:latin typeface="Microsoft YaHei" panose="020B0503020204020204" pitchFamily="34" charset="-122"/>
                <a:ea typeface="Microsoft YaHei" panose="020B0503020204020204" pitchFamily="34" charset="-122"/>
                <a:cs typeface="+mn-ea"/>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ysClr val="windowText" lastClr="000000"/>
                </a:solidFill>
                <a:latin typeface="Segoe UI" panose="020B0502040204020203"/>
                <a:ea typeface="微软雅黑 Light" panose="020B0502040204020203" charset="-122"/>
                <a:cs typeface="+mn-ea"/>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9pPr>
          </a:lstStyle>
          <a:p>
            <a:r>
              <a:rPr lang="en-US" altLang="zh-CN" dirty="0"/>
              <a:t>BinDiff-function</a:t>
            </a:r>
          </a:p>
        </p:txBody>
      </p:sp>
      <p:sp>
        <p:nvSpPr>
          <p:cNvPr id="4" name="Text Box 2"/>
          <p:cNvSpPr txBox="1"/>
          <p:nvPr>
            <p:custDataLst>
              <p:tags r:id="rId2"/>
            </p:custDataLst>
          </p:nvPr>
        </p:nvSpPr>
        <p:spPr>
          <a:xfrm>
            <a:off x="1548765" y="1292860"/>
            <a:ext cx="9094470" cy="4831080"/>
          </a:xfrm>
          <a:prstGeom prst="rect">
            <a:avLst/>
          </a:prstGeom>
          <a:solidFill>
            <a:srgbClr val="FBF4FC"/>
          </a:solidFill>
          <a:ln>
            <a:solidFill>
              <a:srgbClr val="A728BE"/>
            </a:solidFill>
          </a:ln>
        </p:spPr>
        <p:txBody>
          <a:bodyPr wrap="square" rtlCol="0">
            <a:spAutoFit/>
          </a:bodyPr>
          <a:lstStyle/>
          <a:p>
            <a:pPr>
              <a:lnSpc>
                <a:spcPct val="110000"/>
              </a:lnSpc>
            </a:pPr>
            <a:r>
              <a:rPr lang="en-US" sz="2000" dirty="0" err="1">
                <a:latin typeface="Times New Roman" panose="02020603050405020304" charset="0"/>
                <a:cs typeface="Times New Roman" panose="02020603050405020304" charset="0"/>
              </a:rPr>
              <a:t>proj</a:t>
            </a:r>
            <a:r>
              <a:rPr lang="en-US" sz="2000" dirty="0">
                <a:latin typeface="Times New Roman" panose="02020603050405020304" charset="0"/>
                <a:cs typeface="Times New Roman" panose="02020603050405020304" charset="0"/>
              </a:rPr>
              <a:t> = </a:t>
            </a:r>
            <a:r>
              <a:rPr lang="en-US" sz="2000" dirty="0" err="1">
                <a:latin typeface="Times New Roman" panose="02020603050405020304" charset="0"/>
                <a:cs typeface="Times New Roman" panose="02020603050405020304" charset="0"/>
              </a:rPr>
              <a:t>angr.Project</a:t>
            </a:r>
            <a:r>
              <a:rPr lang="en-US" sz="2000" dirty="0">
                <a:latin typeface="Times New Roman" panose="02020603050405020304" charset="0"/>
                <a:cs typeface="Times New Roman" panose="02020603050405020304" charset="0"/>
              </a:rPr>
              <a:t>('</a:t>
            </a:r>
            <a:r>
              <a:rPr lang="en-US" sz="2000" dirty="0" err="1">
                <a:latin typeface="Times New Roman" panose="02020603050405020304" charset="0"/>
                <a:cs typeface="Times New Roman" panose="02020603050405020304" charset="0"/>
              </a:rPr>
              <a:t>bindiff_a</a:t>
            </a:r>
            <a:r>
              <a:rPr lang="en-US" sz="2000" dirty="0">
                <a:latin typeface="Times New Roman" panose="02020603050405020304" charset="0"/>
                <a:cs typeface="Times New Roman" panose="02020603050405020304" charset="0"/>
              </a:rPr>
              <a:t>', </a:t>
            </a:r>
            <a:r>
              <a:rPr lang="en-US" sz="2000" dirty="0" err="1">
                <a:latin typeface="Times New Roman" panose="02020603050405020304" charset="0"/>
                <a:cs typeface="Times New Roman" panose="02020603050405020304" charset="0"/>
              </a:rPr>
              <a:t>auto_load_libs</a:t>
            </a:r>
            <a:r>
              <a:rPr lang="en-US" sz="2000" dirty="0">
                <a:latin typeface="Times New Roman" panose="02020603050405020304" charset="0"/>
                <a:cs typeface="Times New Roman" panose="02020603050405020304" charset="0"/>
              </a:rPr>
              <a:t>=False)</a:t>
            </a:r>
          </a:p>
          <a:p>
            <a:pPr>
              <a:lnSpc>
                <a:spcPct val="110000"/>
              </a:lnSpc>
            </a:pPr>
            <a:r>
              <a:rPr lang="en-US" sz="2000" dirty="0" err="1">
                <a:latin typeface="Times New Roman" panose="02020603050405020304" charset="0"/>
                <a:cs typeface="Times New Roman" panose="02020603050405020304" charset="0"/>
              </a:rPr>
              <a:t>cfg</a:t>
            </a:r>
            <a:r>
              <a:rPr lang="en-US" sz="2000" dirty="0">
                <a:latin typeface="Times New Roman" panose="02020603050405020304" charset="0"/>
                <a:cs typeface="Times New Roman" panose="02020603050405020304" charset="0"/>
              </a:rPr>
              <a:t> = </a:t>
            </a:r>
            <a:r>
              <a:rPr lang="en-US" sz="2000" dirty="0" err="1">
                <a:latin typeface="Times New Roman" panose="02020603050405020304" charset="0"/>
                <a:cs typeface="Times New Roman" panose="02020603050405020304" charset="0"/>
              </a:rPr>
              <a:t>proj.analyses.CFGFast</a:t>
            </a:r>
            <a:r>
              <a:rPr lang="en-US" sz="2000" dirty="0">
                <a:latin typeface="Times New Roman" panose="02020603050405020304" charset="0"/>
                <a:cs typeface="Times New Roman" panose="02020603050405020304" charset="0"/>
              </a:rPr>
              <a:t>()</a:t>
            </a:r>
          </a:p>
          <a:p>
            <a:pPr>
              <a:lnSpc>
                <a:spcPct val="110000"/>
              </a:lnSpc>
            </a:pPr>
            <a:r>
              <a:rPr lang="en-US" sz="2000" dirty="0">
                <a:latin typeface="Times New Roman" panose="02020603050405020304" charset="0"/>
                <a:cs typeface="Times New Roman" panose="02020603050405020304" charset="0"/>
              </a:rPr>
              <a:t>proj2 = </a:t>
            </a:r>
            <a:r>
              <a:rPr lang="en-US" sz="2000" dirty="0" err="1">
                <a:latin typeface="Times New Roman" panose="02020603050405020304" charset="0"/>
                <a:cs typeface="Times New Roman" panose="02020603050405020304" charset="0"/>
              </a:rPr>
              <a:t>angr.Project</a:t>
            </a:r>
            <a:r>
              <a:rPr lang="en-US" sz="2000" dirty="0">
                <a:latin typeface="Times New Roman" panose="02020603050405020304" charset="0"/>
                <a:cs typeface="Times New Roman" panose="02020603050405020304" charset="0"/>
              </a:rPr>
              <a:t>('</a:t>
            </a:r>
            <a:r>
              <a:rPr lang="en-US" sz="2000" dirty="0" err="1">
                <a:latin typeface="Times New Roman" panose="02020603050405020304" charset="0"/>
                <a:cs typeface="Times New Roman" panose="02020603050405020304" charset="0"/>
              </a:rPr>
              <a:t>bindiff_b</a:t>
            </a:r>
            <a:r>
              <a:rPr lang="en-US" sz="2000" dirty="0">
                <a:latin typeface="Times New Roman" panose="02020603050405020304" charset="0"/>
                <a:cs typeface="Times New Roman" panose="02020603050405020304" charset="0"/>
              </a:rPr>
              <a:t>', </a:t>
            </a:r>
            <a:r>
              <a:rPr lang="en-US" sz="2000" dirty="0" err="1">
                <a:latin typeface="Times New Roman" panose="02020603050405020304" charset="0"/>
                <a:cs typeface="Times New Roman" panose="02020603050405020304" charset="0"/>
              </a:rPr>
              <a:t>auto_load_libs</a:t>
            </a:r>
            <a:r>
              <a:rPr lang="en-US" sz="2000" dirty="0">
                <a:latin typeface="Times New Roman" panose="02020603050405020304" charset="0"/>
                <a:cs typeface="Times New Roman" panose="02020603050405020304" charset="0"/>
              </a:rPr>
              <a:t>=False)</a:t>
            </a:r>
          </a:p>
          <a:p>
            <a:pPr>
              <a:lnSpc>
                <a:spcPct val="110000"/>
              </a:lnSpc>
            </a:pPr>
            <a:r>
              <a:rPr lang="en-US" sz="2000" dirty="0">
                <a:latin typeface="Times New Roman" panose="02020603050405020304" charset="0"/>
                <a:cs typeface="Times New Roman" panose="02020603050405020304" charset="0"/>
              </a:rPr>
              <a:t>cfg2 = proj2.analyses.CFGFast()</a:t>
            </a:r>
          </a:p>
          <a:p>
            <a:pPr>
              <a:lnSpc>
                <a:spcPct val="110000"/>
              </a:lnSpc>
            </a:pPr>
            <a:r>
              <a:rPr lang="en-US" sz="2000" dirty="0" err="1">
                <a:latin typeface="Times New Roman" panose="02020603050405020304" charset="0"/>
                <a:cs typeface="Times New Roman" panose="02020603050405020304" charset="0"/>
              </a:rPr>
              <a:t>anaz</a:t>
            </a:r>
            <a:r>
              <a:rPr lang="en-US" sz="2000" dirty="0">
                <a:latin typeface="Times New Roman" panose="02020603050405020304" charset="0"/>
                <a:cs typeface="Times New Roman" panose="02020603050405020304" charset="0"/>
              </a:rPr>
              <a:t> = </a:t>
            </a:r>
            <a:r>
              <a:rPr lang="en-US" sz="2000" dirty="0" err="1">
                <a:latin typeface="Times New Roman" panose="02020603050405020304" charset="0"/>
                <a:cs typeface="Times New Roman" panose="02020603050405020304" charset="0"/>
              </a:rPr>
              <a:t>proj.analyses.BinDiff</a:t>
            </a:r>
            <a:r>
              <a:rPr lang="en-US" sz="2000" dirty="0">
                <a:latin typeface="Times New Roman" panose="02020603050405020304" charset="0"/>
                <a:cs typeface="Times New Roman" panose="02020603050405020304" charset="0"/>
              </a:rPr>
              <a:t>(proj2, </a:t>
            </a:r>
            <a:r>
              <a:rPr lang="en-US" sz="2000" dirty="0" err="1">
                <a:latin typeface="Times New Roman" panose="02020603050405020304" charset="0"/>
                <a:cs typeface="Times New Roman" panose="02020603050405020304" charset="0"/>
              </a:rPr>
              <a:t>cfg_a</a:t>
            </a:r>
            <a:r>
              <a:rPr lang="en-US" sz="2000" dirty="0">
                <a:latin typeface="Times New Roman" panose="02020603050405020304" charset="0"/>
                <a:cs typeface="Times New Roman" panose="02020603050405020304" charset="0"/>
              </a:rPr>
              <a:t>=</a:t>
            </a:r>
            <a:r>
              <a:rPr lang="en-US" sz="2000" dirty="0" err="1">
                <a:latin typeface="Times New Roman" panose="02020603050405020304" charset="0"/>
                <a:cs typeface="Times New Roman" panose="02020603050405020304" charset="0"/>
              </a:rPr>
              <a:t>cfg</a:t>
            </a:r>
            <a:r>
              <a:rPr lang="en-US" sz="2000" dirty="0">
                <a:latin typeface="Times New Roman" panose="02020603050405020304" charset="0"/>
                <a:cs typeface="Times New Roman" panose="02020603050405020304" charset="0"/>
              </a:rPr>
              <a:t>, </a:t>
            </a:r>
            <a:r>
              <a:rPr lang="en-US" sz="2000" dirty="0" err="1">
                <a:latin typeface="Times New Roman" panose="02020603050405020304" charset="0"/>
                <a:cs typeface="Times New Roman" panose="02020603050405020304" charset="0"/>
              </a:rPr>
              <a:t>cfg_b</a:t>
            </a:r>
            <a:r>
              <a:rPr lang="en-US" sz="2000" dirty="0">
                <a:latin typeface="Times New Roman" panose="02020603050405020304" charset="0"/>
                <a:cs typeface="Times New Roman" panose="02020603050405020304" charset="0"/>
              </a:rPr>
              <a:t>=cfg2)</a:t>
            </a:r>
          </a:p>
          <a:p>
            <a:pPr>
              <a:lnSpc>
                <a:spcPct val="110000"/>
              </a:lnSpc>
            </a:pPr>
            <a:endParaRPr lang="en-US" sz="2000" dirty="0">
              <a:latin typeface="Times New Roman" panose="02020603050405020304" charset="0"/>
              <a:cs typeface="Times New Roman" panose="02020603050405020304" charset="0"/>
            </a:endParaRPr>
          </a:p>
          <a:p>
            <a:pPr>
              <a:lnSpc>
                <a:spcPct val="110000"/>
              </a:lnSpc>
            </a:pPr>
            <a:endParaRPr lang="en-US" sz="2000" dirty="0">
              <a:latin typeface="Times New Roman" panose="02020603050405020304" charset="0"/>
              <a:cs typeface="Times New Roman" panose="02020603050405020304" charset="0"/>
            </a:endParaRPr>
          </a:p>
          <a:p>
            <a:pPr>
              <a:lnSpc>
                <a:spcPct val="110000"/>
              </a:lnSpc>
            </a:pPr>
            <a:r>
              <a:rPr lang="en-US" sz="2000" dirty="0">
                <a:latin typeface="Times New Roman" panose="02020603050405020304" charset="0"/>
                <a:cs typeface="Times New Roman" panose="02020603050405020304" charset="0"/>
              </a:rPr>
              <a:t>for </a:t>
            </a:r>
            <a:r>
              <a:rPr lang="en-US" sz="2000" dirty="0" err="1">
                <a:latin typeface="Times New Roman" panose="02020603050405020304" charset="0"/>
                <a:cs typeface="Times New Roman" panose="02020603050405020304" charset="0"/>
              </a:rPr>
              <a:t>func_addrs</a:t>
            </a:r>
            <a:r>
              <a:rPr lang="en-US" sz="2000" dirty="0">
                <a:latin typeface="Times New Roman" panose="02020603050405020304" charset="0"/>
                <a:cs typeface="Times New Roman" panose="02020603050405020304" charset="0"/>
              </a:rPr>
              <a:t> in </a:t>
            </a:r>
            <a:r>
              <a:rPr lang="en-US" sz="2000" dirty="0" err="1">
                <a:latin typeface="Times New Roman" panose="02020603050405020304" charset="0"/>
                <a:cs typeface="Times New Roman" panose="02020603050405020304" charset="0"/>
              </a:rPr>
              <a:t>anaz.differing_functions</a:t>
            </a:r>
            <a:r>
              <a:rPr lang="en-US" sz="2000" dirty="0">
                <a:latin typeface="Times New Roman" panose="02020603050405020304" charset="0"/>
                <a:cs typeface="Times New Roman" panose="02020603050405020304" charset="0"/>
              </a:rPr>
              <a:t>:</a:t>
            </a:r>
          </a:p>
          <a:p>
            <a:pPr>
              <a:lnSpc>
                <a:spcPct val="110000"/>
              </a:lnSpc>
            </a:pPr>
            <a:r>
              <a:rPr lang="en-US" sz="2000" dirty="0">
                <a:latin typeface="Times New Roman" panose="02020603050405020304" charset="0"/>
                <a:cs typeface="Times New Roman" panose="02020603050405020304" charset="0"/>
              </a:rPr>
              <a:t>    addr1 = </a:t>
            </a:r>
            <a:r>
              <a:rPr lang="en-US" sz="2000" dirty="0" err="1">
                <a:latin typeface="Times New Roman" panose="02020603050405020304" charset="0"/>
                <a:cs typeface="Times New Roman" panose="02020603050405020304" charset="0"/>
              </a:rPr>
              <a:t>func_addrs</a:t>
            </a:r>
            <a:r>
              <a:rPr lang="en-US" sz="2000" dirty="0">
                <a:latin typeface="Times New Roman" panose="02020603050405020304" charset="0"/>
                <a:cs typeface="Times New Roman" panose="02020603050405020304" charset="0"/>
              </a:rPr>
              <a:t>[0]</a:t>
            </a:r>
          </a:p>
          <a:p>
            <a:pPr>
              <a:lnSpc>
                <a:spcPct val="110000"/>
              </a:lnSpc>
            </a:pPr>
            <a:r>
              <a:rPr lang="en-US" sz="2000" dirty="0">
                <a:latin typeface="Times New Roman" panose="02020603050405020304" charset="0"/>
                <a:cs typeface="Times New Roman" panose="02020603050405020304" charset="0"/>
              </a:rPr>
              <a:t>    addr2 = </a:t>
            </a:r>
            <a:r>
              <a:rPr lang="en-US" sz="2000" dirty="0" err="1">
                <a:latin typeface="Times New Roman" panose="02020603050405020304" charset="0"/>
                <a:cs typeface="Times New Roman" panose="02020603050405020304" charset="0"/>
              </a:rPr>
              <a:t>func_addrs</a:t>
            </a:r>
            <a:r>
              <a:rPr lang="en-US" sz="2000" dirty="0">
                <a:latin typeface="Times New Roman" panose="02020603050405020304" charset="0"/>
                <a:cs typeface="Times New Roman" panose="02020603050405020304" charset="0"/>
              </a:rPr>
              <a:t>[1]</a:t>
            </a:r>
          </a:p>
          <a:p>
            <a:pPr>
              <a:lnSpc>
                <a:spcPct val="110000"/>
              </a:lnSpc>
            </a:pPr>
            <a:r>
              <a:rPr lang="en-US" sz="2000" dirty="0">
                <a:latin typeface="Times New Roman" panose="02020603050405020304" charset="0"/>
                <a:cs typeface="Times New Roman" panose="02020603050405020304" charset="0"/>
              </a:rPr>
              <a:t>    print(</a:t>
            </a:r>
            <a:r>
              <a:rPr lang="en-US" sz="2000" dirty="0" err="1">
                <a:latin typeface="Times New Roman" panose="02020603050405020304" charset="0"/>
                <a:cs typeface="Times New Roman" panose="02020603050405020304" charset="0"/>
              </a:rPr>
              <a:t>cfg.kb.functions</a:t>
            </a:r>
            <a:r>
              <a:rPr lang="en-US" sz="2000" dirty="0">
                <a:latin typeface="Times New Roman" panose="02020603050405020304" charset="0"/>
                <a:cs typeface="Times New Roman" panose="02020603050405020304" charset="0"/>
              </a:rPr>
              <a:t>[addr1].name, cfg2.kb.functions[addr2].name)</a:t>
            </a:r>
          </a:p>
          <a:p>
            <a:pPr>
              <a:lnSpc>
                <a:spcPct val="110000"/>
              </a:lnSpc>
            </a:pPr>
            <a:endParaRPr lang="en-US" sz="2000" dirty="0">
              <a:latin typeface="Times New Roman" panose="02020603050405020304" charset="0"/>
              <a:cs typeface="Times New Roman" panose="02020603050405020304" charset="0"/>
            </a:endParaRPr>
          </a:p>
          <a:p>
            <a:pPr>
              <a:lnSpc>
                <a:spcPct val="110000"/>
              </a:lnSpc>
            </a:pPr>
            <a:r>
              <a:rPr lang="en-US" sz="2000" dirty="0">
                <a:latin typeface="Times New Roman" panose="02020603050405020304" charset="0"/>
                <a:cs typeface="Times New Roman" panose="02020603050405020304" charset="0"/>
              </a:rPr>
              <a:t>for </a:t>
            </a:r>
            <a:r>
              <a:rPr lang="en-US" sz="2000" dirty="0" err="1">
                <a:latin typeface="Times New Roman" panose="02020603050405020304" charset="0"/>
                <a:cs typeface="Times New Roman" panose="02020603050405020304" charset="0"/>
              </a:rPr>
              <a:t>func_pair</a:t>
            </a:r>
            <a:r>
              <a:rPr lang="en-US" sz="2000" dirty="0">
                <a:latin typeface="Times New Roman" panose="02020603050405020304" charset="0"/>
                <a:cs typeface="Times New Roman" panose="02020603050405020304" charset="0"/>
              </a:rPr>
              <a:t> in </a:t>
            </a:r>
            <a:r>
              <a:rPr lang="en-US" sz="2000" dirty="0" err="1">
                <a:latin typeface="Times New Roman" panose="02020603050405020304" charset="0"/>
                <a:cs typeface="Times New Roman" panose="02020603050405020304" charset="0"/>
              </a:rPr>
              <a:t>anaz.identical_functions</a:t>
            </a:r>
            <a:r>
              <a:rPr lang="en-US" sz="2000" dirty="0">
                <a:latin typeface="Times New Roman" panose="02020603050405020304" charset="0"/>
                <a:cs typeface="Times New Roman" panose="02020603050405020304" charset="0"/>
              </a:rPr>
              <a:t>:</a:t>
            </a:r>
          </a:p>
          <a:p>
            <a:pPr>
              <a:lnSpc>
                <a:spcPct val="110000"/>
              </a:lnSpc>
            </a:pPr>
            <a:r>
              <a:rPr lang="en-US" sz="2000" dirty="0">
                <a:latin typeface="Times New Roman" panose="02020603050405020304" charset="0"/>
                <a:cs typeface="Times New Roman" panose="02020603050405020304" charset="0"/>
              </a:rPr>
              <a:t>    print(</a:t>
            </a:r>
            <a:r>
              <a:rPr lang="en-US" sz="2000" dirty="0" err="1">
                <a:latin typeface="Times New Roman" panose="02020603050405020304" charset="0"/>
                <a:cs typeface="Times New Roman" panose="02020603050405020304" charset="0"/>
              </a:rPr>
              <a:t>proj.kb.functions</a:t>
            </a:r>
            <a:r>
              <a:rPr lang="en-US" sz="2000" dirty="0">
                <a:latin typeface="Times New Roman" panose="02020603050405020304" charset="0"/>
                <a:cs typeface="Times New Roman" panose="02020603050405020304" charset="0"/>
              </a:rPr>
              <a:t>[</a:t>
            </a:r>
            <a:r>
              <a:rPr lang="en-US" sz="2000" dirty="0" err="1">
                <a:latin typeface="Times New Roman" panose="02020603050405020304" charset="0"/>
                <a:cs typeface="Times New Roman" panose="02020603050405020304" charset="0"/>
              </a:rPr>
              <a:t>func_pair</a:t>
            </a:r>
            <a:r>
              <a:rPr lang="en-US" sz="2000" dirty="0">
                <a:latin typeface="Times New Roman" panose="02020603050405020304" charset="0"/>
                <a:cs typeface="Times New Roman" panose="02020603050405020304" charset="0"/>
              </a:rPr>
              <a:t>[0]].name, proj2.kb.functions[</a:t>
            </a:r>
            <a:r>
              <a:rPr lang="en-US" sz="2000" dirty="0" err="1">
                <a:latin typeface="Times New Roman" panose="02020603050405020304" charset="0"/>
                <a:cs typeface="Times New Roman" panose="02020603050405020304" charset="0"/>
              </a:rPr>
              <a:t>func_pair</a:t>
            </a:r>
            <a:r>
              <a:rPr lang="en-US" sz="2000" dirty="0">
                <a:latin typeface="Times New Roman" panose="02020603050405020304" charset="0"/>
                <a:cs typeface="Times New Roman" panose="02020603050405020304" charset="0"/>
              </a:rPr>
              <a:t>[1]].name)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9"/>
          <p:cNvSpPr>
            <a:spLocks noGrp="1"/>
          </p:cNvSpPr>
          <p:nvPr>
            <p:custDataLst>
              <p:tags r:id="rId1"/>
            </p:custDataLst>
          </p:nvPr>
        </p:nvSpPr>
        <p:spPr>
          <a:xfrm>
            <a:off x="975360" y="318770"/>
            <a:ext cx="10400030" cy="441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rgbClr val="A728BE"/>
                </a:solidFill>
                <a:latin typeface="Arial" panose="020B0604020202020204" pitchFamily="34" charset="0"/>
                <a:ea typeface="Microsoft YaHei" panose="020B0503020204020204" pitchFamily="34" charset="-122"/>
                <a:cs typeface="+mn-ea"/>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rgbClr val="005CA2"/>
                </a:solidFill>
                <a:latin typeface="Microsoft YaHei" panose="020B0503020204020204" pitchFamily="34" charset="-122"/>
                <a:ea typeface="Microsoft YaHei" panose="020B0503020204020204" pitchFamily="34" charset="-122"/>
                <a:cs typeface="+mn-ea"/>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ysClr val="windowText" lastClr="000000"/>
                </a:solidFill>
                <a:latin typeface="Segoe UI" panose="020B0502040204020203"/>
                <a:ea typeface="微软雅黑 Light" panose="020B0502040204020203" charset="-122"/>
                <a:cs typeface="+mn-ea"/>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9pPr>
          </a:lstStyle>
          <a:p>
            <a:r>
              <a:rPr lang="en-US" altLang="zh-CN" dirty="0"/>
              <a:t>BinDiff-block</a:t>
            </a:r>
          </a:p>
        </p:txBody>
      </p:sp>
      <p:sp>
        <p:nvSpPr>
          <p:cNvPr id="3" name="Text Box 2"/>
          <p:cNvSpPr txBox="1"/>
          <p:nvPr>
            <p:custDataLst>
              <p:tags r:id="rId2"/>
            </p:custDataLst>
          </p:nvPr>
        </p:nvSpPr>
        <p:spPr>
          <a:xfrm>
            <a:off x="2605405" y="1832610"/>
            <a:ext cx="6981190" cy="3192145"/>
          </a:xfrm>
          <a:prstGeom prst="rect">
            <a:avLst/>
          </a:prstGeom>
          <a:solidFill>
            <a:srgbClr val="FBF4FC"/>
          </a:solidFill>
          <a:ln>
            <a:solidFill>
              <a:srgbClr val="A728BE"/>
            </a:solidFill>
          </a:ln>
        </p:spPr>
        <p:txBody>
          <a:bodyPr wrap="square" rtlCol="0">
            <a:spAutoFit/>
          </a:bodyPr>
          <a:lstStyle/>
          <a:p>
            <a:pPr>
              <a:lnSpc>
                <a:spcPct val="120000"/>
              </a:lnSpc>
            </a:pPr>
            <a:r>
              <a:rPr lang="en-US" sz="2800" dirty="0">
                <a:latin typeface="Times New Roman" panose="02020603050405020304" charset="0"/>
                <a:cs typeface="Times New Roman" panose="02020603050405020304" charset="0"/>
              </a:rPr>
              <a:t>for blocks in </a:t>
            </a:r>
            <a:r>
              <a:rPr lang="en-US" sz="2800" dirty="0" err="1">
                <a:latin typeface="Times New Roman" panose="02020603050405020304" charset="0"/>
                <a:cs typeface="Times New Roman" panose="02020603050405020304" charset="0"/>
              </a:rPr>
              <a:t>anaz.differing_blocks</a:t>
            </a:r>
            <a:r>
              <a:rPr lang="en-US" sz="2800" dirty="0">
                <a:latin typeface="Times New Roman" panose="02020603050405020304" charset="0"/>
                <a:cs typeface="Times New Roman" panose="02020603050405020304" charset="0"/>
              </a:rPr>
              <a:t>:</a:t>
            </a:r>
          </a:p>
          <a:p>
            <a:pPr>
              <a:lnSpc>
                <a:spcPct val="120000"/>
              </a:lnSpc>
            </a:pPr>
            <a:r>
              <a:rPr lang="en-US" sz="2800" dirty="0">
                <a:latin typeface="Times New Roman" panose="02020603050405020304" charset="0"/>
                <a:cs typeface="Times New Roman" panose="02020603050405020304" charset="0"/>
              </a:rPr>
              <a:t>    block1, block2 = blocks</a:t>
            </a:r>
          </a:p>
          <a:p>
            <a:pPr>
              <a:lnSpc>
                <a:spcPct val="120000"/>
              </a:lnSpc>
            </a:pPr>
            <a:r>
              <a:rPr lang="en-US" sz="2800" dirty="0">
                <a:latin typeface="Times New Roman" panose="02020603050405020304" charset="0"/>
                <a:cs typeface="Times New Roman" panose="02020603050405020304" charset="0"/>
              </a:rPr>
              <a:t>    print(hex(block1.addr))</a:t>
            </a:r>
          </a:p>
          <a:p>
            <a:pPr>
              <a:lnSpc>
                <a:spcPct val="120000"/>
              </a:lnSpc>
            </a:pPr>
            <a:r>
              <a:rPr lang="en-US" sz="2800" dirty="0">
                <a:latin typeface="Times New Roman" panose="02020603050405020304" charset="0"/>
                <a:cs typeface="Times New Roman" panose="02020603050405020304" charset="0"/>
              </a:rPr>
              <a:t>    print(hex(block2.addr))</a:t>
            </a:r>
          </a:p>
          <a:p>
            <a:pPr>
              <a:lnSpc>
                <a:spcPct val="120000"/>
              </a:lnSpc>
            </a:pPr>
            <a:r>
              <a:rPr lang="en-US" sz="2800" dirty="0">
                <a:latin typeface="Times New Roman" panose="02020603050405020304" charset="0"/>
                <a:cs typeface="Times New Roman" panose="02020603050405020304" charset="0"/>
              </a:rPr>
              <a:t>    print(</a:t>
            </a:r>
            <a:r>
              <a:rPr lang="en-US" sz="2800" dirty="0" err="1">
                <a:latin typeface="Times New Roman" panose="02020603050405020304" charset="0"/>
                <a:cs typeface="Times New Roman" panose="02020603050405020304" charset="0"/>
              </a:rPr>
              <a:t>proj.factory.block</a:t>
            </a:r>
            <a:r>
              <a:rPr lang="en-US" sz="2800" dirty="0">
                <a:latin typeface="Times New Roman" panose="02020603050405020304" charset="0"/>
                <a:cs typeface="Times New Roman" panose="02020603050405020304" charset="0"/>
              </a:rPr>
              <a:t>(block1.addr).pp())</a:t>
            </a:r>
          </a:p>
          <a:p>
            <a:pPr>
              <a:lnSpc>
                <a:spcPct val="120000"/>
              </a:lnSpc>
            </a:pPr>
            <a:r>
              <a:rPr lang="en-US" sz="2800" dirty="0">
                <a:latin typeface="Times New Roman" panose="02020603050405020304" charset="0"/>
                <a:cs typeface="Times New Roman" panose="02020603050405020304" charset="0"/>
              </a:rPr>
              <a:t>    print(proj2.factory.block(block2.addr).pp())</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9"/>
          <p:cNvSpPr>
            <a:spLocks noGrp="1"/>
          </p:cNvSpPr>
          <p:nvPr>
            <p:custDataLst>
              <p:tags r:id="rId1"/>
            </p:custDataLst>
          </p:nvPr>
        </p:nvSpPr>
        <p:spPr>
          <a:xfrm>
            <a:off x="975360" y="318770"/>
            <a:ext cx="10400030" cy="441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rgbClr val="A728BE"/>
                </a:solidFill>
                <a:latin typeface="Arial" panose="020B0604020202020204" pitchFamily="34" charset="0"/>
                <a:ea typeface="Microsoft YaHei" panose="020B0503020204020204" pitchFamily="34" charset="-122"/>
                <a:cs typeface="+mn-ea"/>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rgbClr val="005CA2"/>
                </a:solidFill>
                <a:latin typeface="Microsoft YaHei" panose="020B0503020204020204" pitchFamily="34" charset="-122"/>
                <a:ea typeface="Microsoft YaHei" panose="020B0503020204020204" pitchFamily="34" charset="-122"/>
                <a:cs typeface="+mn-ea"/>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ysClr val="windowText" lastClr="000000"/>
                </a:solidFill>
                <a:latin typeface="Segoe UI" panose="020B0502040204020203"/>
                <a:ea typeface="微软雅黑 Light" panose="020B0502040204020203" charset="-122"/>
                <a:cs typeface="+mn-ea"/>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9pPr>
          </a:lstStyle>
          <a:p>
            <a:r>
              <a:rPr lang="en-US" altLang="zh-CN" dirty="0"/>
              <a:t>BinDiff-block</a:t>
            </a:r>
          </a:p>
        </p:txBody>
      </p:sp>
      <p:sp>
        <p:nvSpPr>
          <p:cNvPr id="3" name="Text Box 2"/>
          <p:cNvSpPr txBox="1"/>
          <p:nvPr>
            <p:custDataLst>
              <p:tags r:id="rId2"/>
            </p:custDataLst>
          </p:nvPr>
        </p:nvSpPr>
        <p:spPr>
          <a:xfrm>
            <a:off x="616268" y="1561465"/>
            <a:ext cx="10959465" cy="3415030"/>
          </a:xfrm>
          <a:prstGeom prst="rect">
            <a:avLst/>
          </a:prstGeom>
          <a:solidFill>
            <a:srgbClr val="FBF4FC"/>
          </a:solidFill>
          <a:ln>
            <a:solidFill>
              <a:srgbClr val="A728BE"/>
            </a:solidFill>
          </a:ln>
        </p:spPr>
        <p:txBody>
          <a:bodyPr wrap="square" rtlCol="0">
            <a:spAutoFit/>
          </a:bodyPr>
          <a:lstStyle/>
          <a:p>
            <a:pPr>
              <a:lnSpc>
                <a:spcPct val="150000"/>
              </a:lnSpc>
            </a:pPr>
            <a:r>
              <a:rPr lang="en-US" dirty="0">
                <a:latin typeface="Times New Roman" panose="02020603050405020304" charset="0"/>
                <a:cs typeface="Times New Roman" panose="02020603050405020304" charset="0"/>
              </a:rPr>
              <a:t>def analyze(b, name):</a:t>
            </a:r>
          </a:p>
          <a:p>
            <a:pPr>
              <a:lnSpc>
                <a:spcPct val="150000"/>
              </a:lnSpc>
            </a:pPr>
            <a:r>
              <a:rPr lang="en-US" dirty="0">
                <a:latin typeface="Times New Roman" panose="02020603050405020304" charset="0"/>
                <a:cs typeface="Times New Roman" panose="02020603050405020304" charset="0"/>
              </a:rPr>
              <a:t>    for </a:t>
            </a:r>
            <a:r>
              <a:rPr lang="en-US" dirty="0" err="1">
                <a:latin typeface="Times New Roman" panose="02020603050405020304" charset="0"/>
                <a:cs typeface="Times New Roman" panose="02020603050405020304" charset="0"/>
              </a:rPr>
              <a:t>func</a:t>
            </a:r>
            <a:r>
              <a:rPr lang="en-US" dirty="0">
                <a:latin typeface="Times New Roman" panose="02020603050405020304" charset="0"/>
                <a:cs typeface="Times New Roman" panose="02020603050405020304" charset="0"/>
              </a:rPr>
              <a:t> in </a:t>
            </a:r>
            <a:r>
              <a:rPr lang="en-US" dirty="0" err="1">
                <a:latin typeface="Times New Roman" panose="02020603050405020304" charset="0"/>
                <a:cs typeface="Times New Roman" panose="02020603050405020304" charset="0"/>
              </a:rPr>
              <a:t>b.kb.functions.values</a:t>
            </a:r>
            <a:r>
              <a:rPr lang="en-US" dirty="0">
                <a:latin typeface="Times New Roman" panose="02020603050405020304" charset="0"/>
                <a:cs typeface="Times New Roman" panose="02020603050405020304" charset="0"/>
              </a:rPr>
              <a:t>():</a:t>
            </a:r>
          </a:p>
          <a:p>
            <a:pPr>
              <a:lnSpc>
                <a:spcPct val="150000"/>
              </a:lnSpc>
            </a:pPr>
            <a:r>
              <a:rPr lang="en-US" dirty="0">
                <a:latin typeface="Times New Roman" panose="02020603050405020304" charset="0"/>
                <a:cs typeface="Times New Roman" panose="02020603050405020304" charset="0"/>
              </a:rPr>
              <a:t>        if </a:t>
            </a:r>
            <a:r>
              <a:rPr lang="en-US" dirty="0" err="1">
                <a:latin typeface="Times New Roman" panose="02020603050405020304" charset="0"/>
                <a:cs typeface="Times New Roman" panose="02020603050405020304" charset="0"/>
              </a:rPr>
              <a:t>func.name.find</a:t>
            </a:r>
            <a:r>
              <a:rPr lang="en-US" dirty="0">
                <a:latin typeface="Times New Roman" panose="02020603050405020304" charset="0"/>
                <a:cs typeface="Times New Roman" panose="02020603050405020304" charset="0"/>
              </a:rPr>
              <a:t>(name) == 0:</a:t>
            </a:r>
          </a:p>
          <a:p>
            <a:pPr>
              <a:lnSpc>
                <a:spcPct val="150000"/>
              </a:lnSpc>
            </a:pPr>
            <a:r>
              <a:rPr lang="en-US" dirty="0">
                <a:latin typeface="Times New Roman" panose="02020603050405020304" charset="0"/>
                <a:cs typeface="Times New Roman" panose="02020603050405020304" charset="0"/>
              </a:rPr>
              <a:t>            </a:t>
            </a:r>
            <a:r>
              <a:rPr lang="en-US" dirty="0" err="1">
                <a:latin typeface="Times New Roman" panose="02020603050405020304" charset="0"/>
                <a:cs typeface="Times New Roman" panose="02020603050405020304" charset="0"/>
              </a:rPr>
              <a:t>plot_func_graph</a:t>
            </a:r>
            <a:r>
              <a:rPr lang="en-US" dirty="0">
                <a:latin typeface="Times New Roman" panose="02020603050405020304" charset="0"/>
                <a:cs typeface="Times New Roman" panose="02020603050405020304" charset="0"/>
              </a:rPr>
              <a:t>(b, </a:t>
            </a:r>
            <a:r>
              <a:rPr lang="en-US" dirty="0" err="1">
                <a:latin typeface="Times New Roman" panose="02020603050405020304" charset="0"/>
                <a:cs typeface="Times New Roman" panose="02020603050405020304" charset="0"/>
              </a:rPr>
              <a:t>func.transition_graph</a:t>
            </a:r>
            <a:r>
              <a:rPr lang="en-US" dirty="0">
                <a:latin typeface="Times New Roman" panose="02020603050405020304" charset="0"/>
                <a:cs typeface="Times New Roman" panose="02020603050405020304" charset="0"/>
              </a:rPr>
              <a:t>, "%s_%</a:t>
            </a:r>
            <a:r>
              <a:rPr lang="en-US" dirty="0" err="1">
                <a:latin typeface="Times New Roman" panose="02020603050405020304" charset="0"/>
                <a:cs typeface="Times New Roman" panose="02020603050405020304" charset="0"/>
              </a:rPr>
              <a:t>s_cfg</a:t>
            </a:r>
            <a:r>
              <a:rPr lang="en-US" dirty="0">
                <a:latin typeface="Times New Roman" panose="02020603050405020304" charset="0"/>
                <a:cs typeface="Times New Roman" panose="02020603050405020304" charset="0"/>
              </a:rPr>
              <a:t>" % (name, </a:t>
            </a:r>
            <a:r>
              <a:rPr lang="en-US" dirty="0" err="1">
                <a:latin typeface="Times New Roman" panose="02020603050405020304" charset="0"/>
                <a:cs typeface="Times New Roman" panose="02020603050405020304" charset="0"/>
              </a:rPr>
              <a:t>b.filename</a:t>
            </a:r>
            <a:r>
              <a:rPr lang="en-US" dirty="0">
                <a:latin typeface="Times New Roman" panose="02020603050405020304" charset="0"/>
                <a:cs typeface="Times New Roman" panose="02020603050405020304" charset="0"/>
              </a:rPr>
              <a:t>), </a:t>
            </a:r>
            <a:r>
              <a:rPr lang="en-US" dirty="0" err="1">
                <a:latin typeface="Times New Roman" panose="02020603050405020304" charset="0"/>
                <a:cs typeface="Times New Roman" panose="02020603050405020304" charset="0"/>
              </a:rPr>
              <a:t>asminst</a:t>
            </a:r>
            <a:r>
              <a:rPr lang="en-US" dirty="0">
                <a:latin typeface="Times New Roman" panose="02020603050405020304" charset="0"/>
                <a:cs typeface="Times New Roman" panose="02020603050405020304" charset="0"/>
              </a:rPr>
              <a:t>=True, </a:t>
            </a:r>
            <a:r>
              <a:rPr lang="en-US" dirty="0" err="1">
                <a:latin typeface="Times New Roman" panose="02020603050405020304" charset="0"/>
                <a:cs typeface="Times New Roman" panose="02020603050405020304" charset="0"/>
              </a:rPr>
              <a:t>vexinst</a:t>
            </a:r>
            <a:r>
              <a:rPr lang="en-US" dirty="0">
                <a:latin typeface="Times New Roman" panose="02020603050405020304" charset="0"/>
                <a:cs typeface="Times New Roman" panose="02020603050405020304" charset="0"/>
              </a:rPr>
              <a:t>=False)</a:t>
            </a:r>
          </a:p>
          <a:p>
            <a:pPr>
              <a:lnSpc>
                <a:spcPct val="150000"/>
              </a:lnSpc>
            </a:pPr>
            <a:endParaRPr lang="en-US" dirty="0">
              <a:latin typeface="Times New Roman" panose="02020603050405020304" charset="0"/>
              <a:cs typeface="Times New Roman" panose="02020603050405020304" charset="0"/>
            </a:endParaRPr>
          </a:p>
          <a:p>
            <a:pPr>
              <a:lnSpc>
                <a:spcPct val="150000"/>
              </a:lnSpc>
            </a:pPr>
            <a:endParaRPr lang="en-US" dirty="0">
              <a:latin typeface="Times New Roman" panose="02020603050405020304" charset="0"/>
              <a:cs typeface="Times New Roman" panose="02020603050405020304" charset="0"/>
            </a:endParaRPr>
          </a:p>
          <a:p>
            <a:pPr>
              <a:lnSpc>
                <a:spcPct val="150000"/>
              </a:lnSpc>
            </a:pPr>
            <a:r>
              <a:rPr lang="en-US" dirty="0">
                <a:latin typeface="Times New Roman" panose="02020603050405020304" charset="0"/>
                <a:cs typeface="Times New Roman" panose="02020603050405020304" charset="0"/>
              </a:rPr>
              <a:t>analyze(</a:t>
            </a:r>
            <a:r>
              <a:rPr lang="en-US" dirty="0" err="1">
                <a:latin typeface="Times New Roman" panose="02020603050405020304" charset="0"/>
                <a:cs typeface="Times New Roman" panose="02020603050405020304" charset="0"/>
              </a:rPr>
              <a:t>proj</a:t>
            </a:r>
            <a:r>
              <a:rPr lang="en-US" dirty="0">
                <a:latin typeface="Times New Roman" panose="02020603050405020304" charset="0"/>
                <a:cs typeface="Times New Roman" panose="02020603050405020304" charset="0"/>
              </a:rPr>
              <a:t>, "main")</a:t>
            </a:r>
          </a:p>
          <a:p>
            <a:pPr>
              <a:lnSpc>
                <a:spcPct val="150000"/>
              </a:lnSpc>
            </a:pPr>
            <a:r>
              <a:rPr lang="en-US" dirty="0">
                <a:latin typeface="Times New Roman" panose="02020603050405020304" charset="0"/>
                <a:cs typeface="Times New Roman" panose="02020603050405020304" charset="0"/>
              </a:rPr>
              <a:t>analyze(proj2, "main")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9"/>
          <p:cNvSpPr>
            <a:spLocks noGrp="1"/>
          </p:cNvSpPr>
          <p:nvPr>
            <p:custDataLst>
              <p:tags r:id="rId1"/>
            </p:custDataLst>
          </p:nvPr>
        </p:nvSpPr>
        <p:spPr>
          <a:xfrm>
            <a:off x="975360" y="318770"/>
            <a:ext cx="10400030" cy="441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rgbClr val="A728BE"/>
                </a:solidFill>
                <a:latin typeface="Arial" panose="020B0604020202020204" pitchFamily="34" charset="0"/>
                <a:ea typeface="Microsoft YaHei" panose="020B0503020204020204" pitchFamily="34" charset="-122"/>
                <a:cs typeface="+mn-ea"/>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rgbClr val="005CA2"/>
                </a:solidFill>
                <a:latin typeface="Microsoft YaHei" panose="020B0503020204020204" pitchFamily="34" charset="-122"/>
                <a:ea typeface="Microsoft YaHei" panose="020B0503020204020204" pitchFamily="34" charset="-122"/>
                <a:cs typeface="+mn-ea"/>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ysClr val="windowText" lastClr="000000"/>
                </a:solidFill>
                <a:latin typeface="Segoe UI" panose="020B0502040204020203"/>
                <a:ea typeface="微软雅黑 Light" panose="020B0502040204020203" charset="-122"/>
                <a:cs typeface="+mn-ea"/>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9pPr>
          </a:lstStyle>
          <a:p>
            <a:r>
              <a:rPr lang="en-US" altLang="zh-CN" dirty="0"/>
              <a:t>BinDiff</a:t>
            </a:r>
          </a:p>
        </p:txBody>
      </p:sp>
      <p:pic>
        <p:nvPicPr>
          <p:cNvPr id="4" name="Content Placeholder 7"/>
          <p:cNvPicPr>
            <a:picLocks noChangeAspect="1"/>
          </p:cNvPicPr>
          <p:nvPr>
            <p:custDataLst>
              <p:tags r:id="rId2"/>
            </p:custDataLst>
          </p:nvPr>
        </p:nvPicPr>
        <p:blipFill>
          <a:blip r:embed="rId4"/>
          <a:stretch>
            <a:fillRect/>
          </a:stretch>
        </p:blipFill>
        <p:spPr>
          <a:xfrm>
            <a:off x="2719070" y="267970"/>
            <a:ext cx="7338060" cy="839406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0 0 L -0.00140625 -0.509167 " pathEditMode="relative" rAng="0" ptsTypes="">
                                      <p:cBhvr>
                                        <p:cTn id="6" dur="2000" fill="hold"/>
                                        <p:tgtEl>
                                          <p:spTgt spid="4"/>
                                        </p:tgtEl>
                                        <p:attrNameLst>
                                          <p:attrName>ppt_x</p:attrName>
                                          <p:attrName>ppt_y</p:attrName>
                                        </p:attrNameLst>
                                      </p:cBhvr>
                                      <p:rCtr x="100" y="-3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9"/>
          <p:cNvSpPr>
            <a:spLocks noGrp="1"/>
          </p:cNvSpPr>
          <p:nvPr>
            <p:custDataLst>
              <p:tags r:id="rId1"/>
            </p:custDataLst>
          </p:nvPr>
        </p:nvSpPr>
        <p:spPr>
          <a:xfrm>
            <a:off x="975360" y="318770"/>
            <a:ext cx="10400030" cy="441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rgbClr val="A728BE"/>
                </a:solidFill>
                <a:latin typeface="Arial" panose="020B0604020202020204" pitchFamily="34" charset="0"/>
                <a:ea typeface="Microsoft YaHei" panose="020B0503020204020204" pitchFamily="34" charset="-122"/>
                <a:cs typeface="+mn-ea"/>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rgbClr val="005CA2"/>
                </a:solidFill>
                <a:latin typeface="Microsoft YaHei" panose="020B0503020204020204" pitchFamily="34" charset="-122"/>
                <a:ea typeface="Microsoft YaHei" panose="020B0503020204020204" pitchFamily="34" charset="-122"/>
                <a:cs typeface="+mn-ea"/>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ysClr val="windowText" lastClr="000000"/>
                </a:solidFill>
                <a:latin typeface="Segoe UI" panose="020B0502040204020203"/>
                <a:ea typeface="微软雅黑 Light" panose="020B0502040204020203" charset="-122"/>
                <a:cs typeface="+mn-ea"/>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9pPr>
          </a:lstStyle>
          <a:p>
            <a:r>
              <a:rPr lang="en-US" altLang="zh-CN" dirty="0"/>
              <a:t>BinDiff</a:t>
            </a:r>
          </a:p>
        </p:txBody>
      </p:sp>
      <p:pic>
        <p:nvPicPr>
          <p:cNvPr id="5" name="Content Placeholder 10"/>
          <p:cNvPicPr>
            <a:picLocks noChangeAspect="1"/>
          </p:cNvPicPr>
          <p:nvPr>
            <p:custDataLst>
              <p:tags r:id="rId2"/>
            </p:custDataLst>
          </p:nvPr>
        </p:nvPicPr>
        <p:blipFill>
          <a:blip r:embed="rId4"/>
          <a:stretch>
            <a:fillRect/>
          </a:stretch>
        </p:blipFill>
        <p:spPr>
          <a:xfrm>
            <a:off x="3044190" y="121920"/>
            <a:ext cx="7442835" cy="1189418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0 0 L 0.00104167 -0.8075 " pathEditMode="relative" rAng="0" ptsTypes="">
                                      <p:cBhvr>
                                        <p:cTn id="6" dur="2000" fill="hold"/>
                                        <p:tgtEl>
                                          <p:spTgt spid="5"/>
                                        </p:tgtEl>
                                        <p:attrNameLst>
                                          <p:attrName>ppt_x</p:attrName>
                                          <p:attrName>ppt_y</p:attrName>
                                        </p:attrNameLst>
                                      </p:cBhvr>
                                      <p:rCtr x="100" y="-414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9"/>
          <p:cNvSpPr>
            <a:spLocks noGrp="1"/>
          </p:cNvSpPr>
          <p:nvPr>
            <p:custDataLst>
              <p:tags r:id="rId1"/>
            </p:custDataLst>
          </p:nvPr>
        </p:nvSpPr>
        <p:spPr>
          <a:xfrm>
            <a:off x="975360" y="318770"/>
            <a:ext cx="10400030" cy="441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rgbClr val="A728BE"/>
                </a:solidFill>
                <a:latin typeface="Arial" panose="020B0604020202020204" pitchFamily="34" charset="0"/>
                <a:ea typeface="Microsoft YaHei" panose="020B0503020204020204" pitchFamily="34" charset="-122"/>
                <a:cs typeface="+mn-ea"/>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rgbClr val="005CA2"/>
                </a:solidFill>
                <a:latin typeface="Microsoft YaHei" panose="020B0503020204020204" pitchFamily="34" charset="-122"/>
                <a:ea typeface="Microsoft YaHei" panose="020B0503020204020204" pitchFamily="34" charset="-122"/>
                <a:cs typeface="+mn-ea"/>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ysClr val="windowText" lastClr="000000"/>
                </a:solidFill>
                <a:latin typeface="Segoe UI" panose="020B0502040204020203"/>
                <a:ea typeface="微软雅黑 Light" panose="020B0502040204020203" charset="-122"/>
                <a:cs typeface="+mn-ea"/>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9pPr>
          </a:lstStyle>
          <a:p>
            <a:r>
              <a:rPr lang="en-US" altLang="zh-CN" dirty="0"/>
              <a:t>Static Decryptor Detection</a:t>
            </a:r>
          </a:p>
        </p:txBody>
      </p:sp>
      <p:sp>
        <p:nvSpPr>
          <p:cNvPr id="2" name="Text Box 8" descr="7b0a202020202262756c6c6574223a20227b5c2263617465676f727949645c223a31303030362c5c2274656d706c61746549645c223a32303233313234377d222c0a20202020227461726765744964223a202270726f636573734f6e6c696e6542756c6c6574220a7d0a"/>
          <p:cNvSpPr txBox="1">
            <a:spLocks noChangeArrowheads="1"/>
          </p:cNvSpPr>
          <p:nvPr>
            <p:custDataLst>
              <p:tags r:id="rId2"/>
            </p:custDataLst>
          </p:nvPr>
        </p:nvSpPr>
        <p:spPr bwMode="auto">
          <a:xfrm>
            <a:off x="118110" y="1113790"/>
            <a:ext cx="11805920" cy="5031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noAutofit/>
          </a:bodyPr>
          <a:lstStyle>
            <a:defPPr>
              <a:defRPr lang="en-US"/>
            </a:defPPr>
            <a:lvl1pPr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1pPr>
            <a:lvl2pPr marL="4572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2pPr>
            <a:lvl3pPr marL="9144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3pPr>
            <a:lvl4pPr marL="13716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4pPr>
            <a:lvl5pPr marL="1828800" algn="l" rtl="0" eaLnBrk="0" fontAlgn="base" hangingPunct="0">
              <a:spcBef>
                <a:spcPct val="0"/>
              </a:spcBef>
              <a:spcAft>
                <a:spcPct val="0"/>
              </a:spcAft>
              <a:defRPr b="1" kern="1200">
                <a:solidFill>
                  <a:sysClr val="windowText" lastClr="000000"/>
                </a:solidFill>
                <a:latin typeface="Lucida Sans" panose="020B0602030504020204" pitchFamily="34" charset="0"/>
                <a:ea typeface="微软雅黑 Light" panose="020B0502040204020203" charset="-122"/>
                <a:cs typeface="+mn-ea"/>
              </a:defRPr>
            </a:lvl5pPr>
            <a:lvl6pPr marL="22860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6pPr>
            <a:lvl7pPr marL="27432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7pPr>
            <a:lvl8pPr marL="32004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8pPr>
            <a:lvl9pPr marL="3657600" algn="l" defTabSz="914400" rtl="0" eaLnBrk="1" latinLnBrk="0" hangingPunct="1">
              <a:defRPr b="1" kern="1200">
                <a:solidFill>
                  <a:sysClr val="windowText" lastClr="000000"/>
                </a:solidFill>
                <a:latin typeface="Lucida Sans" panose="020B0602030504020204" pitchFamily="34" charset="0"/>
                <a:ea typeface="微软雅黑 Light" panose="020B0502040204020203" charset="-122"/>
                <a:cs typeface="+mn-ea"/>
              </a:defRPr>
            </a:lvl9pPr>
          </a:lstStyle>
          <a:p>
            <a:pPr marL="571500" indent="-495300">
              <a:lnSpc>
                <a:spcPts val="3200"/>
              </a:lnSpc>
              <a:spcBef>
                <a:spcPts val="800"/>
              </a:spcBef>
              <a:buClrTx/>
              <a:buSzPct val="200000"/>
              <a:buFontTx/>
              <a:buBlip>
                <a:blip r:embed="rId5"/>
              </a:buBlip>
              <a:extLst>
                <a:ext uri="{35155182-B16C-46BC-9424-99874614C6A1}">
                  <wpsdc:indentchars xmlns="" xmlns:wpsdc="http://www.wps.cn/officeDocument/2017/drawingmlCustomData" val="-150" checksum="390499218"/>
                  <wpsdc:marlchars xmlns="" xmlns:wpsdc="http://www.wps.cn/officeDocument/2017/drawingmlCustomData" val="250" checksum="1039213347"/>
                </a:ext>
              </a:extLst>
            </a:pPr>
            <a:r>
              <a:rPr lang="en-US" altLang="zh-CN" sz="2600" b="0" dirty="0">
                <a:latin typeface="Arial" panose="020B0604020202020204" pitchFamily="34" charset="0"/>
                <a:cs typeface="Arial" panose="020B0604020202020204" pitchFamily="34" charset="0"/>
                <a:sym typeface="微软雅黑 Light" panose="020B0502040204020203" charset="-122"/>
              </a:rPr>
              <a:t>Static decryptor detection analyzes the behavior of malware that uses encryption or obfuscation to conceal its functionality. This technique involves analyzing the malware sample's static attributes, such as its code or file structure, to detect the presence of encryption or obfuscation routines, and then using these routines to decrypt or deobfuscate the malware's code.</a:t>
            </a:r>
          </a:p>
          <a:p>
            <a:pPr marL="571500" indent="-495300">
              <a:lnSpc>
                <a:spcPts val="3200"/>
              </a:lnSpc>
              <a:spcBef>
                <a:spcPts val="800"/>
              </a:spcBef>
              <a:buClrTx/>
              <a:buSzPct val="200000"/>
              <a:buFontTx/>
              <a:buBlip>
                <a:blip r:embed="rId5"/>
              </a:buBlip>
              <a:extLst>
                <a:ext uri="{35155182-B16C-46BC-9424-99874614C6A1}">
                  <wpsdc:indentchars xmlns="" xmlns:wpsdc="http://www.wps.cn/officeDocument/2017/drawingmlCustomData" val="-150" checksum="390499218"/>
                  <wpsdc:marlchars xmlns="" xmlns:wpsdc="http://www.wps.cn/officeDocument/2017/drawingmlCustomData" val="250" checksum="1039213347"/>
                </a:ext>
              </a:extLst>
            </a:pPr>
            <a:r>
              <a:rPr lang="en-US" altLang="zh-CN" sz="2600" b="0" dirty="0">
                <a:latin typeface="Arial" panose="020B0604020202020204" pitchFamily="34" charset="0"/>
                <a:cs typeface="Arial" panose="020B0604020202020204" pitchFamily="34" charset="0"/>
                <a:sym typeface="微软雅黑 Light" panose="020B0502040204020203" charset="-122"/>
              </a:rPr>
              <a:t>Its goal is to uncover the true behavior and capabilities of a malware sample that has been obscured through encryption or obfuscation. By identifying and understanding the decryption or deobfuscation routines used by the malware, analysts can gain insight into the malware's behavior and develop effective countermeasures to detect and mitigate its effects.</a:t>
            </a:r>
          </a:p>
        </p:txBody>
      </p:sp>
    </p:spTree>
  </p:cSld>
  <p:clrMapOvr>
    <a:masterClrMapping/>
  </p:clrMapOvr>
  <p:extLst>
    <p:ext uri="{6950BFC3-D8DA-4A85-94F7-54DA5524770B}">
      <p188:commentRel xmlns:p188="http://schemas.microsoft.com/office/powerpoint/2018/8/main" r:id="rId4"/>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9"/>
          <p:cNvSpPr>
            <a:spLocks noGrp="1"/>
          </p:cNvSpPr>
          <p:nvPr>
            <p:custDataLst>
              <p:tags r:id="rId1"/>
            </p:custDataLst>
          </p:nvPr>
        </p:nvSpPr>
        <p:spPr>
          <a:xfrm>
            <a:off x="975360" y="318770"/>
            <a:ext cx="10400030" cy="441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rgbClr val="A728BE"/>
                </a:solidFill>
                <a:latin typeface="Arial" panose="020B0604020202020204" pitchFamily="34" charset="0"/>
                <a:ea typeface="Microsoft YaHei" panose="020B0503020204020204" pitchFamily="34" charset="-122"/>
                <a:cs typeface="+mn-ea"/>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rgbClr val="005CA2"/>
                </a:solidFill>
                <a:latin typeface="Microsoft YaHei" panose="020B0503020204020204" pitchFamily="34" charset="-122"/>
                <a:ea typeface="Microsoft YaHei" panose="020B0503020204020204" pitchFamily="34" charset="-122"/>
                <a:cs typeface="+mn-ea"/>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ysClr val="windowText" lastClr="000000"/>
                </a:solidFill>
                <a:latin typeface="Segoe UI" panose="020B0502040204020203"/>
                <a:ea typeface="微软雅黑 Light" panose="020B0502040204020203" charset="-122"/>
                <a:cs typeface="+mn-ea"/>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9pPr>
          </a:lstStyle>
          <a:p>
            <a:r>
              <a:rPr lang="en-US" altLang="zh-CN" dirty="0"/>
              <a:t>Static Decryptor Detection</a:t>
            </a:r>
          </a:p>
        </p:txBody>
      </p:sp>
      <p:grpSp>
        <p:nvGrpSpPr>
          <p:cNvPr id="4" name="组合 3"/>
          <p:cNvGrpSpPr/>
          <p:nvPr/>
        </p:nvGrpSpPr>
        <p:grpSpPr>
          <a:xfrm>
            <a:off x="299720" y="1719580"/>
            <a:ext cx="11242040" cy="3068320"/>
            <a:chOff x="552" y="4340"/>
            <a:chExt cx="17704" cy="4832"/>
          </a:xfrm>
        </p:grpSpPr>
        <p:pic>
          <p:nvPicPr>
            <p:cNvPr id="2" name="Picture 1"/>
            <p:cNvPicPr>
              <a:picLocks noChangeAspect="1"/>
            </p:cNvPicPr>
            <p:nvPr>
              <p:custDataLst>
                <p:tags r:id="rId2"/>
              </p:custDataLst>
            </p:nvPr>
          </p:nvPicPr>
          <p:blipFill>
            <a:blip r:embed="rId5"/>
            <a:stretch>
              <a:fillRect/>
            </a:stretch>
          </p:blipFill>
          <p:spPr>
            <a:xfrm>
              <a:off x="552" y="4340"/>
              <a:ext cx="8504" cy="4832"/>
            </a:xfrm>
            <a:prstGeom prst="rect">
              <a:avLst/>
            </a:prstGeom>
            <a:ln>
              <a:solidFill>
                <a:schemeClr val="bg1">
                  <a:lumMod val="65000"/>
                </a:schemeClr>
              </a:solidFill>
            </a:ln>
            <a:effectLst>
              <a:outerShdw blurRad="50800" dist="38100" dir="2700000" algn="tl" rotWithShape="0">
                <a:prstClr val="black">
                  <a:alpha val="40000"/>
                </a:prstClr>
              </a:outerShdw>
            </a:effectLst>
          </p:spPr>
        </p:pic>
        <p:pic>
          <p:nvPicPr>
            <p:cNvPr id="3" name="Picture 2"/>
            <p:cNvPicPr>
              <a:picLocks noChangeAspect="1"/>
            </p:cNvPicPr>
            <p:nvPr>
              <p:custDataLst>
                <p:tags r:id="rId3"/>
              </p:custDataLst>
            </p:nvPr>
          </p:nvPicPr>
          <p:blipFill>
            <a:blip r:embed="rId6"/>
            <a:stretch>
              <a:fillRect/>
            </a:stretch>
          </p:blipFill>
          <p:spPr>
            <a:xfrm>
              <a:off x="9752" y="4340"/>
              <a:ext cx="8504" cy="4832"/>
            </a:xfrm>
            <a:prstGeom prst="rect">
              <a:avLst/>
            </a:prstGeom>
            <a:ln>
              <a:solidFill>
                <a:schemeClr val="bg1">
                  <a:lumMod val="65000"/>
                </a:schemeClr>
              </a:solidFill>
            </a:ln>
            <a:effectLst>
              <a:outerShdw blurRad="50800" dist="38100" dir="2700000" algn="tl" rotWithShape="0">
                <a:prstClr val="black">
                  <a:alpha val="40000"/>
                </a:prstClr>
              </a:outerShdw>
            </a:effectLst>
          </p:spPr>
        </p:pic>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9"/>
          <p:cNvSpPr>
            <a:spLocks noGrp="1"/>
          </p:cNvSpPr>
          <p:nvPr>
            <p:custDataLst>
              <p:tags r:id="rId1"/>
            </p:custDataLst>
          </p:nvPr>
        </p:nvSpPr>
        <p:spPr>
          <a:xfrm>
            <a:off x="975360" y="318770"/>
            <a:ext cx="10400030" cy="441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rgbClr val="A728BE"/>
                </a:solidFill>
                <a:latin typeface="Arial" panose="020B0604020202020204" pitchFamily="34" charset="0"/>
                <a:ea typeface="Microsoft YaHei" panose="020B0503020204020204" pitchFamily="34" charset="-122"/>
                <a:cs typeface="+mn-ea"/>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rgbClr val="005CA2"/>
                </a:solidFill>
                <a:latin typeface="Microsoft YaHei" panose="020B0503020204020204" pitchFamily="34" charset="-122"/>
                <a:ea typeface="Microsoft YaHei" panose="020B0503020204020204" pitchFamily="34" charset="-122"/>
                <a:cs typeface="+mn-ea"/>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ysClr val="windowText" lastClr="000000"/>
                </a:solidFill>
                <a:latin typeface="Segoe UI" panose="020B0502040204020203"/>
                <a:ea typeface="微软雅黑 Light" panose="020B0502040204020203" charset="-122"/>
                <a:cs typeface="+mn-ea"/>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9pPr>
          </a:lstStyle>
          <a:p>
            <a:r>
              <a:rPr lang="en-US" altLang="zh-CN" dirty="0"/>
              <a:t>Static Decryptor Detection</a:t>
            </a:r>
          </a:p>
        </p:txBody>
      </p:sp>
      <p:pic>
        <p:nvPicPr>
          <p:cNvPr id="4" name="Picture 3"/>
          <p:cNvPicPr>
            <a:picLocks noChangeAspect="1"/>
          </p:cNvPicPr>
          <p:nvPr>
            <p:custDataLst>
              <p:tags r:id="rId2"/>
            </p:custDataLst>
          </p:nvPr>
        </p:nvPicPr>
        <p:blipFill>
          <a:blip r:embed="rId4"/>
          <a:srcRect/>
          <a:stretch>
            <a:fillRect/>
          </a:stretch>
        </p:blipFill>
        <p:spPr>
          <a:xfrm>
            <a:off x="685375" y="1106170"/>
            <a:ext cx="10980000" cy="5559976"/>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9"/>
          <p:cNvSpPr>
            <a:spLocks noGrp="1"/>
          </p:cNvSpPr>
          <p:nvPr>
            <p:custDataLst>
              <p:tags r:id="rId1"/>
            </p:custDataLst>
          </p:nvPr>
        </p:nvSpPr>
        <p:spPr>
          <a:xfrm>
            <a:off x="975360" y="318770"/>
            <a:ext cx="10400030" cy="441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rgbClr val="A728BE"/>
                </a:solidFill>
                <a:latin typeface="Arial" panose="020B0604020202020204" pitchFamily="34" charset="0"/>
                <a:ea typeface="Microsoft YaHei" panose="020B0503020204020204" pitchFamily="34" charset="-122"/>
                <a:cs typeface="+mn-ea"/>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rgbClr val="005CA2"/>
                </a:solidFill>
                <a:latin typeface="Microsoft YaHei" panose="020B0503020204020204" pitchFamily="34" charset="-122"/>
                <a:ea typeface="Microsoft YaHei" panose="020B0503020204020204" pitchFamily="34" charset="-122"/>
                <a:cs typeface="+mn-ea"/>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ysClr val="windowText" lastClr="000000"/>
                </a:solidFill>
                <a:latin typeface="Segoe UI" panose="020B0502040204020203"/>
                <a:ea typeface="微软雅黑 Light" panose="020B0502040204020203" charset="-122"/>
                <a:cs typeface="+mn-ea"/>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9pPr>
          </a:lstStyle>
          <a:p>
            <a:r>
              <a:rPr lang="en-US" altLang="zh-CN" dirty="0"/>
              <a:t>Static Decryptor Detection</a:t>
            </a:r>
          </a:p>
        </p:txBody>
      </p:sp>
      <p:pic>
        <p:nvPicPr>
          <p:cNvPr id="2" name="Picture 1"/>
          <p:cNvPicPr>
            <a:picLocks noChangeAspect="1"/>
          </p:cNvPicPr>
          <p:nvPr>
            <p:custDataLst>
              <p:tags r:id="rId2"/>
            </p:custDataLst>
          </p:nvPr>
        </p:nvPicPr>
        <p:blipFill>
          <a:blip r:embed="rId4"/>
          <a:stretch>
            <a:fillRect/>
          </a:stretch>
        </p:blipFill>
        <p:spPr>
          <a:xfrm>
            <a:off x="1448710" y="875030"/>
            <a:ext cx="9294579" cy="5832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9"/>
          <p:cNvSpPr>
            <a:spLocks noGrp="1"/>
          </p:cNvSpPr>
          <p:nvPr>
            <p:custDataLst>
              <p:tags r:id="rId1"/>
            </p:custDataLst>
          </p:nvPr>
        </p:nvSpPr>
        <p:spPr>
          <a:xfrm>
            <a:off x="975360" y="318770"/>
            <a:ext cx="10400030" cy="441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rgbClr val="A728BE"/>
                </a:solidFill>
                <a:latin typeface="Arial" panose="020B0604020202020204" pitchFamily="34" charset="0"/>
                <a:ea typeface="Microsoft YaHei" panose="020B0503020204020204" pitchFamily="34" charset="-122"/>
                <a:cs typeface="+mn-ea"/>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rgbClr val="005CA2"/>
                </a:solidFill>
                <a:latin typeface="Microsoft YaHei" panose="020B0503020204020204" pitchFamily="34" charset="-122"/>
                <a:ea typeface="Microsoft YaHei" panose="020B0503020204020204" pitchFamily="34" charset="-122"/>
                <a:cs typeface="+mn-ea"/>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ysClr val="windowText" lastClr="000000"/>
                </a:solidFill>
                <a:latin typeface="Segoe UI" panose="020B0502040204020203"/>
                <a:ea typeface="微软雅黑 Light" panose="020B0502040204020203" charset="-122"/>
                <a:cs typeface="+mn-ea"/>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9pPr>
          </a:lstStyle>
          <a:p>
            <a:r>
              <a:rPr lang="en-US" altLang="zh-CN" dirty="0"/>
              <a:t>Image Based Method</a:t>
            </a:r>
          </a:p>
        </p:txBody>
      </p:sp>
      <p:grpSp>
        <p:nvGrpSpPr>
          <p:cNvPr id="9" name="组合 8"/>
          <p:cNvGrpSpPr/>
          <p:nvPr/>
        </p:nvGrpSpPr>
        <p:grpSpPr>
          <a:xfrm>
            <a:off x="1242060" y="1957705"/>
            <a:ext cx="9707880" cy="3500120"/>
            <a:chOff x="2295" y="3083"/>
            <a:chExt cx="15288" cy="5512"/>
          </a:xfrm>
        </p:grpSpPr>
        <p:sp>
          <p:nvSpPr>
            <p:cNvPr id="2" name="矩形 1"/>
            <p:cNvSpPr/>
            <p:nvPr>
              <p:custDataLst>
                <p:tags r:id="rId2"/>
              </p:custDataLst>
            </p:nvPr>
          </p:nvSpPr>
          <p:spPr>
            <a:xfrm>
              <a:off x="2295" y="3083"/>
              <a:ext cx="15288" cy="5513"/>
            </a:xfrm>
            <a:prstGeom prst="rect">
              <a:avLst/>
            </a:prstGeom>
            <a:solidFill>
              <a:srgbClr val="C251DB"/>
            </a:solidFill>
            <a:ln>
              <a:noFill/>
            </a:ln>
          </p:spPr>
          <p:style>
            <a:lnRef idx="2">
              <a:schemeClr val="accent1">
                <a:shade val="50000"/>
              </a:schemeClr>
            </a:lnRef>
            <a:fillRef idx="1">
              <a:schemeClr val="accent1"/>
            </a:fillRef>
            <a:effectRef idx="0">
              <a:schemeClr val="accent1"/>
            </a:effectRef>
            <a:fontRef idx="minor">
              <a:schemeClr val="lt1"/>
            </a:fontRef>
          </p:style>
          <p:txBody>
            <a:bodyPr rot="0" vertOverflow="overflow" horzOverflow="overflow" vert="horz" wrap="square" lIns="91440" tIns="45720" rIns="91440" bIns="45720" numCol="1" spcCol="0" rtlCol="0" fromWordArt="0" anchor="ctr" anchorCtr="0" compatLnSpc="1">
              <a:noAutofit/>
            </a:bodyPr>
            <a:lstStyle/>
            <a:p>
              <a:pPr algn="ctr"/>
              <a:endParaRPr lang="zh-CN" altLang="en-US" dirty="0">
                <a:latin typeface="Times New Roman" panose="02020603050405020304" charset="0"/>
                <a:ea typeface="阿里巴巴普惠体 R" panose="00020600040101010101" pitchFamily="18" charset="-122"/>
                <a:cs typeface="Times New Roman" panose="02020603050405020304" charset="0"/>
              </a:endParaRPr>
            </a:p>
          </p:txBody>
        </p:sp>
        <p:sp>
          <p:nvSpPr>
            <p:cNvPr id="4" name="矩形 3"/>
            <p:cNvSpPr/>
            <p:nvPr>
              <p:custDataLst>
                <p:tags r:id="rId3"/>
              </p:custDataLst>
            </p:nvPr>
          </p:nvSpPr>
          <p:spPr>
            <a:xfrm>
              <a:off x="2438" y="3148"/>
              <a:ext cx="14954" cy="52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vertOverflow="overflow" horzOverflow="overflow" vert="horz" wrap="square" lIns="91440" tIns="45720" rIns="91440" bIns="45720" numCol="1" spcCol="0" rtlCol="0" fromWordArt="0" anchor="ctr" anchorCtr="0" compatLnSpc="1">
              <a:noAutofit/>
            </a:bodyPr>
            <a:lstStyle/>
            <a:p>
              <a:pPr algn="ctr"/>
              <a:endParaRPr lang="zh-CN" altLang="en-US" dirty="0">
                <a:latin typeface="Times New Roman" panose="02020603050405020304" charset="0"/>
                <a:ea typeface="阿里巴巴普惠体 R" panose="00020600040101010101" pitchFamily="18" charset="-122"/>
                <a:cs typeface="Times New Roman" panose="02020603050405020304" charset="0"/>
              </a:endParaRPr>
            </a:p>
          </p:txBody>
        </p:sp>
        <p:sp>
          <p:nvSpPr>
            <p:cNvPr id="7" name="矩形 6"/>
            <p:cNvSpPr/>
            <p:nvPr>
              <p:custDataLst>
                <p:tags r:id="rId4"/>
              </p:custDataLst>
            </p:nvPr>
          </p:nvSpPr>
          <p:spPr>
            <a:xfrm>
              <a:off x="2628" y="3408"/>
              <a:ext cx="14663" cy="4890"/>
            </a:xfrm>
            <a:prstGeom prst="rect">
              <a:avLst/>
            </a:prstGeom>
            <a:noFill/>
            <a:ln w="9525">
              <a:noFill/>
            </a:ln>
          </p:spPr>
          <p:txBody>
            <a:bodyPr lIns="92075" tIns="46038" rIns="92075" bIns="46038"/>
            <a:lstStyle>
              <a:lvl1pPr marL="342900" lvl="0" indent="-342900" algn="l" defTabSz="914400" rtl="0" eaLnBrk="0" fontAlgn="base" latinLnBrk="0" hangingPunct="0">
                <a:lnSpc>
                  <a:spcPct val="100000"/>
                </a:lnSpc>
                <a:spcBef>
                  <a:spcPct val="20000"/>
                </a:spcBef>
                <a:spcAft>
                  <a:spcPct val="0"/>
                </a:spcAft>
                <a:buChar char="•"/>
                <a:defRPr sz="3200" u="none" kern="1200" baseline="0">
                  <a:solidFill>
                    <a:schemeClr val="tx1"/>
                  </a:solidFill>
                  <a:latin typeface="Times New Roman" panose="02020603050405020304" charset="0"/>
                </a:defRPr>
              </a:lvl1pPr>
              <a:lvl2pPr marL="742950" lvl="1" indent="-285750" algn="l" defTabSz="914400" rtl="0" eaLnBrk="0" fontAlgn="base" latinLnBrk="0" hangingPunct="0">
                <a:lnSpc>
                  <a:spcPct val="100000"/>
                </a:lnSpc>
                <a:spcBef>
                  <a:spcPct val="20000"/>
                </a:spcBef>
                <a:spcAft>
                  <a:spcPct val="0"/>
                </a:spcAft>
                <a:buChar char="–"/>
                <a:defRPr sz="2800" b="0" i="0" u="none" kern="1200" baseline="0">
                  <a:solidFill>
                    <a:schemeClr val="tx1"/>
                  </a:solidFill>
                  <a:latin typeface="Times New Roman" panose="02020603050405020304" charset="0"/>
                </a:defRPr>
              </a:lvl2pPr>
              <a:lvl3pPr marL="1143000" lvl="2" indent="-228600" algn="l" defTabSz="914400" rtl="0" eaLnBrk="0" fontAlgn="base" latinLnBrk="0" hangingPunct="0">
                <a:lnSpc>
                  <a:spcPct val="100000"/>
                </a:lnSpc>
                <a:spcBef>
                  <a:spcPct val="20000"/>
                </a:spcBef>
                <a:spcAft>
                  <a:spcPct val="0"/>
                </a:spcAft>
                <a:buChar char="•"/>
                <a:defRPr sz="2400" b="0" i="0" u="none" kern="1200" baseline="0">
                  <a:solidFill>
                    <a:schemeClr val="tx1"/>
                  </a:solidFill>
                  <a:latin typeface="Times New Roman" panose="02020603050405020304" charset="0"/>
                </a:defRPr>
              </a:lvl3pPr>
              <a:lvl4pPr marL="1600200" lvl="3"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charset="0"/>
                </a:defRPr>
              </a:lvl4pPr>
              <a:lvl5pPr marL="2057400" lvl="4" indent="-228600" algn="l" defTabSz="914400" rtl="0" eaLnBrk="0" fontAlgn="base" latinLnBrk="0" hangingPunct="0">
                <a:lnSpc>
                  <a:spcPct val="100000"/>
                </a:lnSpc>
                <a:spcBef>
                  <a:spcPct val="20000"/>
                </a:spcBef>
                <a:spcAft>
                  <a:spcPct val="0"/>
                </a:spcAft>
                <a:buChar char="»"/>
                <a:defRPr sz="2000" b="0" i="0" u="none" kern="1200" baseline="0">
                  <a:solidFill>
                    <a:schemeClr val="tx1"/>
                  </a:solidFill>
                  <a:latin typeface="Times New Roman" panose="02020603050405020304" charset="0"/>
                </a:defRPr>
              </a:lvl5pPr>
            </a:lstStyle>
            <a:p>
              <a:pPr marL="571500" lvl="0" indent="-571500">
                <a:lnSpc>
                  <a:spcPts val="4600"/>
                </a:lnSpc>
                <a:spcBef>
                  <a:spcPts val="0"/>
                </a:spcBef>
                <a:buSzPct val="100000"/>
                <a:buFont typeface="Wingdings" panose="05000000000000000000" charset="0"/>
                <a:buChar char="q"/>
                <a:extLst>
                  <a:ext uri="{35155182-B16C-46BC-9424-99874614C6A1}">
                    <wpsdc:indentchars xmlns="" xmlns:wpsdc="http://www.wps.cn/officeDocument/2017/drawingmlCustomData" val="-150" checksum="1568234514"/>
                    <wpsdc:marlchars xmlns="" xmlns:wpsdc="http://www.wps.cn/officeDocument/2017/drawingmlCustomData" val="250" checksum="1039213347"/>
                  </a:ext>
                </a:extLst>
              </a:pPr>
              <a:r>
                <a:rPr lang="en-US" altLang="zh-CN" sz="3000" dirty="0">
                  <a:solidFill>
                    <a:schemeClr val="tx1"/>
                  </a:solidFill>
                  <a:latin typeface="Arial" panose="020B0604020202020204" pitchFamily="34" charset="0"/>
                  <a:cs typeface="Arial" panose="020B0604020202020204" pitchFamily="34" charset="0"/>
                </a:rPr>
                <a:t>Image-based malware detection is a technique used to identify malware  as an image file. This technique involves analyzing the contents of the image file to detect any embedded malicious code or hidden payloads.</a:t>
              </a:r>
            </a:p>
          </p:txBody>
        </p:sp>
      </p:grpSp>
    </p:spTree>
  </p:cSld>
  <p:clrMapOvr>
    <a:masterClrMapping/>
  </p:clrMapOvr>
  <p:extLst>
    <p:ext uri="{6950BFC3-D8DA-4A85-94F7-54DA5524770B}">
      <p188:commentRel xmlns:p188="http://schemas.microsoft.com/office/powerpoint/2018/8/main" r:id="rId6"/>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9"/>
          <p:cNvSpPr>
            <a:spLocks noGrp="1"/>
          </p:cNvSpPr>
          <p:nvPr>
            <p:custDataLst>
              <p:tags r:id="rId1"/>
            </p:custDataLst>
          </p:nvPr>
        </p:nvSpPr>
        <p:spPr>
          <a:xfrm>
            <a:off x="975360" y="318770"/>
            <a:ext cx="10400030" cy="441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rgbClr val="A728BE"/>
                </a:solidFill>
                <a:latin typeface="Arial" panose="020B0604020202020204" pitchFamily="34" charset="0"/>
                <a:ea typeface="Microsoft YaHei" panose="020B0503020204020204" pitchFamily="34" charset="-122"/>
                <a:cs typeface="+mn-ea"/>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rgbClr val="005CA2"/>
                </a:solidFill>
                <a:latin typeface="Microsoft YaHei" panose="020B0503020204020204" pitchFamily="34" charset="-122"/>
                <a:ea typeface="Microsoft YaHei" panose="020B0503020204020204" pitchFamily="34" charset="-122"/>
                <a:cs typeface="+mn-ea"/>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ysClr val="windowText" lastClr="000000"/>
                </a:solidFill>
                <a:latin typeface="Segoe UI" panose="020B0502040204020203"/>
                <a:ea typeface="微软雅黑 Light" panose="020B0502040204020203" charset="-122"/>
                <a:cs typeface="+mn-ea"/>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9pPr>
          </a:lstStyle>
          <a:p>
            <a:r>
              <a:rPr lang="en-US" altLang="zh-CN" dirty="0"/>
              <a:t>Malware Samples to Images</a:t>
            </a:r>
          </a:p>
        </p:txBody>
      </p:sp>
      <p:sp>
        <p:nvSpPr>
          <p:cNvPr id="77" name="空心弧 76"/>
          <p:cNvSpPr/>
          <p:nvPr>
            <p:custDataLst>
              <p:tags r:id="rId2"/>
            </p:custDataLst>
          </p:nvPr>
        </p:nvSpPr>
        <p:spPr>
          <a:xfrm rot="5400000">
            <a:off x="3350895" y="2373630"/>
            <a:ext cx="4131310" cy="3348990"/>
          </a:xfrm>
          <a:prstGeom prst="blockArc">
            <a:avLst>
              <a:gd name="adj1" fmla="val 12090963"/>
              <a:gd name="adj2" fmla="val 20371690"/>
              <a:gd name="adj3" fmla="val 1042"/>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1" tIns="45716" rIns="91431" bIns="45716"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765" fontAlgn="auto">
              <a:spcBef>
                <a:spcPts val="0"/>
              </a:spcBef>
              <a:spcAft>
                <a:spcPts val="0"/>
              </a:spcAft>
              <a:defRPr/>
            </a:pPr>
            <a:endParaRPr lang="zh-CN" altLang="en-US" sz="2490">
              <a:solidFill>
                <a:schemeClr val="tx1"/>
              </a:solidFill>
              <a:cs typeface="+mn-ea"/>
              <a:sym typeface="+mn-lt"/>
            </a:endParaRPr>
          </a:p>
        </p:txBody>
      </p:sp>
      <p:grpSp>
        <p:nvGrpSpPr>
          <p:cNvPr id="2" name="组合 1"/>
          <p:cNvGrpSpPr/>
          <p:nvPr/>
        </p:nvGrpSpPr>
        <p:grpSpPr>
          <a:xfrm>
            <a:off x="291782" y="1493520"/>
            <a:ext cx="11608435" cy="4297680"/>
            <a:chOff x="239" y="2352"/>
            <a:chExt cx="18281" cy="6768"/>
          </a:xfrm>
        </p:grpSpPr>
        <p:pic>
          <p:nvPicPr>
            <p:cNvPr id="3" name="table"/>
            <p:cNvPicPr>
              <a:picLocks noChangeAspect="1"/>
            </p:cNvPicPr>
            <p:nvPr>
              <p:custDataLst>
                <p:tags r:id="rId3"/>
              </p:custDataLst>
            </p:nvPr>
          </p:nvPicPr>
          <p:blipFill>
            <a:blip r:embed="rId19"/>
            <a:stretch>
              <a:fillRect/>
            </a:stretch>
          </p:blipFill>
          <p:spPr>
            <a:xfrm>
              <a:off x="239" y="3630"/>
              <a:ext cx="9528" cy="5490"/>
            </a:xfrm>
            <a:prstGeom prst="rect">
              <a:avLst/>
            </a:prstGeom>
          </p:spPr>
        </p:pic>
        <p:sp>
          <p:nvSpPr>
            <p:cNvPr id="5" name="文本框 4"/>
            <p:cNvSpPr txBox="1"/>
            <p:nvPr>
              <p:custDataLst>
                <p:tags r:id="rId4"/>
              </p:custDataLst>
            </p:nvPr>
          </p:nvSpPr>
          <p:spPr>
            <a:xfrm>
              <a:off x="240" y="2352"/>
              <a:ext cx="9528" cy="111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000" b="1" dirty="0">
                  <a:latin typeface="Arial" panose="020B0604020202020204" pitchFamily="34" charset="0"/>
                  <a:cs typeface="Arial" panose="020B0604020202020204" pitchFamily="34" charset="0"/>
                </a:rPr>
                <a:t>Correspondence between the malware sample file size and the converted imaged width</a:t>
              </a:r>
            </a:p>
          </p:txBody>
        </p:sp>
        <p:sp>
          <p:nvSpPr>
            <p:cNvPr id="89" name="椭圆 88"/>
            <p:cNvSpPr/>
            <p:nvPr>
              <p:custDataLst>
                <p:tags r:id="rId5"/>
              </p:custDataLst>
            </p:nvPr>
          </p:nvSpPr>
          <p:spPr>
            <a:xfrm rot="5400000">
              <a:off x="10424" y="4404"/>
              <a:ext cx="771" cy="771"/>
            </a:xfrm>
            <a:prstGeom prst="ellipse">
              <a:avLst/>
            </a:prstGeom>
            <a:solidFill>
              <a:srgbClr val="F89406">
                <a:alpha val="66000"/>
              </a:srgbClr>
            </a:solidFill>
            <a:ln>
              <a:noFill/>
            </a:ln>
            <a:effectLst>
              <a:softEdge rad="0"/>
            </a:effectLst>
          </p:spPr>
          <p:style>
            <a:lnRef idx="2">
              <a:srgbClr val="6699FF">
                <a:shade val="50000"/>
              </a:srgbClr>
            </a:lnRef>
            <a:fillRef idx="1">
              <a:srgbClr val="6699FF"/>
            </a:fillRef>
            <a:effectRef idx="0">
              <a:srgbClr val="6699FF"/>
            </a:effectRef>
            <a:fontRef idx="minor">
              <a:sysClr val="window" lastClr="FFFFFF"/>
            </a:fontRef>
          </p:style>
          <p:txBody>
            <a:bodyPr rtlCol="0" anchor="ctr"/>
            <a:lstStyle>
              <a:defPPr>
                <a:defRPr lang="zh-CN"/>
              </a:defPPr>
              <a:lvl1pPr marL="0" algn="l" defTabSz="914400" rtl="0" eaLnBrk="1" latinLnBrk="0" hangingPunct="1">
                <a:defRPr sz="1800" kern="1200">
                  <a:solidFill>
                    <a:sysClr val="window" lastClr="FFFFFF"/>
                  </a:solidFill>
                  <a:latin typeface="+mn-lt"/>
                  <a:ea typeface="+mn-ea"/>
                  <a:cs typeface="+mn-cs"/>
                </a:defRPr>
              </a:lvl1pPr>
              <a:lvl2pPr marL="457200" algn="l" defTabSz="914400" rtl="0" eaLnBrk="1" latinLnBrk="0" hangingPunct="1">
                <a:defRPr sz="1800" kern="1200">
                  <a:solidFill>
                    <a:sysClr val="window" lastClr="FFFFFF"/>
                  </a:solidFill>
                  <a:latin typeface="+mn-lt"/>
                  <a:ea typeface="+mn-ea"/>
                  <a:cs typeface="+mn-cs"/>
                </a:defRPr>
              </a:lvl2pPr>
              <a:lvl3pPr marL="914400" algn="l" defTabSz="914400" rtl="0" eaLnBrk="1" latinLnBrk="0" hangingPunct="1">
                <a:defRPr sz="1800" kern="1200">
                  <a:solidFill>
                    <a:sysClr val="window" lastClr="FFFFFF"/>
                  </a:solidFill>
                  <a:latin typeface="+mn-lt"/>
                  <a:ea typeface="+mn-ea"/>
                  <a:cs typeface="+mn-cs"/>
                </a:defRPr>
              </a:lvl3pPr>
              <a:lvl4pPr marL="1371600" algn="l" defTabSz="914400" rtl="0" eaLnBrk="1" latinLnBrk="0" hangingPunct="1">
                <a:defRPr sz="1800" kern="1200">
                  <a:solidFill>
                    <a:sysClr val="window" lastClr="FFFFFF"/>
                  </a:solidFill>
                  <a:latin typeface="+mn-lt"/>
                  <a:ea typeface="+mn-ea"/>
                  <a:cs typeface="+mn-cs"/>
                </a:defRPr>
              </a:lvl4pPr>
              <a:lvl5pPr marL="1828800" algn="l" defTabSz="914400" rtl="0" eaLnBrk="1" latinLnBrk="0" hangingPunct="1">
                <a:defRPr sz="1800" kern="1200">
                  <a:solidFill>
                    <a:sysClr val="window" lastClr="FFFFFF"/>
                  </a:solidFill>
                  <a:latin typeface="+mn-lt"/>
                  <a:ea typeface="+mn-ea"/>
                  <a:cs typeface="+mn-cs"/>
                </a:defRPr>
              </a:lvl5pPr>
              <a:lvl6pPr marL="2286000" algn="l" defTabSz="914400" rtl="0" eaLnBrk="1" latinLnBrk="0" hangingPunct="1">
                <a:defRPr sz="1800" kern="1200">
                  <a:solidFill>
                    <a:sysClr val="window" lastClr="FFFFFF"/>
                  </a:solidFill>
                  <a:latin typeface="+mn-lt"/>
                  <a:ea typeface="+mn-ea"/>
                  <a:cs typeface="+mn-cs"/>
                </a:defRPr>
              </a:lvl6pPr>
              <a:lvl7pPr marL="2743200" algn="l" defTabSz="914400" rtl="0" eaLnBrk="1" latinLnBrk="0" hangingPunct="1">
                <a:defRPr sz="1800" kern="1200">
                  <a:solidFill>
                    <a:sysClr val="window" lastClr="FFFFFF"/>
                  </a:solidFill>
                  <a:latin typeface="+mn-lt"/>
                  <a:ea typeface="+mn-ea"/>
                  <a:cs typeface="+mn-cs"/>
                </a:defRPr>
              </a:lvl7pPr>
              <a:lvl8pPr marL="3200400" algn="l" defTabSz="914400" rtl="0" eaLnBrk="1" latinLnBrk="0" hangingPunct="1">
                <a:defRPr sz="1800" kern="1200">
                  <a:solidFill>
                    <a:sysClr val="window" lastClr="FFFFFF"/>
                  </a:solidFill>
                  <a:latin typeface="+mn-lt"/>
                  <a:ea typeface="+mn-ea"/>
                  <a:cs typeface="+mn-cs"/>
                </a:defRPr>
              </a:lvl8pPr>
              <a:lvl9pPr marL="3657600" algn="l" defTabSz="914400" rtl="0" eaLnBrk="1" latinLnBrk="0" hangingPunct="1">
                <a:defRPr sz="1800" kern="1200">
                  <a:solidFill>
                    <a:sysClr val="window" lastClr="FFFFFF"/>
                  </a:solidFill>
                  <a:latin typeface="+mn-lt"/>
                  <a:ea typeface="+mn-ea"/>
                  <a:cs typeface="+mn-cs"/>
                </a:defRPr>
              </a:lvl9pPr>
            </a:lstStyle>
            <a:p>
              <a:pPr algn="ctr"/>
              <a:endParaRPr lang="zh-CN" altLang="en-US"/>
            </a:p>
          </p:txBody>
        </p:sp>
        <p:sp>
          <p:nvSpPr>
            <p:cNvPr id="90" name="椭圆 89"/>
            <p:cNvSpPr/>
            <p:nvPr>
              <p:custDataLst>
                <p:tags r:id="rId6"/>
              </p:custDataLst>
            </p:nvPr>
          </p:nvSpPr>
          <p:spPr>
            <a:xfrm rot="5400000">
              <a:off x="10560" y="4540"/>
              <a:ext cx="498" cy="498"/>
            </a:xfrm>
            <a:prstGeom prst="ellipse">
              <a:avLst/>
            </a:prstGeom>
            <a:solidFill>
              <a:srgbClr val="F89406"/>
            </a:solidFill>
            <a:ln>
              <a:noFill/>
            </a:ln>
          </p:spPr>
          <p:style>
            <a:lnRef idx="2">
              <a:srgbClr val="6699FF">
                <a:shade val="50000"/>
              </a:srgbClr>
            </a:lnRef>
            <a:fillRef idx="1">
              <a:srgbClr val="6699FF"/>
            </a:fillRef>
            <a:effectRef idx="0">
              <a:srgbClr val="6699FF"/>
            </a:effectRef>
            <a:fontRef idx="minor">
              <a:sysClr val="window" lastClr="FFFFFF"/>
            </a:fontRef>
          </p:style>
          <p:txBody>
            <a:bodyPr rtlCol="0" anchor="ctr"/>
            <a:lstStyle>
              <a:defPPr>
                <a:defRPr lang="zh-CN"/>
              </a:defPPr>
              <a:lvl1pPr marL="0" algn="l" defTabSz="914400" rtl="0" eaLnBrk="1" latinLnBrk="0" hangingPunct="1">
                <a:defRPr sz="1800" kern="1200">
                  <a:solidFill>
                    <a:sysClr val="window" lastClr="FFFFFF"/>
                  </a:solidFill>
                  <a:latin typeface="+mn-lt"/>
                  <a:ea typeface="+mn-ea"/>
                  <a:cs typeface="+mn-cs"/>
                </a:defRPr>
              </a:lvl1pPr>
              <a:lvl2pPr marL="457200" algn="l" defTabSz="914400" rtl="0" eaLnBrk="1" latinLnBrk="0" hangingPunct="1">
                <a:defRPr sz="1800" kern="1200">
                  <a:solidFill>
                    <a:sysClr val="window" lastClr="FFFFFF"/>
                  </a:solidFill>
                  <a:latin typeface="+mn-lt"/>
                  <a:ea typeface="+mn-ea"/>
                  <a:cs typeface="+mn-cs"/>
                </a:defRPr>
              </a:lvl2pPr>
              <a:lvl3pPr marL="914400" algn="l" defTabSz="914400" rtl="0" eaLnBrk="1" latinLnBrk="0" hangingPunct="1">
                <a:defRPr sz="1800" kern="1200">
                  <a:solidFill>
                    <a:sysClr val="window" lastClr="FFFFFF"/>
                  </a:solidFill>
                  <a:latin typeface="+mn-lt"/>
                  <a:ea typeface="+mn-ea"/>
                  <a:cs typeface="+mn-cs"/>
                </a:defRPr>
              </a:lvl3pPr>
              <a:lvl4pPr marL="1371600" algn="l" defTabSz="914400" rtl="0" eaLnBrk="1" latinLnBrk="0" hangingPunct="1">
                <a:defRPr sz="1800" kern="1200">
                  <a:solidFill>
                    <a:sysClr val="window" lastClr="FFFFFF"/>
                  </a:solidFill>
                  <a:latin typeface="+mn-lt"/>
                  <a:ea typeface="+mn-ea"/>
                  <a:cs typeface="+mn-cs"/>
                </a:defRPr>
              </a:lvl4pPr>
              <a:lvl5pPr marL="1828800" algn="l" defTabSz="914400" rtl="0" eaLnBrk="1" latinLnBrk="0" hangingPunct="1">
                <a:defRPr sz="1800" kern="1200">
                  <a:solidFill>
                    <a:sysClr val="window" lastClr="FFFFFF"/>
                  </a:solidFill>
                  <a:latin typeface="+mn-lt"/>
                  <a:ea typeface="+mn-ea"/>
                  <a:cs typeface="+mn-cs"/>
                </a:defRPr>
              </a:lvl5pPr>
              <a:lvl6pPr marL="2286000" algn="l" defTabSz="914400" rtl="0" eaLnBrk="1" latinLnBrk="0" hangingPunct="1">
                <a:defRPr sz="1800" kern="1200">
                  <a:solidFill>
                    <a:sysClr val="window" lastClr="FFFFFF"/>
                  </a:solidFill>
                  <a:latin typeface="+mn-lt"/>
                  <a:ea typeface="+mn-ea"/>
                  <a:cs typeface="+mn-cs"/>
                </a:defRPr>
              </a:lvl6pPr>
              <a:lvl7pPr marL="2743200" algn="l" defTabSz="914400" rtl="0" eaLnBrk="1" latinLnBrk="0" hangingPunct="1">
                <a:defRPr sz="1800" kern="1200">
                  <a:solidFill>
                    <a:sysClr val="window" lastClr="FFFFFF"/>
                  </a:solidFill>
                  <a:latin typeface="+mn-lt"/>
                  <a:ea typeface="+mn-ea"/>
                  <a:cs typeface="+mn-cs"/>
                </a:defRPr>
              </a:lvl7pPr>
              <a:lvl8pPr marL="3200400" algn="l" defTabSz="914400" rtl="0" eaLnBrk="1" latinLnBrk="0" hangingPunct="1">
                <a:defRPr sz="1800" kern="1200">
                  <a:solidFill>
                    <a:sysClr val="window" lastClr="FFFFFF"/>
                  </a:solidFill>
                  <a:latin typeface="+mn-lt"/>
                  <a:ea typeface="+mn-ea"/>
                  <a:cs typeface="+mn-cs"/>
                </a:defRPr>
              </a:lvl8pPr>
              <a:lvl9pPr marL="3657600" algn="l" defTabSz="914400" rtl="0" eaLnBrk="1" latinLnBrk="0" hangingPunct="1">
                <a:defRPr sz="1800" kern="1200">
                  <a:solidFill>
                    <a:sysClr val="window" lastClr="FFFFFF"/>
                  </a:solidFill>
                  <a:latin typeface="+mn-lt"/>
                  <a:ea typeface="+mn-ea"/>
                  <a:cs typeface="+mn-cs"/>
                </a:defRPr>
              </a:lvl9pPr>
            </a:lstStyle>
            <a:p>
              <a:pPr algn="ctr"/>
              <a:endParaRPr lang="zh-CN" altLang="en-US"/>
            </a:p>
          </p:txBody>
        </p:sp>
        <p:cxnSp>
          <p:nvCxnSpPr>
            <p:cNvPr id="91" name="直接连接符 90"/>
            <p:cNvCxnSpPr/>
            <p:nvPr>
              <p:custDataLst>
                <p:tags r:id="rId7"/>
              </p:custDataLst>
            </p:nvPr>
          </p:nvCxnSpPr>
          <p:spPr>
            <a:xfrm rot="5400000">
              <a:off x="12108" y="3883"/>
              <a:ext cx="0" cy="1814"/>
            </a:xfrm>
            <a:prstGeom prst="line">
              <a:avLst/>
            </a:prstGeom>
            <a:ln w="19050">
              <a:solidFill>
                <a:srgbClr val="F89406"/>
              </a:solidFill>
            </a:ln>
          </p:spPr>
          <p:style>
            <a:lnRef idx="1">
              <a:srgbClr val="6699FF"/>
            </a:lnRef>
            <a:fillRef idx="0">
              <a:srgbClr val="6699FF"/>
            </a:fillRef>
            <a:effectRef idx="0">
              <a:srgbClr val="6699FF"/>
            </a:effectRef>
            <a:fontRef idx="minor">
              <a:srgbClr val="2F2F2F"/>
            </a:fontRef>
          </p:style>
        </p:cxnSp>
        <p:sp>
          <p:nvSpPr>
            <p:cNvPr id="105" name="椭圆 104"/>
            <p:cNvSpPr/>
            <p:nvPr>
              <p:custDataLst>
                <p:tags r:id="rId8"/>
              </p:custDataLst>
            </p:nvPr>
          </p:nvSpPr>
          <p:spPr>
            <a:xfrm rot="5400000">
              <a:off x="10510" y="7364"/>
              <a:ext cx="771" cy="771"/>
            </a:xfrm>
            <a:prstGeom prst="ellipse">
              <a:avLst/>
            </a:prstGeom>
            <a:solidFill>
              <a:srgbClr val="FA4A3C">
                <a:alpha val="66000"/>
              </a:srgbClr>
            </a:solidFill>
            <a:ln>
              <a:noFill/>
            </a:ln>
            <a:effectLst>
              <a:softEdge rad="0"/>
            </a:effectLst>
          </p:spPr>
          <p:style>
            <a:lnRef idx="2">
              <a:srgbClr val="6699FF">
                <a:shade val="50000"/>
              </a:srgbClr>
            </a:lnRef>
            <a:fillRef idx="1">
              <a:srgbClr val="6699FF"/>
            </a:fillRef>
            <a:effectRef idx="0">
              <a:srgbClr val="6699FF"/>
            </a:effectRef>
            <a:fontRef idx="minor">
              <a:sysClr val="window" lastClr="FFFFFF"/>
            </a:fontRef>
          </p:style>
          <p:txBody>
            <a:bodyPr rtlCol="0" anchor="ctr"/>
            <a:lstStyle>
              <a:defPPr>
                <a:defRPr lang="zh-CN"/>
              </a:defPPr>
              <a:lvl1pPr marL="0" algn="l" defTabSz="914400" rtl="0" eaLnBrk="1" latinLnBrk="0" hangingPunct="1">
                <a:defRPr sz="1800" kern="1200">
                  <a:solidFill>
                    <a:sysClr val="window" lastClr="FFFFFF"/>
                  </a:solidFill>
                  <a:latin typeface="+mn-lt"/>
                  <a:ea typeface="+mn-ea"/>
                  <a:cs typeface="+mn-cs"/>
                </a:defRPr>
              </a:lvl1pPr>
              <a:lvl2pPr marL="457200" algn="l" defTabSz="914400" rtl="0" eaLnBrk="1" latinLnBrk="0" hangingPunct="1">
                <a:defRPr sz="1800" kern="1200">
                  <a:solidFill>
                    <a:sysClr val="window" lastClr="FFFFFF"/>
                  </a:solidFill>
                  <a:latin typeface="+mn-lt"/>
                  <a:ea typeface="+mn-ea"/>
                  <a:cs typeface="+mn-cs"/>
                </a:defRPr>
              </a:lvl2pPr>
              <a:lvl3pPr marL="914400" algn="l" defTabSz="914400" rtl="0" eaLnBrk="1" latinLnBrk="0" hangingPunct="1">
                <a:defRPr sz="1800" kern="1200">
                  <a:solidFill>
                    <a:sysClr val="window" lastClr="FFFFFF"/>
                  </a:solidFill>
                  <a:latin typeface="+mn-lt"/>
                  <a:ea typeface="+mn-ea"/>
                  <a:cs typeface="+mn-cs"/>
                </a:defRPr>
              </a:lvl3pPr>
              <a:lvl4pPr marL="1371600" algn="l" defTabSz="914400" rtl="0" eaLnBrk="1" latinLnBrk="0" hangingPunct="1">
                <a:defRPr sz="1800" kern="1200">
                  <a:solidFill>
                    <a:sysClr val="window" lastClr="FFFFFF"/>
                  </a:solidFill>
                  <a:latin typeface="+mn-lt"/>
                  <a:ea typeface="+mn-ea"/>
                  <a:cs typeface="+mn-cs"/>
                </a:defRPr>
              </a:lvl4pPr>
              <a:lvl5pPr marL="1828800" algn="l" defTabSz="914400" rtl="0" eaLnBrk="1" latinLnBrk="0" hangingPunct="1">
                <a:defRPr sz="1800" kern="1200">
                  <a:solidFill>
                    <a:sysClr val="window" lastClr="FFFFFF"/>
                  </a:solidFill>
                  <a:latin typeface="+mn-lt"/>
                  <a:ea typeface="+mn-ea"/>
                  <a:cs typeface="+mn-cs"/>
                </a:defRPr>
              </a:lvl5pPr>
              <a:lvl6pPr marL="2286000" algn="l" defTabSz="914400" rtl="0" eaLnBrk="1" latinLnBrk="0" hangingPunct="1">
                <a:defRPr sz="1800" kern="1200">
                  <a:solidFill>
                    <a:sysClr val="window" lastClr="FFFFFF"/>
                  </a:solidFill>
                  <a:latin typeface="+mn-lt"/>
                  <a:ea typeface="+mn-ea"/>
                  <a:cs typeface="+mn-cs"/>
                </a:defRPr>
              </a:lvl6pPr>
              <a:lvl7pPr marL="2743200" algn="l" defTabSz="914400" rtl="0" eaLnBrk="1" latinLnBrk="0" hangingPunct="1">
                <a:defRPr sz="1800" kern="1200">
                  <a:solidFill>
                    <a:sysClr val="window" lastClr="FFFFFF"/>
                  </a:solidFill>
                  <a:latin typeface="+mn-lt"/>
                  <a:ea typeface="+mn-ea"/>
                  <a:cs typeface="+mn-cs"/>
                </a:defRPr>
              </a:lvl7pPr>
              <a:lvl8pPr marL="3200400" algn="l" defTabSz="914400" rtl="0" eaLnBrk="1" latinLnBrk="0" hangingPunct="1">
                <a:defRPr sz="1800" kern="1200">
                  <a:solidFill>
                    <a:sysClr val="window" lastClr="FFFFFF"/>
                  </a:solidFill>
                  <a:latin typeface="+mn-lt"/>
                  <a:ea typeface="+mn-ea"/>
                  <a:cs typeface="+mn-cs"/>
                </a:defRPr>
              </a:lvl8pPr>
              <a:lvl9pPr marL="3657600" algn="l" defTabSz="914400" rtl="0" eaLnBrk="1" latinLnBrk="0" hangingPunct="1">
                <a:defRPr sz="1800" kern="1200">
                  <a:solidFill>
                    <a:sysClr val="window" lastClr="FFFFFF"/>
                  </a:solidFill>
                  <a:latin typeface="+mn-lt"/>
                  <a:ea typeface="+mn-ea"/>
                  <a:cs typeface="+mn-cs"/>
                </a:defRPr>
              </a:lvl9pPr>
            </a:lstStyle>
            <a:p>
              <a:pPr algn="ctr"/>
              <a:endParaRPr lang="zh-CN" altLang="en-US"/>
            </a:p>
          </p:txBody>
        </p:sp>
        <p:sp>
          <p:nvSpPr>
            <p:cNvPr id="106" name="椭圆 105"/>
            <p:cNvSpPr/>
            <p:nvPr>
              <p:custDataLst>
                <p:tags r:id="rId9"/>
              </p:custDataLst>
            </p:nvPr>
          </p:nvSpPr>
          <p:spPr>
            <a:xfrm rot="5400000">
              <a:off x="10646" y="7500"/>
              <a:ext cx="498" cy="498"/>
            </a:xfrm>
            <a:prstGeom prst="ellipse">
              <a:avLst/>
            </a:prstGeom>
            <a:solidFill>
              <a:srgbClr val="FA4A3C"/>
            </a:solidFill>
            <a:ln>
              <a:noFill/>
            </a:ln>
          </p:spPr>
          <p:style>
            <a:lnRef idx="2">
              <a:srgbClr val="6699FF">
                <a:shade val="50000"/>
              </a:srgbClr>
            </a:lnRef>
            <a:fillRef idx="1">
              <a:srgbClr val="6699FF"/>
            </a:fillRef>
            <a:effectRef idx="0">
              <a:srgbClr val="6699FF"/>
            </a:effectRef>
            <a:fontRef idx="minor">
              <a:sysClr val="window" lastClr="FFFFFF"/>
            </a:fontRef>
          </p:style>
          <p:txBody>
            <a:bodyPr rtlCol="0" anchor="ctr"/>
            <a:lstStyle>
              <a:defPPr>
                <a:defRPr lang="zh-CN"/>
              </a:defPPr>
              <a:lvl1pPr marL="0" algn="l" defTabSz="914400" rtl="0" eaLnBrk="1" latinLnBrk="0" hangingPunct="1">
                <a:defRPr sz="1800" kern="1200">
                  <a:solidFill>
                    <a:sysClr val="window" lastClr="FFFFFF"/>
                  </a:solidFill>
                  <a:latin typeface="+mn-lt"/>
                  <a:ea typeface="+mn-ea"/>
                  <a:cs typeface="+mn-cs"/>
                </a:defRPr>
              </a:lvl1pPr>
              <a:lvl2pPr marL="457200" algn="l" defTabSz="914400" rtl="0" eaLnBrk="1" latinLnBrk="0" hangingPunct="1">
                <a:defRPr sz="1800" kern="1200">
                  <a:solidFill>
                    <a:sysClr val="window" lastClr="FFFFFF"/>
                  </a:solidFill>
                  <a:latin typeface="+mn-lt"/>
                  <a:ea typeface="+mn-ea"/>
                  <a:cs typeface="+mn-cs"/>
                </a:defRPr>
              </a:lvl2pPr>
              <a:lvl3pPr marL="914400" algn="l" defTabSz="914400" rtl="0" eaLnBrk="1" latinLnBrk="0" hangingPunct="1">
                <a:defRPr sz="1800" kern="1200">
                  <a:solidFill>
                    <a:sysClr val="window" lastClr="FFFFFF"/>
                  </a:solidFill>
                  <a:latin typeface="+mn-lt"/>
                  <a:ea typeface="+mn-ea"/>
                  <a:cs typeface="+mn-cs"/>
                </a:defRPr>
              </a:lvl3pPr>
              <a:lvl4pPr marL="1371600" algn="l" defTabSz="914400" rtl="0" eaLnBrk="1" latinLnBrk="0" hangingPunct="1">
                <a:defRPr sz="1800" kern="1200">
                  <a:solidFill>
                    <a:sysClr val="window" lastClr="FFFFFF"/>
                  </a:solidFill>
                  <a:latin typeface="+mn-lt"/>
                  <a:ea typeface="+mn-ea"/>
                  <a:cs typeface="+mn-cs"/>
                </a:defRPr>
              </a:lvl4pPr>
              <a:lvl5pPr marL="1828800" algn="l" defTabSz="914400" rtl="0" eaLnBrk="1" latinLnBrk="0" hangingPunct="1">
                <a:defRPr sz="1800" kern="1200">
                  <a:solidFill>
                    <a:sysClr val="window" lastClr="FFFFFF"/>
                  </a:solidFill>
                  <a:latin typeface="+mn-lt"/>
                  <a:ea typeface="+mn-ea"/>
                  <a:cs typeface="+mn-cs"/>
                </a:defRPr>
              </a:lvl5pPr>
              <a:lvl6pPr marL="2286000" algn="l" defTabSz="914400" rtl="0" eaLnBrk="1" latinLnBrk="0" hangingPunct="1">
                <a:defRPr sz="1800" kern="1200">
                  <a:solidFill>
                    <a:sysClr val="window" lastClr="FFFFFF"/>
                  </a:solidFill>
                  <a:latin typeface="+mn-lt"/>
                  <a:ea typeface="+mn-ea"/>
                  <a:cs typeface="+mn-cs"/>
                </a:defRPr>
              </a:lvl6pPr>
              <a:lvl7pPr marL="2743200" algn="l" defTabSz="914400" rtl="0" eaLnBrk="1" latinLnBrk="0" hangingPunct="1">
                <a:defRPr sz="1800" kern="1200">
                  <a:solidFill>
                    <a:sysClr val="window" lastClr="FFFFFF"/>
                  </a:solidFill>
                  <a:latin typeface="+mn-lt"/>
                  <a:ea typeface="+mn-ea"/>
                  <a:cs typeface="+mn-cs"/>
                </a:defRPr>
              </a:lvl7pPr>
              <a:lvl8pPr marL="3200400" algn="l" defTabSz="914400" rtl="0" eaLnBrk="1" latinLnBrk="0" hangingPunct="1">
                <a:defRPr sz="1800" kern="1200">
                  <a:solidFill>
                    <a:sysClr val="window" lastClr="FFFFFF"/>
                  </a:solidFill>
                  <a:latin typeface="+mn-lt"/>
                  <a:ea typeface="+mn-ea"/>
                  <a:cs typeface="+mn-cs"/>
                </a:defRPr>
              </a:lvl8pPr>
              <a:lvl9pPr marL="3657600" algn="l" defTabSz="914400" rtl="0" eaLnBrk="1" latinLnBrk="0" hangingPunct="1">
                <a:defRPr sz="1800" kern="1200">
                  <a:solidFill>
                    <a:sysClr val="window" lastClr="FFFFFF"/>
                  </a:solidFill>
                  <a:latin typeface="+mn-lt"/>
                  <a:ea typeface="+mn-ea"/>
                  <a:cs typeface="+mn-cs"/>
                </a:defRPr>
              </a:lvl9pPr>
            </a:lstStyle>
            <a:p>
              <a:pPr algn="ctr"/>
              <a:endParaRPr lang="zh-CN" altLang="en-US"/>
            </a:p>
          </p:txBody>
        </p:sp>
        <p:cxnSp>
          <p:nvCxnSpPr>
            <p:cNvPr id="107" name="直接连接符 106"/>
            <p:cNvCxnSpPr/>
            <p:nvPr>
              <p:custDataLst>
                <p:tags r:id="rId10"/>
              </p:custDataLst>
            </p:nvPr>
          </p:nvCxnSpPr>
          <p:spPr>
            <a:xfrm rot="5400000">
              <a:off x="12193" y="6815"/>
              <a:ext cx="0" cy="1871"/>
            </a:xfrm>
            <a:prstGeom prst="line">
              <a:avLst/>
            </a:prstGeom>
            <a:ln w="19050">
              <a:solidFill>
                <a:srgbClr val="FA4A3C"/>
              </a:solidFill>
            </a:ln>
          </p:spPr>
          <p:style>
            <a:lnRef idx="1">
              <a:srgbClr val="6699FF"/>
            </a:lnRef>
            <a:fillRef idx="0">
              <a:srgbClr val="6699FF"/>
            </a:fillRef>
            <a:effectRef idx="0">
              <a:srgbClr val="6699FF"/>
            </a:effectRef>
            <a:fontRef idx="minor">
              <a:srgbClr val="2F2F2F"/>
            </a:fontRef>
          </p:style>
        </p:cxnSp>
        <p:grpSp>
          <p:nvGrpSpPr>
            <p:cNvPr id="410" name="组合 409"/>
            <p:cNvGrpSpPr/>
            <p:nvPr/>
          </p:nvGrpSpPr>
          <p:grpSpPr>
            <a:xfrm>
              <a:off x="12994" y="3630"/>
              <a:ext cx="5526" cy="2222"/>
              <a:chOff x="13290" y="3720"/>
              <a:chExt cx="5526" cy="2222"/>
            </a:xfrm>
          </p:grpSpPr>
          <p:sp>
            <p:nvSpPr>
              <p:cNvPr id="401" name="矩形 400"/>
              <p:cNvSpPr/>
              <p:nvPr>
                <p:custDataLst>
                  <p:tags r:id="rId14"/>
                </p:custDataLst>
              </p:nvPr>
            </p:nvSpPr>
            <p:spPr>
              <a:xfrm>
                <a:off x="13592" y="3720"/>
                <a:ext cx="5225" cy="2223"/>
              </a:xfrm>
              <a:prstGeom prst="rect">
                <a:avLst/>
              </a:prstGeom>
              <a:solidFill>
                <a:schemeClr val="bg1"/>
              </a:solidFill>
              <a:ln w="25400">
                <a:solidFill>
                  <a:srgbClr val="F8940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03" name="椭圆 402"/>
              <p:cNvSpPr/>
              <p:nvPr>
                <p:custDataLst>
                  <p:tags r:id="rId15"/>
                </p:custDataLst>
              </p:nvPr>
            </p:nvSpPr>
            <p:spPr>
              <a:xfrm>
                <a:off x="13290" y="4535"/>
                <a:ext cx="600" cy="600"/>
              </a:xfrm>
              <a:prstGeom prst="ellipse">
                <a:avLst/>
              </a:prstGeom>
              <a:solidFill>
                <a:schemeClr val="bg1"/>
              </a:solidFill>
              <a:ln w="38100">
                <a:solidFill>
                  <a:srgbClr val="F8940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b="1" dirty="0">
                    <a:solidFill>
                      <a:schemeClr val="tx1"/>
                    </a:solidFill>
                    <a:latin typeface="Arial" panose="020B0604020202020204" pitchFamily="34" charset="0"/>
                    <a:cs typeface="Arial" panose="020B0604020202020204" pitchFamily="34" charset="0"/>
                  </a:rPr>
                  <a:t>1</a:t>
                </a:r>
              </a:p>
            </p:txBody>
          </p:sp>
          <p:sp>
            <p:nvSpPr>
              <p:cNvPr id="118" name="文本框 117" descr="7b0a202020202262756c6c6574223a20227b5c2263617465676f727949645c223a31303031322c5c2274656d706c61746549645c223a32303233313331337d222c0a20202020227461726765744d6f64756c65223a20226b6f6e6c696e6574657874626f78220a7d0a"/>
              <p:cNvSpPr txBox="1"/>
              <p:nvPr>
                <p:custDataLst>
                  <p:tags r:id="rId16"/>
                </p:custDataLst>
              </p:nvPr>
            </p:nvSpPr>
            <p:spPr>
              <a:xfrm>
                <a:off x="13890" y="3891"/>
                <a:ext cx="4927" cy="1888"/>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a:buFont typeface="Wingdings" panose="05000000000000000000" charset="0"/>
                  <a:buNone/>
                </a:pPr>
                <a:r>
                  <a:rPr lang="en-US" altLang="zh-CN" dirty="0">
                    <a:latin typeface="Arial" panose="020B0604020202020204" pitchFamily="34" charset="0"/>
                    <a:ea typeface="微软雅黑 Light" panose="020B0502040204020203" charset="-122"/>
                    <a:cs typeface="Arial" panose="020B0604020202020204" pitchFamily="34" charset="0"/>
                  </a:rPr>
                  <a:t>Sequentially reads the binary data in bytes  and converts each byte into a number ranging in [0-255]</a:t>
                </a:r>
              </a:p>
            </p:txBody>
          </p:sp>
        </p:grpSp>
        <p:grpSp>
          <p:nvGrpSpPr>
            <p:cNvPr id="409" name="组合 408"/>
            <p:cNvGrpSpPr/>
            <p:nvPr/>
          </p:nvGrpSpPr>
          <p:grpSpPr>
            <a:xfrm>
              <a:off x="12994" y="6637"/>
              <a:ext cx="5527" cy="2223"/>
              <a:chOff x="13340" y="7047"/>
              <a:chExt cx="5527" cy="2223"/>
            </a:xfrm>
          </p:grpSpPr>
          <p:sp>
            <p:nvSpPr>
              <p:cNvPr id="406" name="矩形 405"/>
              <p:cNvSpPr/>
              <p:nvPr>
                <p:custDataLst>
                  <p:tags r:id="rId11"/>
                </p:custDataLst>
              </p:nvPr>
            </p:nvSpPr>
            <p:spPr>
              <a:xfrm>
                <a:off x="13642" y="7047"/>
                <a:ext cx="5225" cy="2223"/>
              </a:xfrm>
              <a:prstGeom prst="rect">
                <a:avLst/>
              </a:prstGeom>
              <a:solidFill>
                <a:schemeClr val="bg1"/>
              </a:solidFill>
              <a:ln w="25400">
                <a:solidFill>
                  <a:srgbClr val="FA4A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07" name="椭圆 406"/>
              <p:cNvSpPr/>
              <p:nvPr>
                <p:custDataLst>
                  <p:tags r:id="rId12"/>
                </p:custDataLst>
              </p:nvPr>
            </p:nvSpPr>
            <p:spPr>
              <a:xfrm>
                <a:off x="13340" y="7862"/>
                <a:ext cx="600" cy="600"/>
              </a:xfrm>
              <a:prstGeom prst="ellipse">
                <a:avLst/>
              </a:prstGeom>
              <a:solidFill>
                <a:schemeClr val="bg1"/>
              </a:solidFill>
              <a:ln w="38100">
                <a:solidFill>
                  <a:srgbClr val="FA4A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b="1">
                    <a:solidFill>
                      <a:schemeClr val="tx1"/>
                    </a:solidFill>
                    <a:latin typeface="Arial" panose="020B0604020202020204" pitchFamily="34" charset="0"/>
                    <a:cs typeface="Arial" panose="020B0604020202020204" pitchFamily="34" charset="0"/>
                  </a:rPr>
                  <a:t>2</a:t>
                </a:r>
              </a:p>
            </p:txBody>
          </p:sp>
          <p:sp>
            <p:nvSpPr>
              <p:cNvPr id="408" name="文本框 407" descr="7b0a202020202262756c6c6574223a20227b5c2263617465676f727949645c223a31303031322c5c2274656d706c61746549645c223a32303233313331337d222c0a20202020227461726765744d6f64756c65223a20226b6f6e6c696e6574657874626f78220a7d0a"/>
              <p:cNvSpPr txBox="1"/>
              <p:nvPr>
                <p:custDataLst>
                  <p:tags r:id="rId13"/>
                </p:custDataLst>
              </p:nvPr>
            </p:nvSpPr>
            <p:spPr>
              <a:xfrm>
                <a:off x="13940" y="7218"/>
                <a:ext cx="4927" cy="189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a:buFont typeface="Wingdings" panose="05000000000000000000" charset="0"/>
                  <a:buNone/>
                </a:pPr>
                <a:r>
                  <a:rPr lang="en-US" altLang="zh-CN" dirty="0">
                    <a:latin typeface="Arial" panose="020B0604020202020204" pitchFamily="34" charset="0"/>
                    <a:ea typeface="微软雅黑 Light" panose="020B0502040204020203" charset="-122"/>
                    <a:cs typeface="Arial" panose="020B0604020202020204" pitchFamily="34" charset="0"/>
                  </a:rPr>
                  <a:t>Reshape the image data by following a recommended fixed width with a variable height</a:t>
                </a:r>
              </a:p>
            </p:txBody>
          </p:sp>
        </p:grpSp>
      </p:grpSp>
    </p:spTree>
  </p:cSld>
  <p:clrMapOvr>
    <a:masterClrMapping/>
  </p:clrMapOvr>
  <p:extLst>
    <p:ext uri="{6950BFC3-D8DA-4A85-94F7-54DA5524770B}">
      <p188:commentRel xmlns:p188="http://schemas.microsoft.com/office/powerpoint/2018/8/main" r:id="rId18"/>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9"/>
          <p:cNvSpPr>
            <a:spLocks noGrp="1"/>
          </p:cNvSpPr>
          <p:nvPr>
            <p:custDataLst>
              <p:tags r:id="rId1"/>
            </p:custDataLst>
          </p:nvPr>
        </p:nvSpPr>
        <p:spPr>
          <a:xfrm>
            <a:off x="975360" y="318770"/>
            <a:ext cx="10400030" cy="441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rgbClr val="A728BE"/>
                </a:solidFill>
                <a:latin typeface="Arial" panose="020B0604020202020204" pitchFamily="34" charset="0"/>
                <a:ea typeface="Microsoft YaHei" panose="020B0503020204020204" pitchFamily="34" charset="-122"/>
                <a:cs typeface="+mn-ea"/>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rgbClr val="005CA2"/>
                </a:solidFill>
                <a:latin typeface="Microsoft YaHei" panose="020B0503020204020204" pitchFamily="34" charset="-122"/>
                <a:ea typeface="Microsoft YaHei" panose="020B0503020204020204" pitchFamily="34" charset="-122"/>
                <a:cs typeface="+mn-ea"/>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ysClr val="windowText" lastClr="000000"/>
                </a:solidFill>
                <a:latin typeface="Segoe UI" panose="020B0502040204020203"/>
                <a:ea typeface="微软雅黑 Light" panose="020B0502040204020203" charset="-122"/>
                <a:cs typeface="+mn-ea"/>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9pPr>
          </a:lstStyle>
          <a:p>
            <a:r>
              <a:rPr lang="en-US" altLang="zh-CN" dirty="0"/>
              <a:t>AdialerC7c2-AdialerC948</a:t>
            </a:r>
          </a:p>
        </p:txBody>
      </p:sp>
      <p:pic>
        <p:nvPicPr>
          <p:cNvPr id="3" name="Picture 2" descr="AdialerC7c2"/>
          <p:cNvPicPr>
            <a:picLocks noChangeAspect="1"/>
          </p:cNvPicPr>
          <p:nvPr>
            <p:custDataLst>
              <p:tags r:id="rId2"/>
            </p:custDataLst>
          </p:nvPr>
        </p:nvPicPr>
        <p:blipFill>
          <a:blip r:embed="rId5"/>
          <a:stretch>
            <a:fillRect/>
          </a:stretch>
        </p:blipFill>
        <p:spPr>
          <a:xfrm>
            <a:off x="1157933" y="2051222"/>
            <a:ext cx="4876800" cy="3905250"/>
          </a:xfrm>
          <a:prstGeom prst="rect">
            <a:avLst/>
          </a:prstGeom>
        </p:spPr>
      </p:pic>
      <p:pic>
        <p:nvPicPr>
          <p:cNvPr id="4" name="Picture 3" descr="AdialerC948"/>
          <p:cNvPicPr>
            <a:picLocks noChangeAspect="1"/>
          </p:cNvPicPr>
          <p:nvPr>
            <p:custDataLst>
              <p:tags r:id="rId3"/>
            </p:custDataLst>
          </p:nvPr>
        </p:nvPicPr>
        <p:blipFill>
          <a:blip r:embed="rId6"/>
          <a:stretch>
            <a:fillRect/>
          </a:stretch>
        </p:blipFill>
        <p:spPr>
          <a:xfrm>
            <a:off x="6625811" y="1113376"/>
            <a:ext cx="4876800" cy="389572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9"/>
          <p:cNvSpPr>
            <a:spLocks noGrp="1"/>
          </p:cNvSpPr>
          <p:nvPr>
            <p:custDataLst>
              <p:tags r:id="rId1"/>
            </p:custDataLst>
          </p:nvPr>
        </p:nvSpPr>
        <p:spPr>
          <a:xfrm>
            <a:off x="975360" y="318770"/>
            <a:ext cx="10400030" cy="4419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rgbClr val="A728BE"/>
                </a:solidFill>
                <a:latin typeface="Arial" panose="020B0604020202020204" pitchFamily="34" charset="0"/>
                <a:ea typeface="Microsoft YaHei" panose="020B0503020204020204" pitchFamily="34" charset="-122"/>
                <a:cs typeface="+mn-ea"/>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rgbClr val="005CA2"/>
                </a:solidFill>
                <a:latin typeface="Microsoft YaHei" panose="020B0503020204020204" pitchFamily="34" charset="-122"/>
                <a:ea typeface="Microsoft YaHei" panose="020B0503020204020204" pitchFamily="34" charset="-122"/>
                <a:cs typeface="+mn-ea"/>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ysClr val="windowText" lastClr="000000"/>
                </a:solidFill>
                <a:latin typeface="Segoe UI" panose="020B0502040204020203"/>
                <a:ea typeface="微软雅黑 Light" panose="020B0502040204020203" charset="-122"/>
                <a:cs typeface="+mn-ea"/>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ysClr val="windowText" lastClr="000000"/>
                </a:solidFill>
                <a:latin typeface="Segoe UI" panose="020B0502040204020203"/>
                <a:ea typeface="微软雅黑 Light" panose="020B0502040204020203" charset="-122"/>
                <a:cs typeface="+mn-ea"/>
              </a:defRPr>
            </a:lvl9pPr>
          </a:lstStyle>
          <a:p>
            <a:r>
              <a:rPr lang="en-US" altLang="zh-CN" dirty="0"/>
              <a:t>AllapleA43ad-AllapleAf4a</a:t>
            </a:r>
          </a:p>
        </p:txBody>
      </p:sp>
      <p:pic>
        <p:nvPicPr>
          <p:cNvPr id="7" name="Picture 6" descr="AllapleA43ad"/>
          <p:cNvPicPr>
            <a:picLocks noChangeAspect="1"/>
          </p:cNvPicPr>
          <p:nvPr>
            <p:custDataLst>
              <p:tags r:id="rId2"/>
            </p:custDataLst>
          </p:nvPr>
        </p:nvPicPr>
        <p:blipFill>
          <a:blip r:embed="rId5"/>
          <a:stretch>
            <a:fillRect/>
          </a:stretch>
        </p:blipFill>
        <p:spPr>
          <a:xfrm>
            <a:off x="3530545" y="1277648"/>
            <a:ext cx="2940685" cy="3905885"/>
          </a:xfrm>
          <a:prstGeom prst="rect">
            <a:avLst/>
          </a:prstGeom>
        </p:spPr>
      </p:pic>
      <p:pic>
        <p:nvPicPr>
          <p:cNvPr id="8" name="Picture 7" descr="AllapleAf4a"/>
          <p:cNvPicPr>
            <a:picLocks noChangeAspect="1"/>
          </p:cNvPicPr>
          <p:nvPr>
            <p:custDataLst>
              <p:tags r:id="rId3"/>
            </p:custDataLst>
          </p:nvPr>
        </p:nvPicPr>
        <p:blipFill>
          <a:blip r:embed="rId6"/>
          <a:stretch>
            <a:fillRect/>
          </a:stretch>
        </p:blipFill>
        <p:spPr>
          <a:xfrm>
            <a:off x="7619862" y="1341258"/>
            <a:ext cx="2941320" cy="390588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p:nvPr/>
        </p:nvPicPr>
        <p:blipFill>
          <a:blip r:embed="rId14"/>
          <a:srcRect t="4519" b="16150"/>
          <a:stretch>
            <a:fillRect/>
          </a:stretch>
        </p:blipFill>
        <p:spPr>
          <a:xfrm>
            <a:off x="0" y="-32385"/>
            <a:ext cx="12179935" cy="6889750"/>
          </a:xfrm>
          <a:prstGeom prst="rect">
            <a:avLst/>
          </a:prstGeom>
          <a:noFill/>
          <a:ln w="9525">
            <a:noFill/>
          </a:ln>
        </p:spPr>
      </p:pic>
      <p:sp>
        <p:nvSpPr>
          <p:cNvPr id="7" name="矩形 6"/>
          <p:cNvSpPr/>
          <p:nvPr/>
        </p:nvSpPr>
        <p:spPr>
          <a:xfrm>
            <a:off x="0" y="-32385"/>
            <a:ext cx="12192000" cy="6900545"/>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vertOverflow="overflow" horzOverflow="overflow" vert="horz" wrap="square" lIns="91440" tIns="45720" rIns="91440" bIns="45720" numCol="1" spcCol="0" rtlCol="0" fromWordArt="0" anchor="ctr" anchorCtr="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Times New Roman" panose="02020603050405020304" charset="0"/>
              <a:ea typeface="阿里巴巴普惠体 R" panose="00020600040101010101" pitchFamily="18" charset="-122"/>
              <a:cs typeface="Times New Roman" panose="02020603050405020304" charset="0"/>
            </a:endParaRPr>
          </a:p>
        </p:txBody>
      </p:sp>
      <p:sp>
        <p:nvSpPr>
          <p:cNvPr id="115" name="矩形 114"/>
          <p:cNvSpPr/>
          <p:nvPr/>
        </p:nvSpPr>
        <p:spPr bwMode="auto">
          <a:xfrm>
            <a:off x="-19050" y="2219960"/>
            <a:ext cx="12198985" cy="101473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000" b="1" i="0" u="none" strike="noStrike" kern="1200" cap="none" spc="0" normalizeH="0" baseline="0" noProof="0">
                <a:ln w="19050">
                  <a:noFill/>
                </a:ln>
                <a:solidFill>
                  <a:prstClr val="black"/>
                </a:solidFill>
                <a:effectLst/>
                <a:uLnTx/>
                <a:uFillTx/>
                <a:latin typeface="Arial Black" panose="020B0A04020102020204" charset="0"/>
                <a:ea typeface="思源黑体 CN Heavy" panose="020B0A00000000000000" charset="-122"/>
                <a:cs typeface="Arial Black" panose="020B0A04020102020204" charset="0"/>
                <a:sym typeface="思源黑体 CN Normal" panose="020B0400000000000000" charset="-122"/>
              </a:rPr>
              <a:t>THE END</a:t>
            </a:r>
          </a:p>
        </p:txBody>
      </p:sp>
      <p:sp>
        <p:nvSpPr>
          <p:cNvPr id="9" name="矩形 8"/>
          <p:cNvSpPr/>
          <p:nvPr>
            <p:custDataLst>
              <p:tags r:id="rId2"/>
            </p:custDataLst>
          </p:nvPr>
        </p:nvSpPr>
        <p:spPr>
          <a:xfrm>
            <a:off x="9640129" y="6095138"/>
            <a:ext cx="2379149" cy="553085"/>
          </a:xfrm>
          <a:prstGeom prst="rect">
            <a:avLst/>
          </a:prstGeom>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华文楷体" panose="02010600040101010101" pitchFamily="2" charset="-122"/>
                <a:cs typeface="Arial" panose="020B0604020202020204" pitchFamily="34" charset="0"/>
              </a:rPr>
              <a:t>2023.11.30</a:t>
            </a:r>
            <a:endParaRPr kumimoji="0" lang="en-US" altLang="zh-CN" sz="1600" b="0" i="0" u="none" strike="noStrike" kern="1200" cap="none" spc="0" normalizeH="0" baseline="0" noProof="0" dirty="0">
              <a:ln>
                <a:noFill/>
              </a:ln>
              <a:solidFill>
                <a:prstClr val="black"/>
              </a:solidFill>
              <a:effectLst/>
              <a:uLnTx/>
              <a:uFillTx/>
              <a:latin typeface="Arial" panose="020B0604020202020204" pitchFamily="34" charset="0"/>
              <a:ea typeface="华文楷体" panose="02010600040101010101" pitchFamily="2" charset="-122"/>
              <a:cs typeface="Arial" panose="020B0604020202020204" pitchFamily="34" charset="0"/>
            </a:endParaRPr>
          </a:p>
        </p:txBody>
      </p:sp>
      <p:sp>
        <p:nvSpPr>
          <p:cNvPr id="12" name="文本框 11"/>
          <p:cNvSpPr txBox="1"/>
          <p:nvPr>
            <p:custDataLst>
              <p:tags r:id="rId3"/>
            </p:custDataLst>
          </p:nvPr>
        </p:nvSpPr>
        <p:spPr>
          <a:xfrm>
            <a:off x="4768215" y="3272790"/>
            <a:ext cx="2655570" cy="1245235"/>
          </a:xfrm>
          <a:prstGeom prst="rect">
            <a:avLst/>
          </a:prstGeom>
          <a:noFill/>
        </p:spPr>
        <p:txBody>
          <a:bodyPr wrap="square" rtlCol="0">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2500" b="1" i="0" u="none" strike="noStrike" kern="1200" cap="none" spc="0" normalizeH="0" baseline="0" noProof="0" dirty="0" err="1">
                <a:ln>
                  <a:noFill/>
                </a:ln>
                <a:solidFill>
                  <a:prstClr val="black"/>
                </a:solidFill>
                <a:effectLst/>
                <a:uLnTx/>
                <a:uFillTx/>
                <a:latin typeface="Palatino Linotype" panose="02040502050505030304" charset="0"/>
                <a:ea typeface="华文楷体" panose="02010600040101010101" pitchFamily="2" charset="-122"/>
                <a:cs typeface="Palatino Linotype" panose="02040502050505030304" charset="0"/>
                <a:sym typeface="+mn-ea"/>
              </a:rPr>
              <a:t>Fangtian</a:t>
            </a:r>
            <a:r>
              <a:rPr kumimoji="0" lang="en-US" altLang="zh-CN" sz="2500" b="1" i="0" u="none" strike="noStrike" kern="1200" cap="none" spc="0" normalizeH="0" baseline="0" noProof="0" dirty="0">
                <a:ln>
                  <a:noFill/>
                </a:ln>
                <a:solidFill>
                  <a:prstClr val="black"/>
                </a:solidFill>
                <a:effectLst/>
                <a:uLnTx/>
                <a:uFillTx/>
                <a:latin typeface="Palatino Linotype" panose="02040502050505030304" charset="0"/>
                <a:ea typeface="华文楷体" panose="02010600040101010101" pitchFamily="2" charset="-122"/>
                <a:cs typeface="Palatino Linotype" panose="02040502050505030304" charset="0"/>
                <a:sym typeface="+mn-ea"/>
              </a:rPr>
              <a:t> </a:t>
            </a:r>
            <a:r>
              <a:rPr kumimoji="0" lang="en-US" altLang="zh-CN" sz="2500" b="1" i="0" u="none" strike="noStrike" kern="1200" cap="none" spc="0" normalizeH="0" baseline="0" noProof="0" dirty="0" err="1">
                <a:ln>
                  <a:noFill/>
                </a:ln>
                <a:solidFill>
                  <a:prstClr val="black"/>
                </a:solidFill>
                <a:effectLst/>
                <a:uLnTx/>
                <a:uFillTx/>
                <a:latin typeface="Palatino Linotype" panose="02040502050505030304" charset="0"/>
                <a:ea typeface="华文楷体" panose="02010600040101010101" pitchFamily="2" charset="-122"/>
                <a:cs typeface="Palatino Linotype" panose="02040502050505030304" charset="0"/>
                <a:sym typeface="+mn-ea"/>
              </a:rPr>
              <a:t>Zhong</a:t>
            </a:r>
          </a:p>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2500" b="1" i="0" u="none" strike="noStrike" kern="1200" cap="none" spc="0" normalizeH="0" baseline="0" noProof="0">
                <a:ln>
                  <a:noFill/>
                </a:ln>
                <a:solidFill>
                  <a:prstClr val="black"/>
                </a:solidFill>
                <a:effectLst/>
                <a:uLnTx/>
                <a:uFillTx/>
                <a:latin typeface="Palatino Linotype" panose="02040502050505030304" charset="0"/>
                <a:ea typeface="Microsoft YaHei" panose="020B0503020204020204" pitchFamily="34" charset="-122"/>
                <a:cs typeface="Palatino Linotype" panose="02040502050505030304" charset="0"/>
              </a:rPr>
              <a:t>CSCI </a:t>
            </a:r>
            <a:r>
              <a:rPr kumimoji="0" lang="en-US" altLang="zh-CN" sz="2500" b="1" i="0" u="none" strike="noStrike" kern="1200" cap="none" spc="0" normalizeH="0" baseline="0" noProof="0">
                <a:ln>
                  <a:noFill/>
                </a:ln>
                <a:solidFill>
                  <a:prstClr val="black"/>
                </a:solidFill>
                <a:effectLst/>
                <a:uLnTx/>
                <a:uFillTx/>
                <a:latin typeface="Palatino Linotype" panose="02040502050505030304" charset="0"/>
                <a:ea typeface="Microsoft YaHei" panose="020B0503020204020204" pitchFamily="34" charset="-122"/>
                <a:cs typeface="Palatino Linotype" panose="02040502050505030304" charset="0"/>
              </a:rPr>
              <a:t>591</a:t>
            </a:r>
          </a:p>
        </p:txBody>
      </p:sp>
      <p:sp>
        <p:nvSpPr>
          <p:cNvPr id="4" name="Freeform 159"/>
          <p:cNvSpPr>
            <a:spLocks noEditPoints="1"/>
          </p:cNvSpPr>
          <p:nvPr>
            <p:custDataLst>
              <p:tags r:id="rId4"/>
            </p:custDataLst>
          </p:nvPr>
        </p:nvSpPr>
        <p:spPr bwMode="auto">
          <a:xfrm>
            <a:off x="675098" y="1732630"/>
            <a:ext cx="181896" cy="177458"/>
          </a:xfrm>
          <a:custGeom>
            <a:avLst/>
            <a:gdLst>
              <a:gd name="T0" fmla="*/ 55 w 109"/>
              <a:gd name="T1" fmla="*/ 109 h 109"/>
              <a:gd name="T2" fmla="*/ 51 w 109"/>
              <a:gd name="T3" fmla="*/ 108 h 109"/>
              <a:gd name="T4" fmla="*/ 2 w 109"/>
              <a:gd name="T5" fmla="*/ 59 h 109"/>
              <a:gd name="T6" fmla="*/ 2 w 109"/>
              <a:gd name="T7" fmla="*/ 51 h 109"/>
              <a:gd name="T8" fmla="*/ 51 w 109"/>
              <a:gd name="T9" fmla="*/ 2 h 109"/>
              <a:gd name="T10" fmla="*/ 59 w 109"/>
              <a:gd name="T11" fmla="*/ 2 h 109"/>
              <a:gd name="T12" fmla="*/ 108 w 109"/>
              <a:gd name="T13" fmla="*/ 51 h 109"/>
              <a:gd name="T14" fmla="*/ 109 w 109"/>
              <a:gd name="T15" fmla="*/ 55 h 109"/>
              <a:gd name="T16" fmla="*/ 108 w 109"/>
              <a:gd name="T17" fmla="*/ 59 h 109"/>
              <a:gd name="T18" fmla="*/ 59 w 109"/>
              <a:gd name="T19" fmla="*/ 108 h 109"/>
              <a:gd name="T20" fmla="*/ 55 w 109"/>
              <a:gd name="T21" fmla="*/ 109 h 109"/>
              <a:gd name="T22" fmla="*/ 14 w 109"/>
              <a:gd name="T23" fmla="*/ 55 h 109"/>
              <a:gd name="T24" fmla="*/ 55 w 109"/>
              <a:gd name="T25" fmla="*/ 96 h 109"/>
              <a:gd name="T26" fmla="*/ 96 w 109"/>
              <a:gd name="T27" fmla="*/ 55 h 109"/>
              <a:gd name="T28" fmla="*/ 55 w 109"/>
              <a:gd name="T29" fmla="*/ 14 h 109"/>
              <a:gd name="T30" fmla="*/ 14 w 109"/>
              <a:gd name="T31" fmla="*/ 55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9" h="109">
                <a:moveTo>
                  <a:pt x="55" y="109"/>
                </a:moveTo>
                <a:cubicBezTo>
                  <a:pt x="53" y="109"/>
                  <a:pt x="52" y="109"/>
                  <a:pt x="51" y="108"/>
                </a:cubicBezTo>
                <a:lnTo>
                  <a:pt x="2" y="59"/>
                </a:lnTo>
                <a:cubicBezTo>
                  <a:pt x="0" y="57"/>
                  <a:pt x="0" y="53"/>
                  <a:pt x="2" y="51"/>
                </a:cubicBezTo>
                <a:lnTo>
                  <a:pt x="51" y="2"/>
                </a:lnTo>
                <a:cubicBezTo>
                  <a:pt x="53" y="0"/>
                  <a:pt x="57" y="0"/>
                  <a:pt x="59" y="2"/>
                </a:cubicBezTo>
                <a:lnTo>
                  <a:pt x="108" y="51"/>
                </a:lnTo>
                <a:cubicBezTo>
                  <a:pt x="109" y="52"/>
                  <a:pt x="109" y="53"/>
                  <a:pt x="109" y="55"/>
                </a:cubicBezTo>
                <a:cubicBezTo>
                  <a:pt x="109" y="56"/>
                  <a:pt x="109" y="58"/>
                  <a:pt x="108" y="59"/>
                </a:cubicBezTo>
                <a:lnTo>
                  <a:pt x="59" y="108"/>
                </a:lnTo>
                <a:cubicBezTo>
                  <a:pt x="58" y="109"/>
                  <a:pt x="56" y="109"/>
                  <a:pt x="55" y="109"/>
                </a:cubicBezTo>
                <a:close/>
                <a:moveTo>
                  <a:pt x="14" y="55"/>
                </a:moveTo>
                <a:lnTo>
                  <a:pt x="55" y="96"/>
                </a:lnTo>
                <a:lnTo>
                  <a:pt x="96" y="55"/>
                </a:lnTo>
                <a:lnTo>
                  <a:pt x="55" y="14"/>
                </a:lnTo>
                <a:lnTo>
                  <a:pt x="14" y="55"/>
                </a:lnTo>
                <a:close/>
              </a:path>
            </a:pathLst>
          </a:custGeom>
          <a:solidFill>
            <a:schemeClr val="accent4"/>
          </a:solidFill>
          <a:ln w="12700">
            <a:noFill/>
            <a:prstDash val="solid"/>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s-ES" sz="1800" b="0" i="0" u="none" strike="noStrike" kern="1200" cap="none" spc="0" normalizeH="0" baseline="0" noProof="0" dirty="0">
              <a:ln>
                <a:noFill/>
              </a:ln>
              <a:solidFill>
                <a:prstClr val="black"/>
              </a:solidFill>
              <a:effectLst/>
              <a:uLnTx/>
              <a:uFillTx/>
              <a:latin typeface="Arial" panose="020B0604020202020204"/>
              <a:ea typeface="Microsoft YaHei" panose="020B0503020204020204" pitchFamily="34" charset="-122"/>
              <a:cs typeface="+mn-cs"/>
            </a:endParaRPr>
          </a:p>
        </p:txBody>
      </p:sp>
      <p:sp>
        <p:nvSpPr>
          <p:cNvPr id="5" name="Freeform 159"/>
          <p:cNvSpPr>
            <a:spLocks noEditPoints="1"/>
          </p:cNvSpPr>
          <p:nvPr>
            <p:custDataLst>
              <p:tags r:id="rId5"/>
            </p:custDataLst>
          </p:nvPr>
        </p:nvSpPr>
        <p:spPr bwMode="auto">
          <a:xfrm>
            <a:off x="2992261" y="1228497"/>
            <a:ext cx="181896" cy="177458"/>
          </a:xfrm>
          <a:custGeom>
            <a:avLst/>
            <a:gdLst>
              <a:gd name="T0" fmla="*/ 55 w 109"/>
              <a:gd name="T1" fmla="*/ 109 h 109"/>
              <a:gd name="T2" fmla="*/ 51 w 109"/>
              <a:gd name="T3" fmla="*/ 108 h 109"/>
              <a:gd name="T4" fmla="*/ 2 w 109"/>
              <a:gd name="T5" fmla="*/ 59 h 109"/>
              <a:gd name="T6" fmla="*/ 2 w 109"/>
              <a:gd name="T7" fmla="*/ 51 h 109"/>
              <a:gd name="T8" fmla="*/ 51 w 109"/>
              <a:gd name="T9" fmla="*/ 2 h 109"/>
              <a:gd name="T10" fmla="*/ 59 w 109"/>
              <a:gd name="T11" fmla="*/ 2 h 109"/>
              <a:gd name="T12" fmla="*/ 108 w 109"/>
              <a:gd name="T13" fmla="*/ 51 h 109"/>
              <a:gd name="T14" fmla="*/ 109 w 109"/>
              <a:gd name="T15" fmla="*/ 55 h 109"/>
              <a:gd name="T16" fmla="*/ 108 w 109"/>
              <a:gd name="T17" fmla="*/ 59 h 109"/>
              <a:gd name="T18" fmla="*/ 59 w 109"/>
              <a:gd name="T19" fmla="*/ 108 h 109"/>
              <a:gd name="T20" fmla="*/ 55 w 109"/>
              <a:gd name="T21" fmla="*/ 109 h 109"/>
              <a:gd name="T22" fmla="*/ 14 w 109"/>
              <a:gd name="T23" fmla="*/ 55 h 109"/>
              <a:gd name="T24" fmla="*/ 55 w 109"/>
              <a:gd name="T25" fmla="*/ 96 h 109"/>
              <a:gd name="T26" fmla="*/ 96 w 109"/>
              <a:gd name="T27" fmla="*/ 55 h 109"/>
              <a:gd name="T28" fmla="*/ 55 w 109"/>
              <a:gd name="T29" fmla="*/ 14 h 109"/>
              <a:gd name="T30" fmla="*/ 14 w 109"/>
              <a:gd name="T31" fmla="*/ 55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9" h="109">
                <a:moveTo>
                  <a:pt x="55" y="109"/>
                </a:moveTo>
                <a:cubicBezTo>
                  <a:pt x="53" y="109"/>
                  <a:pt x="52" y="109"/>
                  <a:pt x="51" y="108"/>
                </a:cubicBezTo>
                <a:lnTo>
                  <a:pt x="2" y="59"/>
                </a:lnTo>
                <a:cubicBezTo>
                  <a:pt x="0" y="57"/>
                  <a:pt x="0" y="53"/>
                  <a:pt x="2" y="51"/>
                </a:cubicBezTo>
                <a:lnTo>
                  <a:pt x="51" y="2"/>
                </a:lnTo>
                <a:cubicBezTo>
                  <a:pt x="53" y="0"/>
                  <a:pt x="57" y="0"/>
                  <a:pt x="59" y="2"/>
                </a:cubicBezTo>
                <a:lnTo>
                  <a:pt x="108" y="51"/>
                </a:lnTo>
                <a:cubicBezTo>
                  <a:pt x="109" y="52"/>
                  <a:pt x="109" y="53"/>
                  <a:pt x="109" y="55"/>
                </a:cubicBezTo>
                <a:cubicBezTo>
                  <a:pt x="109" y="56"/>
                  <a:pt x="109" y="58"/>
                  <a:pt x="108" y="59"/>
                </a:cubicBezTo>
                <a:lnTo>
                  <a:pt x="59" y="108"/>
                </a:lnTo>
                <a:cubicBezTo>
                  <a:pt x="58" y="109"/>
                  <a:pt x="56" y="109"/>
                  <a:pt x="55" y="109"/>
                </a:cubicBezTo>
                <a:close/>
                <a:moveTo>
                  <a:pt x="14" y="55"/>
                </a:moveTo>
                <a:lnTo>
                  <a:pt x="55" y="96"/>
                </a:lnTo>
                <a:lnTo>
                  <a:pt x="96" y="55"/>
                </a:lnTo>
                <a:lnTo>
                  <a:pt x="55" y="14"/>
                </a:lnTo>
                <a:lnTo>
                  <a:pt x="14" y="55"/>
                </a:lnTo>
                <a:close/>
              </a:path>
            </a:pathLst>
          </a:custGeom>
          <a:solidFill>
            <a:schemeClr val="accent1"/>
          </a:solidFill>
          <a:ln w="12700">
            <a:noFill/>
            <a:prstDash val="solid"/>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s-ES" sz="1800" b="0" i="0" u="none" strike="noStrike" kern="1200" cap="none" spc="0" normalizeH="0" baseline="0" noProof="0" dirty="0">
              <a:ln>
                <a:noFill/>
              </a:ln>
              <a:solidFill>
                <a:prstClr val="black"/>
              </a:solidFill>
              <a:effectLst/>
              <a:uLnTx/>
              <a:uFillTx/>
              <a:latin typeface="Arial" panose="020B0604020202020204"/>
              <a:ea typeface="Microsoft YaHei" panose="020B0503020204020204" pitchFamily="34" charset="-122"/>
              <a:cs typeface="+mn-cs"/>
            </a:endParaRPr>
          </a:p>
        </p:txBody>
      </p:sp>
      <p:sp>
        <p:nvSpPr>
          <p:cNvPr id="11" name="Freeform 159"/>
          <p:cNvSpPr>
            <a:spLocks noEditPoints="1"/>
          </p:cNvSpPr>
          <p:nvPr>
            <p:custDataLst>
              <p:tags r:id="rId6"/>
            </p:custDataLst>
          </p:nvPr>
        </p:nvSpPr>
        <p:spPr bwMode="auto">
          <a:xfrm>
            <a:off x="1969007" y="4372353"/>
            <a:ext cx="181896" cy="177458"/>
          </a:xfrm>
          <a:custGeom>
            <a:avLst/>
            <a:gdLst>
              <a:gd name="T0" fmla="*/ 55 w 109"/>
              <a:gd name="T1" fmla="*/ 109 h 109"/>
              <a:gd name="T2" fmla="*/ 51 w 109"/>
              <a:gd name="T3" fmla="*/ 108 h 109"/>
              <a:gd name="T4" fmla="*/ 2 w 109"/>
              <a:gd name="T5" fmla="*/ 59 h 109"/>
              <a:gd name="T6" fmla="*/ 2 w 109"/>
              <a:gd name="T7" fmla="*/ 51 h 109"/>
              <a:gd name="T8" fmla="*/ 51 w 109"/>
              <a:gd name="T9" fmla="*/ 2 h 109"/>
              <a:gd name="T10" fmla="*/ 59 w 109"/>
              <a:gd name="T11" fmla="*/ 2 h 109"/>
              <a:gd name="T12" fmla="*/ 108 w 109"/>
              <a:gd name="T13" fmla="*/ 51 h 109"/>
              <a:gd name="T14" fmla="*/ 109 w 109"/>
              <a:gd name="T15" fmla="*/ 55 h 109"/>
              <a:gd name="T16" fmla="*/ 108 w 109"/>
              <a:gd name="T17" fmla="*/ 59 h 109"/>
              <a:gd name="T18" fmla="*/ 59 w 109"/>
              <a:gd name="T19" fmla="*/ 108 h 109"/>
              <a:gd name="T20" fmla="*/ 55 w 109"/>
              <a:gd name="T21" fmla="*/ 109 h 109"/>
              <a:gd name="T22" fmla="*/ 14 w 109"/>
              <a:gd name="T23" fmla="*/ 55 h 109"/>
              <a:gd name="T24" fmla="*/ 55 w 109"/>
              <a:gd name="T25" fmla="*/ 96 h 109"/>
              <a:gd name="T26" fmla="*/ 96 w 109"/>
              <a:gd name="T27" fmla="*/ 55 h 109"/>
              <a:gd name="T28" fmla="*/ 55 w 109"/>
              <a:gd name="T29" fmla="*/ 14 h 109"/>
              <a:gd name="T30" fmla="*/ 14 w 109"/>
              <a:gd name="T31" fmla="*/ 55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9" h="109">
                <a:moveTo>
                  <a:pt x="55" y="109"/>
                </a:moveTo>
                <a:cubicBezTo>
                  <a:pt x="53" y="109"/>
                  <a:pt x="52" y="109"/>
                  <a:pt x="51" y="108"/>
                </a:cubicBezTo>
                <a:lnTo>
                  <a:pt x="2" y="59"/>
                </a:lnTo>
                <a:cubicBezTo>
                  <a:pt x="0" y="57"/>
                  <a:pt x="0" y="53"/>
                  <a:pt x="2" y="51"/>
                </a:cubicBezTo>
                <a:lnTo>
                  <a:pt x="51" y="2"/>
                </a:lnTo>
                <a:cubicBezTo>
                  <a:pt x="53" y="0"/>
                  <a:pt x="57" y="0"/>
                  <a:pt x="59" y="2"/>
                </a:cubicBezTo>
                <a:lnTo>
                  <a:pt x="108" y="51"/>
                </a:lnTo>
                <a:cubicBezTo>
                  <a:pt x="109" y="52"/>
                  <a:pt x="109" y="53"/>
                  <a:pt x="109" y="55"/>
                </a:cubicBezTo>
                <a:cubicBezTo>
                  <a:pt x="109" y="56"/>
                  <a:pt x="109" y="58"/>
                  <a:pt x="108" y="59"/>
                </a:cubicBezTo>
                <a:lnTo>
                  <a:pt x="59" y="108"/>
                </a:lnTo>
                <a:cubicBezTo>
                  <a:pt x="58" y="109"/>
                  <a:pt x="56" y="109"/>
                  <a:pt x="55" y="109"/>
                </a:cubicBezTo>
                <a:close/>
                <a:moveTo>
                  <a:pt x="14" y="55"/>
                </a:moveTo>
                <a:lnTo>
                  <a:pt x="55" y="96"/>
                </a:lnTo>
                <a:lnTo>
                  <a:pt x="96" y="55"/>
                </a:lnTo>
                <a:lnTo>
                  <a:pt x="55" y="14"/>
                </a:lnTo>
                <a:lnTo>
                  <a:pt x="14" y="55"/>
                </a:lnTo>
                <a:close/>
              </a:path>
            </a:pathLst>
          </a:custGeom>
          <a:solidFill>
            <a:schemeClr val="accent3"/>
          </a:solidFill>
          <a:ln w="12700">
            <a:noFill/>
            <a:prstDash val="solid"/>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s-ES" sz="1800" b="0" i="0" u="none" strike="noStrike" kern="1200" cap="none" spc="0" normalizeH="0" baseline="0" noProof="0" dirty="0">
              <a:ln>
                <a:noFill/>
              </a:ln>
              <a:solidFill>
                <a:prstClr val="black"/>
              </a:solidFill>
              <a:effectLst/>
              <a:uLnTx/>
              <a:uFillTx/>
              <a:latin typeface="Arial" panose="020B0604020202020204"/>
              <a:ea typeface="Microsoft YaHei" panose="020B0503020204020204" pitchFamily="34" charset="-122"/>
              <a:cs typeface="+mn-cs"/>
            </a:endParaRPr>
          </a:p>
        </p:txBody>
      </p:sp>
      <p:sp>
        <p:nvSpPr>
          <p:cNvPr id="17" name="Freeform 298"/>
          <p:cNvSpPr/>
          <p:nvPr>
            <p:custDataLst>
              <p:tags r:id="rId7"/>
            </p:custDataLst>
          </p:nvPr>
        </p:nvSpPr>
        <p:spPr bwMode="auto">
          <a:xfrm>
            <a:off x="11101499" y="3197526"/>
            <a:ext cx="146050" cy="144463"/>
          </a:xfrm>
          <a:custGeom>
            <a:avLst/>
            <a:gdLst>
              <a:gd name="T0" fmla="*/ 123 w 247"/>
              <a:gd name="T1" fmla="*/ 0 h 247"/>
              <a:gd name="T2" fmla="*/ 167 w 247"/>
              <a:gd name="T3" fmla="*/ 80 h 247"/>
              <a:gd name="T4" fmla="*/ 247 w 247"/>
              <a:gd name="T5" fmla="*/ 124 h 247"/>
              <a:gd name="T6" fmla="*/ 167 w 247"/>
              <a:gd name="T7" fmla="*/ 167 h 247"/>
              <a:gd name="T8" fmla="*/ 123 w 247"/>
              <a:gd name="T9" fmla="*/ 247 h 247"/>
              <a:gd name="T10" fmla="*/ 80 w 247"/>
              <a:gd name="T11" fmla="*/ 167 h 247"/>
              <a:gd name="T12" fmla="*/ 0 w 247"/>
              <a:gd name="T13" fmla="*/ 124 h 247"/>
              <a:gd name="T14" fmla="*/ 80 w 247"/>
              <a:gd name="T15" fmla="*/ 80 h 247"/>
              <a:gd name="T16" fmla="*/ 123 w 247"/>
              <a:gd name="T17"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7" h="247">
                <a:moveTo>
                  <a:pt x="123" y="0"/>
                </a:moveTo>
                <a:lnTo>
                  <a:pt x="167" y="80"/>
                </a:lnTo>
                <a:lnTo>
                  <a:pt x="247" y="124"/>
                </a:lnTo>
                <a:lnTo>
                  <a:pt x="167" y="167"/>
                </a:lnTo>
                <a:lnTo>
                  <a:pt x="123" y="247"/>
                </a:lnTo>
                <a:lnTo>
                  <a:pt x="80" y="167"/>
                </a:lnTo>
                <a:lnTo>
                  <a:pt x="0" y="124"/>
                </a:lnTo>
                <a:lnTo>
                  <a:pt x="80" y="80"/>
                </a:lnTo>
                <a:lnTo>
                  <a:pt x="123" y="0"/>
                </a:lnTo>
                <a:close/>
              </a:path>
            </a:pathLst>
          </a:custGeom>
          <a:solidFill>
            <a:schemeClr val="accent3"/>
          </a:solidFill>
          <a:ln w="12700">
            <a:solidFill>
              <a:schemeClr val="tx1"/>
            </a:solidFill>
            <a:prstDash val="solid"/>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s-ES" sz="1800" b="0" i="0" u="none" strike="noStrike" kern="1200" cap="none" spc="0" normalizeH="0" baseline="0" noProof="0" dirty="0">
              <a:ln>
                <a:noFill/>
              </a:ln>
              <a:solidFill>
                <a:prstClr val="black"/>
              </a:solidFill>
              <a:effectLst/>
              <a:uLnTx/>
              <a:uFillTx/>
              <a:latin typeface="Arial" panose="020B0604020202020204"/>
              <a:ea typeface="Microsoft YaHei" panose="020B0503020204020204" pitchFamily="34" charset="-122"/>
              <a:cs typeface="+mn-cs"/>
            </a:endParaRPr>
          </a:p>
        </p:txBody>
      </p:sp>
      <p:sp>
        <p:nvSpPr>
          <p:cNvPr id="18" name="Freeform 302"/>
          <p:cNvSpPr/>
          <p:nvPr>
            <p:custDataLst>
              <p:tags r:id="rId8"/>
            </p:custDataLst>
          </p:nvPr>
        </p:nvSpPr>
        <p:spPr bwMode="auto">
          <a:xfrm>
            <a:off x="11362690" y="1253490"/>
            <a:ext cx="129557" cy="129557"/>
          </a:xfrm>
          <a:custGeom>
            <a:avLst/>
            <a:gdLst>
              <a:gd name="T0" fmla="*/ 75 w 151"/>
              <a:gd name="T1" fmla="*/ 0 h 150"/>
              <a:gd name="T2" fmla="*/ 102 w 151"/>
              <a:gd name="T3" fmla="*/ 48 h 150"/>
              <a:gd name="T4" fmla="*/ 151 w 151"/>
              <a:gd name="T5" fmla="*/ 75 h 150"/>
              <a:gd name="T6" fmla="*/ 102 w 151"/>
              <a:gd name="T7" fmla="*/ 102 h 150"/>
              <a:gd name="T8" fmla="*/ 75 w 151"/>
              <a:gd name="T9" fmla="*/ 150 h 150"/>
              <a:gd name="T10" fmla="*/ 49 w 151"/>
              <a:gd name="T11" fmla="*/ 102 h 150"/>
              <a:gd name="T12" fmla="*/ 0 w 151"/>
              <a:gd name="T13" fmla="*/ 75 h 150"/>
              <a:gd name="T14" fmla="*/ 49 w 151"/>
              <a:gd name="T15" fmla="*/ 48 h 150"/>
              <a:gd name="T16" fmla="*/ 75 w 151"/>
              <a:gd name="T17" fmla="*/ 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1" h="150">
                <a:moveTo>
                  <a:pt x="75" y="0"/>
                </a:moveTo>
                <a:lnTo>
                  <a:pt x="102" y="48"/>
                </a:lnTo>
                <a:lnTo>
                  <a:pt x="151" y="75"/>
                </a:lnTo>
                <a:lnTo>
                  <a:pt x="102" y="102"/>
                </a:lnTo>
                <a:lnTo>
                  <a:pt x="75" y="150"/>
                </a:lnTo>
                <a:lnTo>
                  <a:pt x="49" y="102"/>
                </a:lnTo>
                <a:lnTo>
                  <a:pt x="0" y="75"/>
                </a:lnTo>
                <a:lnTo>
                  <a:pt x="49" y="48"/>
                </a:lnTo>
                <a:lnTo>
                  <a:pt x="75" y="0"/>
                </a:lnTo>
                <a:close/>
              </a:path>
            </a:pathLst>
          </a:custGeom>
          <a:solidFill>
            <a:schemeClr val="accent4"/>
          </a:solidFill>
          <a:ln w="12700">
            <a:solidFill>
              <a:schemeClr val="tx1"/>
            </a:solidFill>
            <a:prstDash val="solid"/>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s-ES" sz="1800" b="0" i="0" u="none" strike="noStrike" kern="1200" cap="none" spc="0" normalizeH="0" baseline="0" noProof="0" dirty="0">
              <a:ln>
                <a:noFill/>
              </a:ln>
              <a:solidFill>
                <a:prstClr val="black"/>
              </a:solidFill>
              <a:effectLst/>
              <a:uLnTx/>
              <a:uFillTx/>
              <a:latin typeface="Arial" panose="020B0604020202020204"/>
              <a:ea typeface="Microsoft YaHei" panose="020B0503020204020204" pitchFamily="34" charset="-122"/>
              <a:cs typeface="+mn-cs"/>
            </a:endParaRPr>
          </a:p>
        </p:txBody>
      </p:sp>
      <p:sp>
        <p:nvSpPr>
          <p:cNvPr id="25" name="Freeform 157"/>
          <p:cNvSpPr>
            <a:spLocks noEditPoints="1"/>
          </p:cNvSpPr>
          <p:nvPr>
            <p:custDataLst>
              <p:tags r:id="rId9"/>
            </p:custDataLst>
          </p:nvPr>
        </p:nvSpPr>
        <p:spPr bwMode="auto">
          <a:xfrm>
            <a:off x="10433905" y="2017746"/>
            <a:ext cx="177215" cy="163925"/>
          </a:xfrm>
          <a:custGeom>
            <a:avLst/>
            <a:gdLst>
              <a:gd name="T0" fmla="*/ 55 w 110"/>
              <a:gd name="T1" fmla="*/ 100 h 100"/>
              <a:gd name="T2" fmla="*/ 50 w 110"/>
              <a:gd name="T3" fmla="*/ 97 h 100"/>
              <a:gd name="T4" fmla="*/ 1 w 110"/>
              <a:gd name="T5" fmla="*/ 9 h 100"/>
              <a:gd name="T6" fmla="*/ 1 w 110"/>
              <a:gd name="T7" fmla="*/ 3 h 100"/>
              <a:gd name="T8" fmla="*/ 6 w 110"/>
              <a:gd name="T9" fmla="*/ 0 h 100"/>
              <a:gd name="T10" fmla="*/ 104 w 110"/>
              <a:gd name="T11" fmla="*/ 0 h 100"/>
              <a:gd name="T12" fmla="*/ 109 w 110"/>
              <a:gd name="T13" fmla="*/ 3 h 100"/>
              <a:gd name="T14" fmla="*/ 109 w 110"/>
              <a:gd name="T15" fmla="*/ 9 h 100"/>
              <a:gd name="T16" fmla="*/ 60 w 110"/>
              <a:gd name="T17" fmla="*/ 97 h 100"/>
              <a:gd name="T18" fmla="*/ 55 w 110"/>
              <a:gd name="T19" fmla="*/ 100 h 100"/>
              <a:gd name="T20" fmla="*/ 16 w 110"/>
              <a:gd name="T21" fmla="*/ 12 h 100"/>
              <a:gd name="T22" fmla="*/ 55 w 110"/>
              <a:gd name="T23" fmla="*/ 82 h 100"/>
              <a:gd name="T24" fmla="*/ 94 w 110"/>
              <a:gd name="T25" fmla="*/ 12 h 100"/>
              <a:gd name="T26" fmla="*/ 16 w 110"/>
              <a:gd name="T27" fmla="*/ 12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0" h="100">
                <a:moveTo>
                  <a:pt x="55" y="100"/>
                </a:moveTo>
                <a:cubicBezTo>
                  <a:pt x="53" y="100"/>
                  <a:pt x="51" y="98"/>
                  <a:pt x="50" y="97"/>
                </a:cubicBezTo>
                <a:lnTo>
                  <a:pt x="1" y="9"/>
                </a:lnTo>
                <a:cubicBezTo>
                  <a:pt x="0" y="7"/>
                  <a:pt x="0" y="5"/>
                  <a:pt x="1" y="3"/>
                </a:cubicBezTo>
                <a:cubicBezTo>
                  <a:pt x="2" y="2"/>
                  <a:pt x="4" y="0"/>
                  <a:pt x="6" y="0"/>
                </a:cubicBezTo>
                <a:lnTo>
                  <a:pt x="104" y="0"/>
                </a:lnTo>
                <a:cubicBezTo>
                  <a:pt x="106" y="0"/>
                  <a:pt x="108" y="2"/>
                  <a:pt x="109" y="3"/>
                </a:cubicBezTo>
                <a:cubicBezTo>
                  <a:pt x="110" y="5"/>
                  <a:pt x="110" y="7"/>
                  <a:pt x="109" y="9"/>
                </a:cubicBezTo>
                <a:lnTo>
                  <a:pt x="60" y="97"/>
                </a:lnTo>
                <a:cubicBezTo>
                  <a:pt x="59" y="98"/>
                  <a:pt x="57" y="100"/>
                  <a:pt x="55" y="100"/>
                </a:cubicBezTo>
                <a:close/>
                <a:moveTo>
                  <a:pt x="16" y="12"/>
                </a:moveTo>
                <a:lnTo>
                  <a:pt x="55" y="82"/>
                </a:lnTo>
                <a:lnTo>
                  <a:pt x="94" y="12"/>
                </a:lnTo>
                <a:lnTo>
                  <a:pt x="16" y="12"/>
                </a:lnTo>
                <a:close/>
              </a:path>
            </a:pathLst>
          </a:custGeom>
          <a:solidFill>
            <a:schemeClr val="tx1"/>
          </a:solidFill>
          <a:ln w="0">
            <a:noFill/>
            <a:prstDash val="solid"/>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s-ES" sz="1800" b="0" i="0" u="none" strike="noStrike" kern="1200" cap="none" spc="0" normalizeH="0" baseline="0" noProof="0" dirty="0">
              <a:ln>
                <a:noFill/>
              </a:ln>
              <a:solidFill>
                <a:prstClr val="black"/>
              </a:solidFill>
              <a:effectLst/>
              <a:uLnTx/>
              <a:uFillTx/>
              <a:latin typeface="Arial" panose="020B0604020202020204"/>
              <a:ea typeface="Microsoft YaHei" panose="020B0503020204020204" pitchFamily="34" charset="-122"/>
              <a:cs typeface="+mn-cs"/>
            </a:endParaRPr>
          </a:p>
        </p:txBody>
      </p:sp>
      <p:sp>
        <p:nvSpPr>
          <p:cNvPr id="2" name="矩形 1"/>
          <p:cNvSpPr/>
          <p:nvPr>
            <p:custDataLst>
              <p:tags r:id="rId10"/>
            </p:custDataLst>
          </p:nvPr>
        </p:nvSpPr>
        <p:spPr>
          <a:xfrm>
            <a:off x="2886710" y="4955540"/>
            <a:ext cx="6418580" cy="1139825"/>
          </a:xfrm>
          <a:prstGeom prst="rect">
            <a:avLst/>
          </a:prstGeom>
        </p:spPr>
        <p:txBody>
          <a:bodyPr wrap="square">
            <a:noAutofit/>
          </a:bodyPr>
          <a:lstStyle/>
          <a:p>
            <a:pPr marL="0" marR="0" lvl="0" indent="0" algn="ctr" defTabSz="914400" rtl="0" eaLnBrk="1" fontAlgn="auto" latinLnBrk="0" hangingPunct="1">
              <a:lnSpc>
                <a:spcPts val="2800"/>
              </a:lnSpc>
              <a:spcBef>
                <a:spcPts val="1500"/>
              </a:spcBef>
              <a:spcAft>
                <a:spcPts val="0"/>
              </a:spcAft>
              <a:buClrTx/>
              <a:buSzTx/>
              <a:buFontTx/>
              <a:buNone/>
              <a:defRPr/>
            </a:pPr>
            <a:r>
              <a:rPr kumimoji="0" lang="en-US" altLang="zh-CN" sz="2200" b="0" i="0" u="none" strike="noStrike" kern="1200" cap="none" spc="0" normalizeH="0" baseline="0" noProof="0" dirty="0">
                <a:ln>
                  <a:noFill/>
                </a:ln>
                <a:solidFill>
                  <a:prstClr val="black"/>
                </a:solidFill>
                <a:effectLst/>
                <a:uLnTx/>
                <a:uFillTx/>
                <a:latin typeface="Palatino Linotype" panose="02040502050505030304" charset="0"/>
                <a:ea typeface="Microsoft YaHei" panose="020B0503020204020204" pitchFamily="34" charset="-122"/>
                <a:cs typeface="Palatino Linotype" panose="02040502050505030304" charset="0"/>
              </a:rPr>
              <a:t>Gianforte School of Computing </a:t>
            </a:r>
          </a:p>
          <a:p>
            <a:pPr marL="0" marR="0" lvl="0" indent="0" algn="ctr" defTabSz="914400" rtl="0" eaLnBrk="1" fontAlgn="auto" latinLnBrk="0" hangingPunct="1">
              <a:lnSpc>
                <a:spcPts val="2800"/>
              </a:lnSpc>
              <a:spcBef>
                <a:spcPts val="0"/>
              </a:spcBef>
              <a:spcAft>
                <a:spcPts val="0"/>
              </a:spcAft>
              <a:buClrTx/>
              <a:buSzTx/>
              <a:buFontTx/>
              <a:buNone/>
              <a:defRPr/>
            </a:pPr>
            <a:r>
              <a:rPr kumimoji="0" lang="en-US" altLang="en-GB" sz="2200" b="0" i="0" u="none" strike="noStrike" kern="1200" cap="none" spc="0" normalizeH="0" baseline="0" noProof="0" dirty="0">
                <a:ln>
                  <a:noFill/>
                </a:ln>
                <a:solidFill>
                  <a:srgbClr val="000000"/>
                </a:solidFill>
                <a:effectLst/>
                <a:uLnTx/>
                <a:uFillTx/>
                <a:latin typeface="Palatino Linotype" panose="02040502050505030304" charset="0"/>
                <a:ea typeface="Microsoft YaHei" panose="020B0503020204020204" pitchFamily="34" charset="-122"/>
                <a:cs typeface="Palatino Linotype" panose="02040502050505030304" charset="0"/>
                <a:sym typeface="+mn-ea"/>
              </a:rPr>
              <a:t>Norm Asbjornson College of Engineering</a:t>
            </a:r>
          </a:p>
          <a:p>
            <a:pPr marL="0" marR="0" lvl="0" indent="0" algn="ctr" defTabSz="914400" rtl="0" eaLnBrk="1" fontAlgn="auto" latinLnBrk="0" hangingPunct="1">
              <a:lnSpc>
                <a:spcPts val="2800"/>
              </a:lnSpc>
              <a:spcBef>
                <a:spcPts val="0"/>
              </a:spcBef>
              <a:spcAft>
                <a:spcPts val="0"/>
              </a:spcAft>
              <a:buClrTx/>
              <a:buSzTx/>
              <a:buFontTx/>
              <a:buNone/>
              <a:defRPr/>
            </a:pPr>
            <a:r>
              <a:rPr kumimoji="0" lang="en-US" altLang="zh-CN" sz="2200" b="0" i="0" u="none" strike="noStrike" kern="1200" cap="none" spc="0" normalizeH="0" baseline="0" noProof="0" dirty="0">
                <a:ln>
                  <a:noFill/>
                </a:ln>
                <a:solidFill>
                  <a:prstClr val="black"/>
                </a:solidFill>
                <a:effectLst/>
                <a:uLnTx/>
                <a:uFillTx/>
                <a:latin typeface="Palatino Linotype" panose="02040502050505030304" charset="0"/>
                <a:ea typeface="Microsoft YaHei" panose="020B0503020204020204" pitchFamily="34" charset="-122"/>
                <a:cs typeface="Palatino Linotype" panose="02040502050505030304" charset="0"/>
              </a:rPr>
              <a:t>E-mail: fangtian.zhong@montana.edu</a:t>
            </a:r>
          </a:p>
          <a:p>
            <a:pPr marL="0" marR="0" lvl="0" indent="0" algn="ctr" defTabSz="914400" rtl="0" eaLnBrk="1" fontAlgn="auto" latinLnBrk="0" hangingPunct="1">
              <a:lnSpc>
                <a:spcPts val="2800"/>
              </a:lnSpc>
              <a:spcBef>
                <a:spcPts val="0"/>
              </a:spcBef>
              <a:spcAft>
                <a:spcPts val="0"/>
              </a:spcAft>
              <a:buClrTx/>
              <a:buSzTx/>
              <a:buFontTx/>
              <a:buNone/>
              <a:defRPr/>
            </a:pPr>
            <a:endParaRPr kumimoji="0" lang="en-US" altLang="zh-CN" sz="2200" b="0" i="0" u="none" strike="noStrike" kern="1200" cap="none" spc="0" normalizeH="0" baseline="0" noProof="0" dirty="0">
              <a:ln>
                <a:noFill/>
              </a:ln>
              <a:solidFill>
                <a:prstClr val="black"/>
              </a:solidFill>
              <a:effectLst/>
              <a:uLnTx/>
              <a:uFillTx/>
              <a:latin typeface="Palatino Linotype" panose="02040502050505030304" charset="0"/>
              <a:ea typeface="Microsoft YaHei" panose="020B0503020204020204" pitchFamily="34" charset="-122"/>
              <a:cs typeface="Palatino Linotype" panose="02040502050505030304" charset="0"/>
            </a:endParaRPr>
          </a:p>
        </p:txBody>
      </p:sp>
      <p:pic>
        <p:nvPicPr>
          <p:cNvPr id="13" name="图片 12"/>
          <p:cNvPicPr>
            <a:picLocks noChangeAspect="1"/>
          </p:cNvPicPr>
          <p:nvPr>
            <p:custDataLst>
              <p:tags r:id="rId11"/>
            </p:custDataLst>
          </p:nvPr>
        </p:nvPicPr>
        <p:blipFill>
          <a:blip r:embed="rId15"/>
          <a:stretch>
            <a:fillRect/>
          </a:stretch>
        </p:blipFill>
        <p:spPr>
          <a:xfrm>
            <a:off x="311785" y="46355"/>
            <a:ext cx="2063115" cy="1447165"/>
          </a:xfrm>
          <a:prstGeom prst="rect">
            <a:avLst/>
          </a:prstGeom>
          <a:noFill/>
          <a:ln w="9525">
            <a:noFill/>
          </a:ln>
        </p:spPr>
      </p:pic>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ppt_x"/>
                                          </p:val>
                                        </p:tav>
                                        <p:tav tm="100000">
                                          <p:val>
                                            <p:strVal val="#ppt_x"/>
                                          </p:val>
                                        </p:tav>
                                      </p:tavLst>
                                    </p:anim>
                                    <p:anim calcmode="lin" valueType="num">
                                      <p:cBhvr additive="base">
                                        <p:cTn id="16" dur="500" fill="hold"/>
                                        <p:tgtEl>
                                          <p:spTgt spid="11"/>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ppt_x"/>
                                          </p:val>
                                        </p:tav>
                                        <p:tav tm="100000">
                                          <p:val>
                                            <p:strVal val="#ppt_x"/>
                                          </p:val>
                                        </p:tav>
                                      </p:tavLst>
                                    </p:anim>
                                    <p:anim calcmode="lin" valueType="num">
                                      <p:cBhvr additive="base">
                                        <p:cTn id="20" dur="500" fill="hold"/>
                                        <p:tgtEl>
                                          <p:spTgt spid="18"/>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anim calcmode="lin" valueType="num">
                                      <p:cBhvr additive="base">
                                        <p:cTn id="23" dur="500" fill="hold"/>
                                        <p:tgtEl>
                                          <p:spTgt spid="25"/>
                                        </p:tgtEl>
                                        <p:attrNameLst>
                                          <p:attrName>ppt_x</p:attrName>
                                        </p:attrNameLst>
                                      </p:cBhvr>
                                      <p:tavLst>
                                        <p:tav tm="0">
                                          <p:val>
                                            <p:strVal val="#ppt_x"/>
                                          </p:val>
                                        </p:tav>
                                        <p:tav tm="100000">
                                          <p:val>
                                            <p:strVal val="#ppt_x"/>
                                          </p:val>
                                        </p:tav>
                                      </p:tavLst>
                                    </p:anim>
                                    <p:anim calcmode="lin" valueType="num">
                                      <p:cBhvr additive="base">
                                        <p:cTn id="24" dur="500" fill="hold"/>
                                        <p:tgtEl>
                                          <p:spTgt spid="25"/>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cBhvr additive="base">
                                        <p:cTn id="27" dur="500" fill="hold"/>
                                        <p:tgtEl>
                                          <p:spTgt spid="17"/>
                                        </p:tgtEl>
                                        <p:attrNameLst>
                                          <p:attrName>ppt_x</p:attrName>
                                        </p:attrNameLst>
                                      </p:cBhvr>
                                      <p:tavLst>
                                        <p:tav tm="0">
                                          <p:val>
                                            <p:strVal val="#ppt_x"/>
                                          </p:val>
                                        </p:tav>
                                        <p:tav tm="100000">
                                          <p:val>
                                            <p:strVal val="#ppt_x"/>
                                          </p:val>
                                        </p:tav>
                                      </p:tavLst>
                                    </p:anim>
                                    <p:anim calcmode="lin" valueType="num">
                                      <p:cBhvr additive="base">
                                        <p:cTn id="2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P spid="11" grpId="0" bldLvl="0" animBg="1"/>
      <p:bldP spid="17" grpId="0" bldLvl="0" animBg="1"/>
      <p:bldP spid="18" grpId="0" bldLvl="0" animBg="1"/>
      <p:bldP spid="25" grpId="0" bldLvl="0" animBg="1"/>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mY5MzdhMTM4MGYwZjY3MmUyNDAwYWI5ODI4MjA4MzU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6.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2.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4.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0.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6.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2.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8.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4.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0.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2.xml><?xml version="1.0" encoding="utf-8"?>
<p:tagLst xmlns:a="http://schemas.openxmlformats.org/drawingml/2006/main" xmlns:r="http://schemas.openxmlformats.org/officeDocument/2006/relationships" xmlns:p="http://schemas.openxmlformats.org/presentationml/2006/main">
  <p:tag name="KSO_WM_BEAUTIFY_FLAG" val=""/>
  <p:tag name="KSO_WM_UNIT_PLACING_PICTURE_USER_VIEWPORT" val="{&quot;height&quot;:4831.782531738281,&quot;width&quot;:8503.936767578125}"/>
</p:tagLst>
</file>

<file path=ppt/tags/tag2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4.xml><?xml version="1.0" encoding="utf-8"?>
<p:tagLst xmlns:a="http://schemas.openxmlformats.org/drawingml/2006/main" xmlns:r="http://schemas.openxmlformats.org/officeDocument/2006/relationships" xmlns:p="http://schemas.openxmlformats.org/presentationml/2006/main">
  <p:tag name="KSO_WM_SPECIAL_SOURCE" val="bdnull"/>
  <p:tag name="KSO_WM_SLIDE_ID" val="diagram20227964_3"/>
  <p:tag name="KSO_WM_TEMPLATE_SUBCATEGORY" val="0"/>
  <p:tag name="KSO_WM_TEMPLATE_MASTER_TYPE" val="1"/>
  <p:tag name="KSO_WM_TEMPLATE_COLOR_TYPE" val="0"/>
  <p:tag name="KSO_WM_SLIDE_INDEX" val="3"/>
  <p:tag name="KSO_WM_TAG_VERSION" val="1.0"/>
  <p:tag name="KSO_WM_BEAUTIFY_FLAG" val="#wm#"/>
  <p:tag name="KSO_WM_TEMPLATE_CATEGORY" val="diagram"/>
  <p:tag name="KSO_WM_TEMPLATE_INDEX" val="20227964"/>
  <p:tag name="KSO_WM_SLIDE_TYPE" val="text"/>
  <p:tag name="KSO_WM_SLIDE_SUBTYPE" val="diag"/>
  <p:tag name="KSO_WM_SLIDE_ITEM_CNT" val="3"/>
  <p:tag name="KSO_WM_SLIDE_SIZE" val="913.55*403"/>
  <p:tag name="KSO_WM_SLIDE_POSITION" val="0*66.25"/>
  <p:tag name="KSO_WM_DIAGRAM_GROUP_CODE" val="l1-1"/>
  <p:tag name="KSO_WM_SLIDE_DIAGTYPE" val="l"/>
  <p:tag name="KSO_WM_SLIDE_LAYOUT" val="l"/>
  <p:tag name="KSO_WM_SLIDE_LAYOUT_CNT" val="1"/>
</p:tagLst>
</file>

<file path=ppt/tags/tag2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4.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34_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70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chemeClr val="tx1"/>
          </a:solidFill>
        </a:ln>
      </a:spPr>
      <a:bodyPr/>
      <a:lstStyle/>
      <a:style>
        <a:lnRef idx="2">
          <a:schemeClr val="accent1"/>
        </a:lnRef>
        <a:fillRef idx="0">
          <a:srgbClr val="FFFFFF"/>
        </a:fillRef>
        <a:effectRef idx="0">
          <a:srgbClr val="FFFFFF"/>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72_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69_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92_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93_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94_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95_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96_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97_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98_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99_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00_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101_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102_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103_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104_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105_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109_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1.xml><?xml version="1.0" encoding="utf-8"?>
<a:theme xmlns:a="http://schemas.openxmlformats.org/drawingml/2006/main" name="110_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2.xml><?xml version="1.0" encoding="utf-8"?>
<a:theme xmlns:a="http://schemas.openxmlformats.org/drawingml/2006/main" name="111_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3.xml><?xml version="1.0" encoding="utf-8"?>
<a:theme xmlns:a="http://schemas.openxmlformats.org/drawingml/2006/main" name="112_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4.xml><?xml version="1.0" encoding="utf-8"?>
<a:theme xmlns:a="http://schemas.openxmlformats.org/drawingml/2006/main" name="113_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5.xml><?xml version="1.0" encoding="utf-8"?>
<a:theme xmlns:a="http://schemas.openxmlformats.org/drawingml/2006/main" name="114_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6.xml><?xml version="1.0" encoding="utf-8"?>
<a:theme xmlns:a="http://schemas.openxmlformats.org/drawingml/2006/main" name="115_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7.xml><?xml version="1.0" encoding="utf-8"?>
<a:theme xmlns:a="http://schemas.openxmlformats.org/drawingml/2006/main" name="116_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8.xml><?xml version="1.0" encoding="utf-8"?>
<a:theme xmlns:a="http://schemas.openxmlformats.org/drawingml/2006/main" name="118_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9.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TotalTime>
  <Words>1180</Words>
  <Application>Microsoft Office PowerPoint</Application>
  <PresentationFormat>宽屏</PresentationFormat>
  <Paragraphs>150</Paragraphs>
  <Slides>29</Slides>
  <Notes>1</Notes>
  <HiddenSlides>0</HiddenSlides>
  <MMClips>0</MMClips>
  <ScaleCrop>false</ScaleCrop>
  <HeadingPairs>
    <vt:vector size="6" baseType="variant">
      <vt:variant>
        <vt:lpstr>已用的字体</vt:lpstr>
      </vt:variant>
      <vt:variant>
        <vt:i4>7</vt:i4>
      </vt:variant>
      <vt:variant>
        <vt:lpstr>主题</vt:lpstr>
      </vt:variant>
      <vt:variant>
        <vt:i4>28</vt:i4>
      </vt:variant>
      <vt:variant>
        <vt:lpstr>幻灯片标题</vt:lpstr>
      </vt:variant>
      <vt:variant>
        <vt:i4>29</vt:i4>
      </vt:variant>
    </vt:vector>
  </HeadingPairs>
  <TitlesOfParts>
    <vt:vector size="64" baseType="lpstr">
      <vt:lpstr>等线</vt:lpstr>
      <vt:lpstr>Arial</vt:lpstr>
      <vt:lpstr>Arial Black</vt:lpstr>
      <vt:lpstr>Calibri</vt:lpstr>
      <vt:lpstr>Palatino Linotype</vt:lpstr>
      <vt:lpstr>Times New Roman</vt:lpstr>
      <vt:lpstr>Wingdings</vt:lpstr>
      <vt:lpstr>Office 主题</vt:lpstr>
      <vt:lpstr>134_自定义设计方案</vt:lpstr>
      <vt:lpstr>70_自定义设计方案</vt:lpstr>
      <vt:lpstr>72_自定义设计方案</vt:lpstr>
      <vt:lpstr>69_自定义设计方案</vt:lpstr>
      <vt:lpstr>92_自定义设计方案</vt:lpstr>
      <vt:lpstr>93_自定义设计方案</vt:lpstr>
      <vt:lpstr>94_自定义设计方案</vt:lpstr>
      <vt:lpstr>95_自定义设计方案</vt:lpstr>
      <vt:lpstr>96_自定义设计方案</vt:lpstr>
      <vt:lpstr>97_自定义设计方案</vt:lpstr>
      <vt:lpstr>98_自定义设计方案</vt:lpstr>
      <vt:lpstr>99_自定义设计方案</vt:lpstr>
      <vt:lpstr>100_自定义设计方案</vt:lpstr>
      <vt:lpstr>101_自定义设计方案</vt:lpstr>
      <vt:lpstr>102_自定义设计方案</vt:lpstr>
      <vt:lpstr>103_自定义设计方案</vt:lpstr>
      <vt:lpstr>104_自定义设计方案</vt:lpstr>
      <vt:lpstr>105_自定义设计方案</vt:lpstr>
      <vt:lpstr>109_自定义设计方案</vt:lpstr>
      <vt:lpstr>110_自定义设计方案</vt:lpstr>
      <vt:lpstr>111_自定义设计方案</vt:lpstr>
      <vt:lpstr>112_自定义设计方案</vt:lpstr>
      <vt:lpstr>113_自定义设计方案</vt:lpstr>
      <vt:lpstr>114_自定义设计方案</vt:lpstr>
      <vt:lpstr>115_自定义设计方案</vt:lpstr>
      <vt:lpstr>116_自定义设计方案</vt:lpstr>
      <vt:lpstr>118_自定义设计方案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Liping</dc:creator>
  <cp:lastModifiedBy>卓雲 钱</cp:lastModifiedBy>
  <cp:revision>119</cp:revision>
  <dcterms:created xsi:type="dcterms:W3CDTF">2023-11-30T17:16:08Z</dcterms:created>
  <dcterms:modified xsi:type="dcterms:W3CDTF">2024-03-05T03:08:52Z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A1378116E481472FA6251A948E06C9AB_12</vt:lpwstr>
  </property>
  <property fmtid="{D5CDD505-2E9C-101B-9397-08002B2CF9AE}" pid="3" name="KSOProductBuildVer">
    <vt:lpwstr>1033-4.9.0.7859</vt:lpwstr>
  </property>
</Properties>
</file>