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comments/modernComment_1B3_9478AC1A.xml" ContentType="application/vnd.ms-powerpoint.comment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comments/modernComment_1B5_42F0A59C.xml" ContentType="application/vnd.ms-powerpoint.comment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8.xml" ContentType="application/vnd.openxmlformats-officedocument.presentationml.notesSlide+xml"/>
  <Override PartName="/ppt/comments/modernComment_1B7_9C6B9A6C.xml" ContentType="application/vnd.ms-powerpoint.comment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9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423" r:id="rId2"/>
    <p:sldId id="424" r:id="rId3"/>
    <p:sldId id="429" r:id="rId4"/>
    <p:sldId id="434" r:id="rId5"/>
    <p:sldId id="435" r:id="rId6"/>
    <p:sldId id="436" r:id="rId7"/>
    <p:sldId id="437" r:id="rId8"/>
    <p:sldId id="439" r:id="rId9"/>
    <p:sldId id="438" r:id="rId10"/>
    <p:sldId id="427" r:id="rId11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9CB068E-0DAD-188A-5234-4F0D95AC1878}" name="卓雲 钱" initials="卓钱" userId="e9c72fbd0d489e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322"/>
  </p:normalViewPr>
  <p:slideViewPr>
    <p:cSldViewPr snapToGrid="0">
      <p:cViewPr varScale="1">
        <p:scale>
          <a:sx n="89" d="100"/>
          <a:sy n="89" d="100"/>
        </p:scale>
        <p:origin x="178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modernComment_1B3_9478AC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41EED4-9A23-4EA0-88A5-2EF8BF4F1D8E}" authorId="{E9CB068E-0DAD-188A-5234-4F0D95AC1878}" created="2023-11-29T14:24:12.688">
    <pc:sldMkLst xmlns:pc="http://schemas.microsoft.com/office/powerpoint/2013/main/command">
      <pc:docMk/>
      <pc:sldMk cId="2490936346" sldId="435"/>
    </pc:sldMkLst>
    <p188:txBody>
      <a:bodyPr/>
      <a:lstStyle/>
      <a:p>
        <a:r>
          <a:rPr lang="zh-CN" altLang="en-US"/>
          <a:t>函数调用的时候不是会自己分配一块栈空间嘛？</a:t>
        </a:r>
      </a:p>
    </p188:txBody>
  </p188:cm>
</p188:cmLst>
</file>

<file path=ppt/comments/modernComment_1B5_42F0A59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7C88E66-AAD0-44D9-B9F8-22CA38F2C88C}" authorId="{E9CB068E-0DAD-188A-5234-4F0D95AC1878}" created="2023-11-29T14:34:03.65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123067292" sldId="437"/>
      <ac:picMk id="4" creationId="{0E63C823-1FD9-3A2E-16AA-7264C181A728}"/>
    </ac:deMkLst>
    <p188:txBody>
      <a:bodyPr/>
      <a:lstStyle/>
      <a:p>
        <a:r>
          <a:rPr lang="zh-CN" altLang="en-US"/>
          <a:t>这部分有点奇怪，meeting的时候如果需要，我实操展示一下。我记得TEB结构中有一个值存的是自己的地址。GetTebAddress()这个函数就是找的这个值</a:t>
        </a:r>
      </a:p>
    </p188:txBody>
  </p188:cm>
</p188:cmLst>
</file>

<file path=ppt/comments/modernComment_1B7_9C6B9A6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B66DDE-EB28-4320-8F4C-7A0873EFCC0E}" authorId="{E9CB068E-0DAD-188A-5234-4F0D95AC1878}" created="2023-11-29T13:02:12.685">
    <pc:sldMkLst xmlns:pc="http://schemas.microsoft.com/office/powerpoint/2013/main/command">
      <pc:docMk/>
      <pc:sldMk cId="2624297580" sldId="439"/>
    </pc:sldMkLst>
    <p188:txBody>
      <a:bodyPr/>
      <a:lstStyle/>
      <a:p>
        <a:r>
          <a:rPr lang="zh-CN" altLang="en-US"/>
          <a:t>拿到这个.c文件后不知道该从哪下手去分析它。有啥教程之类的嘛？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028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149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217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026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742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043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885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3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microsoft.com/office/2018/10/relationships/comments" Target="../comments/modernComment_1B3_9478AC1A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2.xml"/><Relationship Id="rId7" Type="http://schemas.openxmlformats.org/officeDocument/2006/relationships/image" Target="../media/image5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microsoft.com/office/2018/10/relationships/comments" Target="../comments/modernComment_1B5_42F0A59C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7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microsoft.com/office/2018/10/relationships/comments" Target="../comments/modernComment_1B7_9C6B9A6C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Solve the problem in this slides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study of week04(this week finish the study of Assembly Basic)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Quiz1 and Assignment3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Be confused about how to do the quiz1.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About the far point and the near pointer.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600" b="0" i="0" dirty="0">
                  <a:solidFill>
                    <a:srgbClr val="FF0000"/>
                  </a:solidFill>
                  <a:effectLst/>
                  <a:latin typeface="Segoe UI" panose="020B0502040204020203" pitchFamily="34" charset="0"/>
                </a:rPr>
                <a:t>C pointers were described as near or far, depending on whether they included a segment or not: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know how to judge a C pointer , but why? Can  an assemble program contain multiple data segments or code segments?</a:t>
              </a:r>
              <a:endParaRPr lang="en-US" altLang="zh-CN" sz="1700" dirty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62880AC-119B-7BC1-A2AC-1E8D08439A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2" y="3429000"/>
            <a:ext cx="12192000" cy="282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783205"/>
            <a:chOff x="839" y="1816"/>
            <a:chExt cx="8083" cy="4383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3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value at the [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Rdx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+ 0x10] is not the image base of the program.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wonder how does he know that?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guess the thread context , got by the API `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GetTHreadContext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` , is different between suspended thread and current thread? 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6A3D05-A1B4-CA8E-7465-DBC70090B5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046" y="3172977"/>
            <a:ext cx="7034954" cy="338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27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0540" y="1153160"/>
            <a:ext cx="5132705" cy="2832735"/>
            <a:chOff x="804" y="1816"/>
            <a:chExt cx="8083" cy="4461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04" y="2401"/>
              <a:ext cx="8083" cy="3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Why I need to allocate the stack space for the function “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printf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”? And what does this space use? To store the parameter passed to the function?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The function will  deal with the stack itself ?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D4DFD3-78D9-6B54-FD3D-E1A38D1713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0214" y="4418437"/>
            <a:ext cx="8027719" cy="198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9363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0540" y="1153160"/>
            <a:ext cx="5132705" cy="2832735"/>
            <a:chOff x="804" y="1816"/>
            <a:chExt cx="8083" cy="4461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04" y="2401"/>
              <a:ext cx="8083" cy="3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In real mode, the address of “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:[60h]” follows the format “segment : offset. The real address of it is segment * 0x10 + offset.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But I can not get the real value of GS by this way.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CC8C2B-069C-A60A-9B77-A07770A690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165" y="3621977"/>
            <a:ext cx="9018534" cy="333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173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0540" y="1153160"/>
            <a:ext cx="5132705" cy="2832735"/>
            <a:chOff x="804" y="1816"/>
            <a:chExt cx="8083" cy="4461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04" y="2401"/>
              <a:ext cx="8083" cy="3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__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readgsqword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(0x0) the return value of it is zero why?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think the value stored in the GS, is the address of TEB, but I found it is the zero.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BA2DC3B-5FE3-035A-BDE5-B864F3DF27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239" y="0"/>
            <a:ext cx="5460761" cy="363302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E63C823-1FD9-3A2E-16AA-7264C181A7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3075" y="3633021"/>
            <a:ext cx="663892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672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0540" y="1153160"/>
            <a:ext cx="5132705" cy="2832735"/>
            <a:chOff x="804" y="1816"/>
            <a:chExt cx="8083" cy="4461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04" y="2401"/>
              <a:ext cx="8083" cy="3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have no idea how to do that. I do not know how to analyze 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malware.c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file. 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😔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B35439-4AAE-F674-7CD3-2648600D93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3896" y="116692"/>
            <a:ext cx="397192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2975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0540" y="1153160"/>
            <a:ext cx="5132705" cy="2832735"/>
            <a:chOff x="804" y="1816"/>
            <a:chExt cx="8083" cy="4461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04" y="2401"/>
              <a:ext cx="8083" cy="3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Emmm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…do you have a free one? 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😔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98E2BD-FEFC-8D60-C58F-B4C5D6AEB4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7023" y="3613181"/>
            <a:ext cx="6764977" cy="290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560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Study task: week05 to quiz1 Due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Write a blog mainly about how to get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Teb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and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Peb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471B34-6092-BF94-D267-4CED90A2AA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6360" y="-1760"/>
            <a:ext cx="5525640" cy="302895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400</Words>
  <Application>Microsoft Office PowerPoint</Application>
  <PresentationFormat>宽屏</PresentationFormat>
  <Paragraphs>66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微软雅黑</vt:lpstr>
      <vt:lpstr>Arial</vt:lpstr>
      <vt:lpstr>Calibri</vt:lpstr>
      <vt:lpstr>Calibri Light</vt:lpstr>
      <vt:lpstr>Palatino Linotype</vt:lpstr>
      <vt:lpstr>Segoe UI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33</cp:revision>
  <dcterms:created xsi:type="dcterms:W3CDTF">2022-09-21T15:51:00Z</dcterms:created>
  <dcterms:modified xsi:type="dcterms:W3CDTF">2023-11-29T14:37:47Z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