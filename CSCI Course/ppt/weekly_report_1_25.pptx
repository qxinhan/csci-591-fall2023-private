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AC_1E0F29AE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AD_4DD0FB0B.xml" ContentType="application/vnd.ms-powerpoint.comment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AE_FDF5604E.xml" ContentType="application/vnd.ms-powerpoint.comments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AF_D3951D19.xml" ContentType="application/vnd.ms-powerpoint.comments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423" r:id="rId2"/>
    <p:sldId id="424" r:id="rId3"/>
    <p:sldId id="428" r:id="rId4"/>
    <p:sldId id="429" r:id="rId5"/>
    <p:sldId id="430" r:id="rId6"/>
    <p:sldId id="431" r:id="rId7"/>
    <p:sldId id="432" r:id="rId8"/>
    <p:sldId id="427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AC_1E0F29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85BDA8-E8AC-4488-8154-5242E51BA9FA}" authorId="{E9CB068E-0DAD-188A-5234-4F0D95AC1878}" created="2024-01-25T02:27:09.209">
    <pc:sldMkLst xmlns:pc="http://schemas.microsoft.com/office/powerpoint/2013/main/command">
      <pc:docMk/>
      <pc:sldMk cId="504310190" sldId="428"/>
    </pc:sldMkLst>
    <p188:txBody>
      <a:bodyPr/>
      <a:lstStyle/>
      <a:p>
        <a:r>
          <a:rPr lang="zh-CN" altLang="en-US"/>
          <a:t>看注释，直接去看源代码的注释</a:t>
        </a:r>
      </a:p>
    </p188:txBody>
  </p188:cm>
</p188:cmLst>
</file>

<file path=ppt/comments/modernComment_1AD_4DD0FB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1C5243-E370-4C83-B4DD-A64DBA3D8693}" authorId="{E9CB068E-0DAD-188A-5234-4F0D95AC1878}" created="2024-01-25T02:31:37.756">
    <pc:sldMkLst xmlns:pc="http://schemas.microsoft.com/office/powerpoint/2013/main/command">
      <pc:docMk/>
      <pc:sldMk cId="1305541387" sldId="429"/>
    </pc:sldMkLst>
    <p188:txBody>
      <a:bodyPr/>
      <a:lstStyle/>
      <a:p>
        <a:r>
          <a:rPr lang="zh-CN" altLang="en-US"/>
          <a:t>Obj.import['function name']</a:t>
        </a:r>
      </a:p>
    </p188:txBody>
  </p188:cm>
</p188:cmLst>
</file>

<file path=ppt/comments/modernComment_1AE_FDF560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3B1F25-970C-4DBE-84E4-5B6EF7E0F81A}" authorId="{E9CB068E-0DAD-188A-5234-4F0D95AC1878}" created="2024-01-25T02:36:17.650">
    <pc:sldMkLst xmlns:pc="http://schemas.microsoft.com/office/powerpoint/2013/main/command">
      <pc:docMk/>
      <pc:sldMk cId="4260716622" sldId="430"/>
    </pc:sldMkLst>
    <p188:txBody>
      <a:bodyPr/>
      <a:lstStyle/>
      <a:p>
        <a:r>
          <a:rPr lang="zh-CN" altLang="en-US"/>
          <a:t>This linked_addr is the relative addr of exe
The relative_addr 
Slides 20</a:t>
        </a:r>
      </a:p>
    </p188:txBody>
  </p188:cm>
</p188:cmLst>
</file>

<file path=ppt/comments/modernComment_1AF_D3951D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A22923-B5CE-4F5B-8950-22F62453E54C}" authorId="{E9CB068E-0DAD-188A-5234-4F0D95AC1878}" created="2024-01-25T03:02:38.586">
    <pc:sldMkLst xmlns:pc="http://schemas.microsoft.com/office/powerpoint/2013/main/command">
      <pc:docMk/>
      <pc:sldMk cId="3549764889" sldId="431"/>
    </pc:sldMkLst>
    <p188:txBody>
      <a:bodyPr/>
      <a:lstStyle/>
      <a:p>
        <a:r>
          <a:rPr lang="zh-CN" altLang="en-US"/>
          <a:t>&gt;&gt;&gt; obj = proj.loader.main_object
&gt;&gt;&gt; Exit = obj.imports["exit"]
&gt;&gt;&gt; Exit
&lt;cle.backends.pe.relocation.generic.DllImport object at 0x000002076B67A820&gt;
&gt;&gt;&gt; Exit.is_import
True
看一下source code，这个地址相关问题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1:44:19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24575,'7'0'0,"0"-1"0,0-1 0,0 1 0,-1-1 0,1 0 0,10-5 0,-8 3 0,0 1 0,16-4 0,78-7 0,72-24 0,-92 21 0,65-16 0,-112 25 0,-23 5 0,0 1 0,24-3 0,70 7 0,50-3 0,-112-7 0,-33 5 0,0 1 0,18-2 0,-9 4 0,156 1 0,-169 1 0,-1 0 0,1 0 0,-1 0 0,0 1 0,0 0 0,0 1 0,0 0 0,-1 0 0,7 5 0,-2-2 0,0 0 0,12 5 0,-9-7 0,0 0 0,0-1 0,1-1 0,19 3 0,6 0 0,-22-2 0,0-2 0,23 2 0,-25-4 0,0 0 0,1 2 0,23 5 0,-13-3 0,1-1 0,-1-1 0,0-1 0,28-3 0,6 0 0,-34 3 0,36 7 0,-36-4 0,37 0 0,-50-3 0,0 0 0,0 1 0,-1 1 0,1 0 0,14 6 0,-3-2 0,-2 0 0,0-2 0,0 0 0,1-2 0,41 2 0,562-6 0,-610 2 0,-1 0 0,19 5 0,-17-2 0,28 1 0,169-6 0,-201 0 0,0 0 0,26-7 0,-9 2 0,29-10 0,-48 11 0,0 2 0,1-1 0,0 2 0,24-3 0,-16 5 0,-1 0 0,-1-1 0,0 0 0,25-6 0,-30 5 0,0 0 0,1 1 0,16 0 0,-18 1 0,0 0 0,1-1 0,24-5 0,83-21 0,-49 13 0,-48 8 0,1 1 0,0 2 0,28-2 0,43 7 0,88-3 0,-129-7 0,-34 4 0,35-1 0,-31 4 0,37-8 0,-17 3 0,0-2 0,-27 4 0,35-1 0,-30 3 0,25-5 0,-26 4 0,33-2 0,666 5 0,-320 1 0,-385 0 0,1 0 0,18 5 0,-17-3 0,28 2 0,61-6 0,49 3 0,-112 6 0,-32-5 0,-1-1 0,21 2 0,10-4 0,-21 0 0,-1 0 0,1 2 0,30 5 0,-37-4 0,0-2 0,0 1 0,18-2 0,-23-1 0,0 1 0,1 0 0,-1 1 0,1 0 0,-1 1 0,0 0 0,0 0 0,0 0 0,10 6 0,96 58 0,-110-63 0,1-1 0,0 1 0,0-1 0,0 0 0,0 0 0,0 0 0,0-1 0,0 0 0,8 0 0,10 0 0,26-3 0,-10 0 0,208 2 0,-236-1 0,1 0 0,21-5 0,-21 3 0,1 0 0,15 0 0,-11 3 0,1-1 0,33-7 0,48-25 60,-53 16-1485,-36 14-5401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1:44:24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24575,'0'-1'0,"1"1"0,-1-1 0,0 0 0,1 0 0,-1 1 0,1-1 0,-1 0 0,0 1 0,1-1 0,0 1 0,-1-1 0,1 0 0,-1 1 0,1-1 0,0 1 0,-1 0 0,1-1 0,0 1 0,1-1 0,17-7 0,-17 7 0,30-9 0,51-10 0,-42 11 0,-20 6 0,34-3 0,11-1 0,-24 2 0,1 2 0,75 4 0,-40 0 0,-39 0 0,-1-1 0,0-1 0,61-9 0,-80 8 0,0 0 0,23 1 0,10-1 0,-7-6 0,-33 5 0,-1 1 0,20-2 0,-16 3 0,27-6 0,-28 4 0,30-2 0,161 4 0,-96 2 0,-93-2 0,1 0 0,18-5 0,-17 2 0,28-1 0,280 5 0,-157 1 0,-157-2 0,1 0 0,21-6 0,-21 4 0,1 1 0,15-1 0,319 2 0,-168 2 0,-168 0 0,1 0 0,21 6 0,-21-4 0,1-1 0,15 1 0,308-2 0,-162-2 0,-163 0 0,1 0 0,21-6 0,-21 4 0,1 1 0,15-1 0,341 2 0,-179 2 0,-175 0 0,1 1 0,18 4 0,-17-3 0,28 2 0,63-6 0,45 2 0,-132 2 0,40 12 0,3 0 0,-29-7 0,-23-5 0,0-1 0,23 2 0,-12-2 0,24 5 0,-26-4 0,34 2 0,753-5 0,-365-1 0,-431 1 0,-1-2 0,22-4 0,-20 3 0,-1 1 0,16-1 0,-18 2 0,7 1 0,0-1 0,0-1 0,23-5 0,19-2 0,-5 1 0,-27 4 0,0 1 0,0 1 0,52 4 0,-19-1 0,-40-1 0,15 1 0,-1-2 0,54-9 0,-13 2 0,-3 0 0,-32 2 0,1 3 0,78 4 0,-43 0 0,-52 0 0,-3-1 0,1 0 0,0-2 0,39-7 0,-36 5 0,1 1 0,-1 1 0,1 1 0,31 3 0,3 0 0,-38-2 0,0 1 0,0-2 0,0 0 0,40-8 0,-45 6-121,1 1 0,0 0-1,32 2 1,-34 0-759,-3 0-5946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2:19:27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24575,'0'3'0,"0"21"0,4 36 0,-3-51 0,1 0 0,0 0 0,1 0 0,0 0 0,1-1 0,-1 1 0,7 9 0,-3-5 0,-1 1 0,-1 0 0,0 0 0,0 1 0,3 28 0,-3-21 0,10 34 0,9 18 0,-12-36 0,24 54 0,-4-19 0,9 18 0,92 173 0,-80-186 0,-44-65 0,20 21 0,-8-10 0,-9-13 0,0 0 0,0-1 0,1 0 0,0-1 0,1-1 0,0 0 0,28 11 0,-12-7 0,-16-7 0,23 11 0,-22-9 0,0 0 0,1-1 0,0-1 0,22 4 0,-17-4 0,-1 0 0,22 10 0,-11-4 0,0-1 0,44 8 0,-40-10 0,22 6 0,87 32 0,-131-42 0,0 0 0,0-1 0,0-1 0,16 1 0,12 3 0,72 17-1301,38 7 52,-65-16 1249,-35-5 0,76 4 0,-104-12 0,26 6 0,-27-4 0,33 2 0,-41-5 0,17 0 0,0 1 0,41 7 0,-34-3 708,1-1 0,76-5 0,-43 0-282,8 0-426,87 2 0,-112 7 0,-34-4 0,35 1 0,307-6 0,-346 0 0,-1 0 0,20-5 0,-19 3 0,29-2 0,-15 4 0,54-8 0,-35 0 0,0 2 0,80 0 0,217 7 0,-331-1 0,0 0 0,20-5 0,-19 3 0,30-3 0,290 6-1007,-162 1 632,-159-2 375,0-1 0,20-4 0,-19 3 0,29-2 0,-46 5 0,31-1 0,53-8 0,-63 7 221,1 0 0,24 1 0,-26 1 19,0-1 0,33-5-1,-30 2-239,0 1 0,43 1 0,3 0 0,30-14 0,-23 6 0,-20 2 0,59-8 0,-66 9 0,-26 3 0,37-1 0,-38 3 0,-1 0 0,0-2 0,0 0 0,0-1 0,38-15 0,-57 19 0,63-16 0,-43 12 0,60-12 0,1 1 0,-1-1 0,84-15 0,-68 15 0,-16 1 0,84-17 0,-68 16 0,18 1 0,42-23 0,-75 22 0,-54 11 0,45-15 0,-22 5 0,47-1 0,61-21 0,-103 24 0,33-6 0,25-6 0,-65 12 0,34-11 0,47-8 0,-77 20 0,-31 7 0,0 0 0,41-3 0,-47 8 0,0-1 0,0-1 0,29-10 0,-12 0 0,59-33 0,-30 14 0,-33 16 0,0-1 0,0-1 0,-2-2 0,0 0 0,38-39 0,-49 44 0,-15 14 0,0 0 0,0 0 0,-1-1 0,1 1 0,0-1 0,0 1 0,-1-1 0,1 1 0,-1-1 0,0 0 0,0 0 0,1 0 0,-1 0 0,0 0 0,0 0 0,-1 0 0,1 0 0,0 0 0,-1-1 0,1 1 0,-1 0 0,0 0 0,0-1 0,0 1 0,0 0 0,0-4 0,-1 3 0,0-1 0,0 1 0,0-1 0,0 1 0,0 0 0,-1-1 0,0 1 0,1 0 0,-1 0 0,0 0 0,-1 0 0,1 1 0,0-1 0,-1 1 0,0-1 0,-3-2 0,-6-3 0,1 1 0,-1 1 0,-14-6 0,-7-5 0,-66-30 0,51 26 0,21 11 0,0 0 0,-39-7 0,-217-28-2629,249 41 2332,-93-6-1397,29 4 1443,-165 0-2651,73 5 1125,84-7 1777,-38 0 0,-1086 8 7835,1154-1-6698,-85 3-1570,-1 14 433,39 0 0,16 0-177,-27 2-71,77-11 248,-34 2 0,62-7 0,-1 1 0,-31 8 0,33-5 0,0-2 0,-42 3 0,40-7 0,-3-1 0,1 2 0,-53 8 0,48-4 201,-1-2 1,0-1-1,-40-4 0,6 0 58,38 2 7,-9 1-231,1-2 1,-54-9-1,67 6-470,-31 0 0,31 3 354,-34-6 1,21 2 80,1 1 0,-79 5 0,43 0 0,-1194-1 1031,1253-1-1031,0 0 0,-22-6 0,2 0 0,-78-10 0,4 1 0,66 9 0,17 3 0,-48-2 0,60 5 0,0 0 0,-17-5 0,-23-1 0,-14-2 0,47 6 0,-36-2 0,31 5 0,1-1 0,-47-8 0,55 6 0,1 1 0,-24 0 0,24 2 0,-1-1 0,-24-5 0,17 2 0,0 1 0,0 1 0,-31 3 0,-34-3 0,37-6 0,34 5 0,-35-3 0,-92 7-1365,134-1-5461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2:19:2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1 590 24575,'0'0'0,"0"-1"0,1 0 0,-1 0 0,0 1 0,1-1 0,-1 0 0,0 1 0,1-1 0,-1 0 0,1 1 0,0-1 0,-1 1 0,1-1 0,-1 1 0,1-1 0,0 1 0,-1 0 0,1-1 0,0 1 0,-1 0 0,1-1 0,0 1 0,0 0 0,-1 0 0,1 0 0,0 0 0,1-1 0,25-2 0,-24 3 0,24 0-105,0 2 0,0 0-1,-1 1 1,1 2 0,38 12-1,-43-11 89,152 28-2722,-33-7 264,-106-19 2318,341 64-30,-109-48-4945,-158-19 2881,142 5 2083,-61 6 172,-27 0-50,209 1 2138,-229-11-2227,221 5-812,24-12-787,521 1 5102,-741 0-3811,-35-8 871,-3-1-352,85-11 2093,-129 9-1721,22-6 3290,6 0-3748,37-8-257,-118 19 907,87-13-23,120-14-253,-137 16 2587,-15 2-2506,44-2-445,-85 9 0,-26 4 0,0 1 0,22 0 0,-8 1 0,0-1 0,56-14 0,-71 13 0,162-29-2011,15-5 2011,-48 5 1462,-116 26-1279,0-1 0,56-22 0,-39 11-183,1 1 0,56-10 0,-84 23 0,-4 2 0,0-2 0,29-10 0,10-3 0,-11 4 0,102-35 0,-101 31 0,157-53 0,-141 55 0,80-8 0,-120 20 0,0-1 0,37-14 0,-5 1 0,-54 18 0,1-1 0,0 1 0,-1-1 0,1 0 0,-1 0 0,1 0 0,-1 0 0,0 0 0,0-1 0,1 1 0,-1-1 0,0 0 0,0 1 0,0-1 0,0 0 0,-1 0 0,1 0 0,0 0 0,-1-1 0,0 1 0,1 0 0,-1-1 0,0 1 0,0-1 0,0 1 0,-1-1 0,1 1 0,-1-1 0,1 0 0,-1 1 0,0-1 0,0 0 0,0-3 0,0-10-1365,-1 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2:19:30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909 0 24575,'-2'1'0,"-1"-1"0,0 1 0,1 0 0,-1 0 0,1 0 0,-1 0 0,1 0 0,-1 0 0,1 1 0,0-1 0,0 1 0,0-1 0,0 1 0,0 0 0,0 0 0,0 0 0,0 0 0,1 0 0,-1 0 0,-1 5 0,-4 4 0,1 1 0,-8 23 0,9-23 0,0-1 0,-1 1 0,0-1 0,-14 17 0,-36 40 0,4-6 0,-52 61 0,69-82 0,-2-2 0,-72 60 0,36-41 0,68-54 0,-1 0 0,1 0 0,-1 0 0,0-1 0,-1 0 0,1 0 0,0 0 0,-1-1 0,0 0 0,1-1 0,-1 1 0,-11 0 0,-3 0 0,0-2 0,-39-3 0,53 2 14,0 0 1,0-1-1,1 0 0,-1 0 0,0 0 0,1-1 0,-10-6 1,-40-29-1292,54 36 1075,-9-6-6624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2:19:30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24575,'8'0'0,"0"1"0,0 0 0,0 0 0,0 1 0,0 0 0,-1 0 0,13 6 0,3 3 0,23 16 0,8 4 0,85 50-565,-97-54 527,107 73 138,-84-60 335,199 111-2491,-199-114 1983,-46-25 1137,33 15-1,66 33-993,-95-49-70,46 13 0,-55-19-1365,-4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2:26:49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2:48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177 667 24575,'-35'0'0,"31"0"0,22 0 0,55 1 0,81-3 0,-98-6 0,-34 4 0,36-1 0,266 6 0,-310-2 0,1-1 0,25-6 0,-7 2 0,2-2 0,-21 5 0,0 0 0,25-1 0,204 4 0,-111 1 0,-115-2 0,0-1 0,20-4 0,-19 3 0,30-2 0,-33 3 0,28-5 0,-27 4 0,29-2 0,268 4 0,-149 2 0,-151-2 0,0 0 0,22-6 0,-21 4 0,0 1 0,16-1 0,159 2 0,-88 2 0,-88 0 0,0 0 0,23 6 0,-23-4 0,1-1 0,16 1 0,228-2 0,-123-2 0,-127 1 0,1 0 0,-1-1 0,1 0 0,-1-1 0,0 0 0,0 0 0,9-4 0,-14 5 0,0 0 0,-1 0 0,1-1 0,-1 1 0,1-1 0,-1 1 0,1-1 0,-1 0 0,0 0 0,0 0 0,0 0 0,0-1 0,0 1 0,-1-1 0,1 1 0,-1-1 0,1 1 0,-1-1 0,0 0 0,0 1 0,0-1 0,0 0 0,0-3 0,1-24 0,-2 0 0,-4-47 0,3 68 0,-1 0 0,-1 0 0,1 0 0,-8-16 0,-6-17 0,14 30 0,-2 1 0,0-1 0,-7-16 0,10 26 0,-1-1 0,1 0 0,-1 1 0,1 0 0,-1-1 0,0 1 0,0 0 0,0 0 0,0 0 0,0 0 0,-1 0 0,1 0 0,-1 1 0,1-1 0,-1 1 0,1 0 0,-1 0 0,0 0 0,-5-2 0,-128-14 0,111 13 0,-35-11 0,8 2 0,-33-6 0,0 2 0,47 10 0,19 3 0,-26-2 0,-12-2 0,41 4 0,1 2 0,-17-1 0,-326 2 0,170 2 0,174-2 0,0 0 0,-27-7 0,9 1 0,-3 0 0,21 4 0,-1 0 0,-23-1 0,-455 3 0,235 2 0,-458-1 0,703 0 0,0-2 0,-22-4 0,21 3 0,0 0 0,-16 0 0,19 3 0,4-1 0,1 1 0,-1 0 0,1 0 0,0 1 0,-9 1 0,14-1 0,-1-1 0,1 1 0,-1-1 0,1 1 0,-1 0 0,1-1 0,-1 1 0,1 0 0,0 0 0,-1 0 0,1 0 0,0 1 0,0-1 0,0 0 0,0 0 0,0 1 0,0-1 0,0 1 0,0-1 0,1 1 0,-1-1 0,1 1 0,-1-1 0,1 1 0,-1 2 0,-1 14 0,0 0 0,2 1 0,3 30 0,-1 2 0,-1-37 0,0 0 0,2 1 0,-1-1 0,2 0 0,0-1 0,8 22 0,5 1 0,22 38 0,38 41 0,-59-91 0,33 44 0,-24-28-1365,-21-31-5461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2:51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274 567 24575,'0'3'0,"1"-1"0,-1 0 0,0 1 0,1-1 0,0 1 0,-1-1 0,1 0 0,0 0 0,0 0 0,0 1 0,0-1 0,1 0 0,-1 0 0,1 0 0,-1-1 0,1 1 0,0 0 0,-1-1 0,5 3 0,3 3 0,0-2 0,1 1 0,12 4 0,6 3 0,-3 3 0,-18-11 0,0 0 0,0-1 0,0 0 0,0-1 0,1 1 0,0-1 0,0-1 0,12 4 0,28 1 0,-27-3 0,1-1 0,22 0 0,-6-3 0,-14-1 0,0 1 0,0 2 0,44 7 0,16 8 0,-68-14 0,1-1 0,-1 0 0,19-2 0,-17 0 0,-1 1 0,28 4 0,0 2 0,0-3 0,0-1 0,61-5 0,-22 0 0,478 2 0,-549 1 0,0 0 0,22 6 0,-21-4 0,0-1 0,16 2 0,375-3 0,-196-3 0,-193 2 0,1-1 0,-1 0 0,27-7 0,-16 4 0,1 0 0,0 2 0,0 2 0,30 2 0,5-1 0,-44-2 0,39-6 0,-38 3 0,35-1 0,-35 4 0,0-1 0,0-1 0,37-9 0,55-26 0,-108 37 0,123-50 0,-9-11 0,-98 50 0,-1 0 0,33-27 0,-43 31 0,0 0 0,0-1 0,-1-1 0,0 1 0,-1-1 0,12-21 0,-16 23 0,0-1 0,-1 0 0,0 0 0,-1 0 0,1 0 0,-2 0 0,1-1 0,-2 1 0,-1-17 0,1 23 0,1 0 0,-1 0 0,0 0 0,0 0 0,0 1 0,0-1 0,0 0 0,-1 1 0,1-1 0,-1 1 0,0-1 0,0 1 0,0 0 0,0 0 0,0 0 0,0 0 0,0 0 0,-5-3 0,-5-1 0,1 0 0,-1 0 0,-14-4 0,-10-5 0,-103-52 0,111 55 0,-36-9 0,4 2 0,44 14 0,0 1 0,-27-3 0,9 2 0,-127-30 0,137 31 0,-1 1 0,1 1 0,-1 1 0,-33 4 0,-1-2 0,-1321-1 0,1363 0 0,0-2 0,-20-4 0,19 2 0,-29-1 0,31 4 0,-27-6 0,28 4 0,-31-3 0,36 6 0,-10 0 0,0-1 0,-39-8 0,31 5 0,0 1 0,0 1 0,-1 1 0,-27 3 0,-7 0 0,-431-2 0,486 0 0,1 1 0,0 1 0,0-1 0,0 1 0,0 0 0,0 1 0,0 0 0,1 0 0,-8 4 0,4-2 0,-1 0 0,-16 6 0,-6 0 0,1 2 0,0 1 0,-36 23 0,58-32 0,0 2 0,0-1 0,1 1 0,0 1 0,0-1 0,1 1 0,-10 13 0,13-15 0,1 1 0,0-1 0,0 1 0,1 0 0,0 0 0,0 0 0,1 0 0,-1 0 0,2 0 0,-1 1 0,1-1 0,-1 11 0,4 153 0,-1-164 0,-1 1 0,2-1 0,-1 0 0,1 0 0,1 0 0,-1 0 0,1 0 0,5 10 0,-2-8 0,1 0 0,0 0 0,0 0 0,16 13 0,-14-13 0,0-1 0,0 0 0,1-1 0,0 0 0,0-1 0,12 6 0,-11-8 0,0 0 0,1-1 0,0 0 0,-1-1 0,13 1 0,23 4 0,-34-5 28,-1-1 1,0 0-1,13-1 0,-13 0-397,-1 0-1,0 1 1,20 3-1,-20 0-6456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2:54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140 411 24575,'-9'11'0,"1"0"0,0 0 0,-10 19 0,7-11 0,3-4 0,1 0 0,1 1 0,0 0 0,1 0 0,-4 20 0,4-12 0,-13 33 0,12-40 0,2-1 0,0 1 0,1 0 0,1 0 0,0 1 0,1-1 0,1 0 0,4 31 0,-2-39 0,-1 0 0,1-1 0,1 1 0,0-1 0,0 0 0,1 0 0,0 0 0,0 0 0,1-1 0,8 11 0,6 5 0,39 36 0,-38-40 0,-7-8 0,0-1 0,23 14 0,-2-2 0,-22-15 0,0 0 0,1-1 0,0 0 0,0-1 0,18 4 0,17 7 0,38 22 0,7-2 0,8-2 0,-68-23 0,51 10 0,-51-13 0,-8-4 0,1-1 0,-1-1 0,1-2 0,28-2 0,5 0 0,-43 3 0,0-1 0,0 2 0,28 6 0,-17-4 0,1-1 0,-1-1 0,1-1 0,31-3 0,4 0 0,363 2-6784,-406-1 6784,-1-1 0,22-5 0,-1 0 0,61-10 6784,-75 12-6784,47-16 0,-11 2 0,73-26 0,-4 1 0,22 4 0,-129 35 0,0 2 0,29-2 0,-18 3 0,12-6 0,-34 5 0,0 1 0,17-1 0,-12 1 0,0 0 0,0-2 0,26-7 0,10-3 0,33-4 0,-62 14 0,-1-2 0,42-15 0,45-25 0,-99 41 0,41-22 0,-2-1 0,61-47 0,-99 66 0,0 0 0,-1-1 0,0-1 0,18-21 0,-14 13 0,1 1 0,1 0 0,27-20 0,-37 32 0,-1-1 0,1 0 0,-2-1 0,1 1 0,-1-1 0,0-1 0,-1 1 0,0-1 0,0 0 0,-1 0 0,0 0 0,0-1 0,-1 1 0,-1-1 0,3-17 0,1-6 0,0 7 0,2-45 0,-8 63 0,0 0 0,0 0 0,-1 0 0,0 0 0,-1 0 0,1 0 0,-2 0 0,1 0 0,-7-13 0,1 6 0,4 6 0,0 0 0,-1 1 0,0-1 0,-1 1 0,1 0 0,-2 1 0,1-1 0,-11-8 0,1 3 0,11 8 0,-1 0 0,0 0 0,0 1 0,-1 0 0,1 0 0,-1 0 0,0 1 0,0 0 0,-8-2 0,-80-24 0,71 20 0,-1 1 0,1 1 0,-1 2 0,0 0 0,-30-1 0,40 5 0,0-1 0,-15-3 0,14 1 0,-27-1 0,-249 5 0,140 1 0,139-2 0,0 0 0,-22-6 0,21 4 0,0 1 0,-16-1 0,2 1 0,-46-7 0,-35-8 0,40 7 0,8 3 0,-17-2 0,2 0 0,35 4 0,-1 2 0,-73 4 0,41 0 0,-387-1 0,448 1 0,1 0 0,-24 6 0,23-4 0,-1-1 0,-16 1 0,-58 7 0,58-6 0,-41 1 0,51-4 0,-37 6 0,36-3 0,-33 1 0,-6-6 0,22 0 0,-1 2 0,-64 9 0,29-2 0,57-8 0,0 2 0,1 0 0,-1 1 0,-26 7 0,19-1 0,-131 43 0,123-46 0,24-5 0,0 1 0,0-1 0,0 2 0,-13 4 0,-3 4 0,12-7 0,1 1 0,-16 11 0,24-15 0,0 1 0,0 1 0,0-1 0,1 0 0,-1 1 0,1-1 0,0 1 0,-1 0 0,1 0 0,1 0 0,-1 0 0,0 0 0,-1 5 0,-2 6-103,-9 37-1159,12-38-5564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3:01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3:02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3:03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13:0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24575,'10'0'0,"27"0"0,0 1 0,50 8 0,22 9 0,-24-1 0,17 0 0,-41-1 0,-35-8 0,53 8 0,106-14 0,-99-3 0,-20 2 0,73-3 0,-36-15 0,-48 8 0,-40 6 0,1 1 0,16-2 0,338 4 0,-177 1 0,-180-2 0,0 0 0,22-6 0,-21 4 0,0 1 0,16-1 0,123 3-1365,-138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27:44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24575,'0'1'0,"0"0"0,1-1 0,-1 1 0,0 0 0,1-1 0,-1 1 0,1 0 0,-1-1 0,1 1 0,-1 0 0,1-1 0,-1 1 0,1-1 0,0 1 0,-1-1 0,1 1 0,0-1 0,-1 0 0,1 1 0,0-1 0,0 0 0,-1 0 0,1 1 0,0-1 0,0 0 0,0 0 0,1 0 0,26 3 0,-24-3 0,306 2 0,-158-4 0,-83 4 0,76-4 0,-101-6 0,-32 5 0,1 1 0,17-1 0,-11 2 0,0 0 0,32-7 0,-36 5 0,0 2 0,0-1 0,21 2 0,-22 1 0,0-1 0,0-1 0,0 0 0,17-5 0,-3 1 0,0 1 0,-1 1 0,1 2 0,50 3 0,-13-1 0,875-1 0,-927 1 0,-1 0 0,23 6 0,-22-4 0,1-1 0,15 1 0,-18-3 0,9 1 0,-1 0 0,37 7 0,25 9 0,35-1 0,-95-13 0,42 3 0,-39-5 0,27 5 0,-10-1 0,1-2 0,78-3 0,-43-2 0,550 2 0,-614-1 0,-1 0 0,22-5 0,-20 3 0,-1 0 0,16 0 0,60 4 0,36-2 0,-80-7 0,-33 6 0,1-1 0,16 0 0,375 2 0,-197 2 0,354-1 0,-549 0 0,1-2 0,21-4 0,-21 3 0,1 1 0,15-1 0,-11 2 0,1 0 0,33-7 0,-24 4 0,-1 1 0,1 1 0,53 3 0,-20 1 0,-43-2 0,1-1 0,-1 0 0,32-7 0,-24 3 0,1 2 0,0 1 0,-1 2 0,32 2 0,3-1 0,-43-1 0,1 0 0,-1-2 0,32-6 0,-23 4 0,-1 1 0,1 1 0,-1 1 0,32 3 0,2 0 0,320-2 0,-367-1 0,1 0 0,22-6 0,16-1 0,48-9 0,-2 1 0,-31 8 0,-45 4 0,37-1 0,766 5 0,-812 1 0,-1 0 0,22 6 0,-20-4 0,-1-1 0,16 1 0,-10-2 0,0 0 0,33 7 0,17 1 0,-13-2 0,33 11 0,-30-10 0,-3 0 0,-40-5 0,1-1 0,31 0 0,-31-2 0,0 1 0,27 4 0,-21-1 0,1-2 0,41 0 0,4 0 0,-24 6 0,-33-5 0,0-1 0,18 1 0,187-2 0,-104-2 0,-107 1-227,0 0-1,1-1 1,-1 0-1,0 0 1,6-2-1,-2-1-6598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27:48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 24575,'-16'0'0,"0"0"0,-1 1 0,-20 5 0,31-5 0,0 1 0,0 0 0,0 0 0,0 1 0,1 0 0,-1 0 0,1 0 0,0 1 0,-1-1 0,2 1 0,-9 8 0,-8 10 0,7-8 0,0 1 0,-14 20 0,24-29 0,1-1 0,-1 1 0,1 0 0,1 0 0,-1 0 0,1 0 0,0 0 0,1 0 0,-1 1 0,1-1 0,0 8 0,3 118 0,-2-128 0,1 0 0,0 0 0,0 0 0,0-1 0,0 1 0,1 0 0,0-1 0,0 1 0,0-1 0,0 1 0,0-1 0,0 0 0,1 0 0,4 4 0,4 2 0,0 0 0,22 13 0,-11-8 0,15 9 0,66 29 0,-37-20 0,-31-14 0,0-1 0,67 21 0,-81-34 0,0-2 0,-1 0 0,1-1 0,36-3 0,-4 0 0,375 2 0,-415 0 0,-1-2 0,23-4 0,-22 3 0,1 1 0,15-1 0,-16 2 0,1 0 0,0 0 0,-1-2 0,0 1 0,1-2 0,-1 0 0,0 0 0,-1-2 0,1 1 0,-1-1 0,0-1 0,17-13 0,-1 0 0,-21 16 0,-1 0 0,-1 0 0,1 0 0,0-1 0,-1 0 0,0 0 0,0 0 0,-1-1 0,1 0 0,-1 1 0,0-2 0,-1 1 0,5-10 0,-4 1 0,-1-1 0,0 1 0,-2-1 0,1 0 0,-2 1 0,0-1 0,-3-23 0,2 34 0,0 1 0,0 0 0,-1-1 0,1 1 0,-1 0 0,0 0 0,0 0 0,0 0 0,-3-4 0,-28-33 0,15 20 0,9 11 0,-1 0 0,0 0 0,0 1 0,-1 0 0,-12-7 0,0 0 0,0 1 0,-1 2 0,-1 0 0,0 1 0,-29-8 0,40 15 0,0 1 0,-1 1 0,0 0 0,1 0 0,-26 1 0,-175 3 0,200 0 0,1 0 0,-1 1 0,1 1 0,-20 7 0,20-6 0,-1 0 0,-1-1 0,-28 3 0,13-6 0,11 0 0,0 1 0,0 0 0,-28 6 0,12 1-10,19-5-442,1 0 1,-20 8-1,25-6-6374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27:52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24575,'380'0'0,"-373"0"0,0 0 0,1 1 0,-1 0 0,0 0 0,0 1 0,-1 0 0,1 0 0,0 0 0,-1 1 0,10 5 0,-14-7 0,0 0 0,1 1 0,-1 0 0,0 0 0,0-1 0,0 1 0,0 1 0,-1-1 0,1 0 0,-1 0 0,1 0 0,-1 1 0,0-1 0,0 1 0,1-1 0,-2 1 0,1 0 0,0-1 0,-1 1 0,1 0 0,-1-1 0,0 1 0,0 0 0,0 0 0,0-1 0,0 1 0,-1 0 0,1-1 0,-2 4 0,-2 6 0,0-1 0,-2 0 0,1 0 0,-1 0 0,-14 18 0,-4 6 0,23-33-31,-6 10-236,0 1 0,0 0 0,1 0 1,-5 17-1,7-16-6559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2:27:53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050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46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591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78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521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2.png"/><Relationship Id="rId18" Type="http://schemas.openxmlformats.org/officeDocument/2006/relationships/customXml" Target="../ink/ink6.xml"/><Relationship Id="rId3" Type="http://schemas.openxmlformats.org/officeDocument/2006/relationships/tags" Target="../tags/tag10.xml"/><Relationship Id="rId21" Type="http://schemas.openxmlformats.org/officeDocument/2006/relationships/image" Target="../media/image8.png"/><Relationship Id="rId7" Type="http://schemas.openxmlformats.org/officeDocument/2006/relationships/image" Target="../media/image1.png"/><Relationship Id="rId12" Type="http://schemas.openxmlformats.org/officeDocument/2006/relationships/customXml" Target="../ink/ink3.xml"/><Relationship Id="rId17" Type="http://schemas.openxmlformats.org/officeDocument/2006/relationships/image" Target="../media/image6.png"/><Relationship Id="rId2" Type="http://schemas.openxmlformats.org/officeDocument/2006/relationships/tags" Target="../tags/tag9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tags" Target="../tags/tag8.xml"/><Relationship Id="rId6" Type="http://schemas.microsoft.com/office/2018/10/relationships/comments" Target="../comments/modernComment_1AC_1E0F29AE.xml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3.png"/><Relationship Id="rId10" Type="http://schemas.openxmlformats.org/officeDocument/2006/relationships/customXml" Target="../ink/ink2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.png"/><Relationship Id="rId1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microsoft.com/office/2018/10/relationships/comments" Target="../comments/modernComment_1AD_4DD0FB0B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00.png"/><Relationship Id="rId18" Type="http://schemas.openxmlformats.org/officeDocument/2006/relationships/customXml" Target="../ink/ink14.xml"/><Relationship Id="rId3" Type="http://schemas.openxmlformats.org/officeDocument/2006/relationships/tags" Target="../tags/tag16.xml"/><Relationship Id="rId7" Type="http://schemas.openxmlformats.org/officeDocument/2006/relationships/image" Target="../media/image10.png"/><Relationship Id="rId12" Type="http://schemas.openxmlformats.org/officeDocument/2006/relationships/customXml" Target="../ink/ink10.xml"/><Relationship Id="rId17" Type="http://schemas.openxmlformats.org/officeDocument/2006/relationships/customXml" Target="../ink/ink13.xml"/><Relationship Id="rId2" Type="http://schemas.openxmlformats.org/officeDocument/2006/relationships/tags" Target="../tags/tag15.xml"/><Relationship Id="rId16" Type="http://schemas.openxmlformats.org/officeDocument/2006/relationships/customXml" Target="../ink/ink12.xml"/><Relationship Id="rId1" Type="http://schemas.openxmlformats.org/officeDocument/2006/relationships/tags" Target="../tags/tag14.xml"/><Relationship Id="rId6" Type="http://schemas.microsoft.com/office/2018/10/relationships/comments" Target="../comments/modernComment_1AE_FDF5604E.xml"/><Relationship Id="rId11" Type="http://schemas.openxmlformats.org/officeDocument/2006/relationships/image" Target="../media/image90.png"/><Relationship Id="rId5" Type="http://schemas.openxmlformats.org/officeDocument/2006/relationships/notesSlide" Target="../notesSlides/notesSlide5.xml"/><Relationship Id="rId15" Type="http://schemas.openxmlformats.org/officeDocument/2006/relationships/image" Target="../media/image11.png"/><Relationship Id="rId10" Type="http://schemas.openxmlformats.org/officeDocument/2006/relationships/customXml" Target="../ink/ink9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80.png"/><Relationship Id="rId14" Type="http://schemas.openxmlformats.org/officeDocument/2006/relationships/customXml" Target="../ink/ink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16.png"/><Relationship Id="rId3" Type="http://schemas.openxmlformats.org/officeDocument/2006/relationships/tags" Target="../tags/tag19.xml"/><Relationship Id="rId7" Type="http://schemas.openxmlformats.org/officeDocument/2006/relationships/image" Target="../media/image13.png"/><Relationship Id="rId12" Type="http://schemas.openxmlformats.org/officeDocument/2006/relationships/customXml" Target="../ink/ink17.xml"/><Relationship Id="rId2" Type="http://schemas.openxmlformats.org/officeDocument/2006/relationships/tags" Target="../tags/tag18.xml"/><Relationship Id="rId16" Type="http://schemas.openxmlformats.org/officeDocument/2006/relationships/image" Target="../media/image17.png"/><Relationship Id="rId1" Type="http://schemas.openxmlformats.org/officeDocument/2006/relationships/tags" Target="../tags/tag17.xml"/><Relationship Id="rId6" Type="http://schemas.microsoft.com/office/2018/10/relationships/comments" Target="../comments/modernComment_1AF_D3951D19.xml"/><Relationship Id="rId11" Type="http://schemas.openxmlformats.org/officeDocument/2006/relationships/image" Target="../media/image15.png"/><Relationship Id="rId5" Type="http://schemas.openxmlformats.org/officeDocument/2006/relationships/notesSlide" Target="../notesSlides/notesSlide6.xml"/><Relationship Id="rId15" Type="http://schemas.openxmlformats.org/officeDocument/2006/relationships/image" Target="../media/image11.png"/><Relationship Id="rId10" Type="http://schemas.openxmlformats.org/officeDocument/2006/relationships/customXml" Target="../ink/ink16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4.png"/><Relationship Id="rId14" Type="http://schemas.openxmlformats.org/officeDocument/2006/relationships/customXml" Target="../ink/ink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Week11-week12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week11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find that I forget the rest of assignment4, I will finish it next week.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the extern object? What is the extern object used for?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FDC076-9D55-25D6-CA9B-6AD7029130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57761"/>
            <a:ext cx="12192000" cy="17007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A2B606D-3205-DFC3-DFF6-2C05657E9122}"/>
                  </a:ext>
                </a:extLst>
              </p14:cNvPr>
              <p14:cNvContentPartPr/>
              <p14:nvPr/>
            </p14:nvContentPartPr>
            <p14:xfrm>
              <a:off x="5379344" y="5432255"/>
              <a:ext cx="2826720" cy="72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A2B606D-3205-DFC3-DFF6-2C05657E91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70704" y="5423615"/>
                <a:ext cx="28443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B59A701-3BBE-D3A3-F0B7-6152766D7939}"/>
                  </a:ext>
                </a:extLst>
              </p14:cNvPr>
              <p14:cNvContentPartPr/>
              <p14:nvPr/>
            </p14:nvContentPartPr>
            <p14:xfrm>
              <a:off x="5319944" y="5907455"/>
              <a:ext cx="2861640" cy="71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B59A701-3BBE-D3A3-F0B7-6152766D79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10944" y="5898815"/>
                <a:ext cx="287928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37177381-5633-641B-A4C3-49D5DEF5A828}"/>
              </a:ext>
            </a:extLst>
          </p:cNvPr>
          <p:cNvGrpSpPr/>
          <p:nvPr/>
        </p:nvGrpSpPr>
        <p:grpSpPr>
          <a:xfrm>
            <a:off x="8722304" y="5420978"/>
            <a:ext cx="3194640" cy="855360"/>
            <a:chOff x="8722304" y="5420978"/>
            <a:chExt cx="3194640" cy="85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840F3704-EADC-EFD2-B555-9A9082541150}"/>
                    </a:ext>
                  </a:extLst>
                </p14:cNvPr>
                <p14:cNvContentPartPr/>
                <p14:nvPr/>
              </p14:nvContentPartPr>
              <p14:xfrm>
                <a:off x="8722304" y="5420978"/>
                <a:ext cx="3194640" cy="57060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840F3704-EADC-EFD2-B555-9A90825411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13664" y="5411978"/>
                  <a:ext cx="32122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CDD4BB57-8226-A789-C422-7B08EB822B88}"/>
                    </a:ext>
                  </a:extLst>
                </p14:cNvPr>
                <p14:cNvContentPartPr/>
                <p14:nvPr/>
              </p14:nvContentPartPr>
              <p14:xfrm>
                <a:off x="8722304" y="5968538"/>
                <a:ext cx="2958120" cy="30780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CDD4BB57-8226-A789-C422-7B08EB822B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13664" y="5959898"/>
                  <a:ext cx="2975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FFEBB2BF-D83C-C282-B2FD-26E8C3E2FE29}"/>
                    </a:ext>
                  </a:extLst>
                </p14:cNvPr>
                <p14:cNvContentPartPr/>
                <p14:nvPr/>
              </p14:nvContentPartPr>
              <p14:xfrm>
                <a:off x="10449584" y="5420978"/>
                <a:ext cx="327600" cy="2509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FFEBB2BF-D83C-C282-B2FD-26E8C3E2FE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40944" y="5411978"/>
                  <a:ext cx="345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0853DD0-500E-ABC7-CA9D-E08B92206244}"/>
                    </a:ext>
                  </a:extLst>
                </p14:cNvPr>
                <p14:cNvContentPartPr/>
                <p14:nvPr/>
              </p14:nvContentPartPr>
              <p14:xfrm>
                <a:off x="10337264" y="5504138"/>
                <a:ext cx="442440" cy="2404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0853DD0-500E-ABC7-CA9D-E08B922062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28624" y="5495498"/>
                  <a:ext cx="46008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C10A6C4-C56A-EEE6-F492-E5CEB57C0E9D}"/>
                  </a:ext>
                </a:extLst>
              </p14:cNvPr>
              <p14:cNvContentPartPr/>
              <p14:nvPr/>
            </p14:nvContentPartPr>
            <p14:xfrm>
              <a:off x="8966024" y="5088338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C10A6C4-C56A-EEE6-F492-E5CEB57C0E9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57024" y="507933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43101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461260"/>
            <a:chOff x="839" y="1816"/>
            <a:chExt cx="8083" cy="3876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plt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and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reverse_plt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are used in ELF object, but not PE.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 I can use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obj.imports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to get the information of imported functions. But there is no packaged method to get a function address by its name in ‘PE’ object 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F6DD84-4D86-5A6E-4A5E-9FA568FFE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42790"/>
            <a:ext cx="12192000" cy="199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413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>
                <a:buClr>
                  <a:srgbClr val="00B0F0"/>
                </a:buClr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the difference between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linked_addr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relative_addr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? The value of them is the same.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502FFC-C2B1-982D-1E56-99CF637E4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7791" y="3141605"/>
            <a:ext cx="9041710" cy="337639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EA4E6FD-A56F-CEA4-8321-AD5DAF7F3AFB}"/>
              </a:ext>
            </a:extLst>
          </p:cNvPr>
          <p:cNvGrpSpPr/>
          <p:nvPr/>
        </p:nvGrpSpPr>
        <p:grpSpPr>
          <a:xfrm>
            <a:off x="6676401" y="5312919"/>
            <a:ext cx="1481040" cy="1132560"/>
            <a:chOff x="6676401" y="5312919"/>
            <a:chExt cx="1481040" cy="11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1543BD0-7D34-7DF9-1FF1-79CBBDC60445}"/>
                    </a:ext>
                  </a:extLst>
                </p14:cNvPr>
                <p14:cNvContentPartPr/>
                <p14:nvPr/>
              </p14:nvContentPartPr>
              <p14:xfrm>
                <a:off x="6785121" y="5669679"/>
                <a:ext cx="1151280" cy="243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1543BD0-7D34-7DF9-1FF1-79CBBDC604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76481" y="5661039"/>
                  <a:ext cx="1168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7E6838E-DFC0-D2FA-4D1D-B44296C849BD}"/>
                    </a:ext>
                  </a:extLst>
                </p14:cNvPr>
                <p14:cNvContentPartPr/>
                <p14:nvPr/>
              </p14:nvContentPartPr>
              <p14:xfrm>
                <a:off x="6676401" y="5312919"/>
                <a:ext cx="1364400" cy="2844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7E6838E-DFC0-D2FA-4D1D-B44296C849B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67401" y="5304279"/>
                  <a:ext cx="13820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9978EA3E-EC68-D8D1-ABEA-B37BD3C1795C}"/>
                    </a:ext>
                  </a:extLst>
                </p14:cNvPr>
                <p14:cNvContentPartPr/>
                <p14:nvPr/>
              </p14:nvContentPartPr>
              <p14:xfrm>
                <a:off x="6791961" y="5951919"/>
                <a:ext cx="1365480" cy="4935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9978EA3E-EC68-D8D1-ABEA-B37BD3C179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82961" y="5942919"/>
                  <a:ext cx="1383120" cy="51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A175C72-7159-A270-5424-0A27280EDC48}"/>
              </a:ext>
            </a:extLst>
          </p:cNvPr>
          <p:cNvGrpSpPr/>
          <p:nvPr/>
        </p:nvGrpSpPr>
        <p:grpSpPr>
          <a:xfrm>
            <a:off x="5946321" y="3399519"/>
            <a:ext cx="791280" cy="38160"/>
            <a:chOff x="5946321" y="3399519"/>
            <a:chExt cx="791280" cy="3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C44B874-76C4-1EE4-6150-B0E9238622F2}"/>
                    </a:ext>
                  </a:extLst>
                </p14:cNvPr>
                <p14:cNvContentPartPr/>
                <p14:nvPr/>
              </p14:nvContentPartPr>
              <p14:xfrm>
                <a:off x="5946321" y="3399879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7C44B874-76C4-1EE4-6150-B0E9238622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37681" y="339087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43921839-9A09-5AA0-C671-0D25F7112C7B}"/>
                    </a:ext>
                  </a:extLst>
                </p14:cNvPr>
                <p14:cNvContentPartPr/>
                <p14:nvPr/>
              </p14:nvContentPartPr>
              <p14:xfrm>
                <a:off x="6056841" y="3411759"/>
                <a:ext cx="360" cy="3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43921839-9A09-5AA0-C671-0D25F7112C7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48201" y="340311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1D469F7A-B84C-8839-E111-4013F7F4AAA3}"/>
                    </a:ext>
                  </a:extLst>
                </p14:cNvPr>
                <p14:cNvContentPartPr/>
                <p14:nvPr/>
              </p14:nvContentPartPr>
              <p14:xfrm>
                <a:off x="6136761" y="3405999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1D469F7A-B84C-8839-E111-4013F7F4AA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8121" y="339699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E7EAF22-A107-4E22-A488-959BFAE465EA}"/>
                    </a:ext>
                  </a:extLst>
                </p14:cNvPr>
                <p14:cNvContentPartPr/>
                <p14:nvPr/>
              </p14:nvContentPartPr>
              <p14:xfrm>
                <a:off x="5952441" y="3399519"/>
                <a:ext cx="785160" cy="3816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E7EAF22-A107-4E22-A488-959BFAE465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43801" y="3390879"/>
                  <a:ext cx="802800" cy="5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07166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function ‘exit’ is a export function? Why?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use PE-bear to analyses a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executable file and find that it doesn’t have export directory.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42053E-D28C-8F38-DDF4-0AC5FA1C3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020" y="3975011"/>
            <a:ext cx="6588331" cy="25343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995168A-DEF1-00BC-B893-772AEAA70B0C}"/>
                  </a:ext>
                </a:extLst>
              </p14:cNvPr>
              <p14:cNvContentPartPr/>
              <p14:nvPr/>
            </p14:nvContentPartPr>
            <p14:xfrm>
              <a:off x="5884064" y="4571495"/>
              <a:ext cx="3409920" cy="608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995168A-DEF1-00BC-B893-772AEAA70B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75424" y="4562855"/>
                <a:ext cx="3427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A22E0A38-0E3C-EAC5-BD07-884AE411B2C6}"/>
                  </a:ext>
                </a:extLst>
              </p14:cNvPr>
              <p14:cNvContentPartPr/>
              <p14:nvPr/>
            </p14:nvContentPartPr>
            <p14:xfrm>
              <a:off x="9903464" y="6275735"/>
              <a:ext cx="548280" cy="233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A22E0A38-0E3C-EAC5-BD07-884AE411B2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94464" y="6267095"/>
                <a:ext cx="5659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82EC407-3AF3-210E-1FCD-35B475D03E44}"/>
                  </a:ext>
                </a:extLst>
              </p14:cNvPr>
              <p14:cNvContentPartPr/>
              <p14:nvPr/>
            </p14:nvContentPartPr>
            <p14:xfrm>
              <a:off x="10580624" y="6281855"/>
              <a:ext cx="178920" cy="1123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82EC407-3AF3-210E-1FCD-35B475D03E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71984" y="6272855"/>
                <a:ext cx="1965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106F7D4D-0E11-B288-DEDB-E68E80186FD2}"/>
                  </a:ext>
                </a:extLst>
              </p14:cNvPr>
              <p14:cNvContentPartPr/>
              <p14:nvPr/>
            </p14:nvContentPartPr>
            <p14:xfrm>
              <a:off x="10723184" y="6477695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106F7D4D-0E11-B288-DEDB-E68E80186F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14544" y="646905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77B9F84C-3DC3-364A-0282-D4C8EFB776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0529" y="2517125"/>
            <a:ext cx="5674198" cy="412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648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Assignment5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4196EA-DC2D-C375-A8B4-067DC9232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400"/>
            <a:ext cx="6380113" cy="453899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E900475-6860-AE7D-D11E-A4A0BC86C7E7}"/>
              </a:ext>
            </a:extLst>
          </p:cNvPr>
          <p:cNvSpPr txBox="1"/>
          <p:nvPr/>
        </p:nvSpPr>
        <p:spPr>
          <a:xfrm>
            <a:off x="6612156" y="441574"/>
            <a:ext cx="42411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SDOM(2) = 1</a:t>
            </a:r>
          </a:p>
          <a:p>
            <a:r>
              <a:rPr lang="en-US" altLang="zh-CN" dirty="0"/>
              <a:t>SDOM(5) = {1,3,4}</a:t>
            </a:r>
          </a:p>
          <a:p>
            <a:r>
              <a:rPr lang="en-US" altLang="zh-CN" dirty="0"/>
              <a:t>IDOM(2) = 1</a:t>
            </a:r>
          </a:p>
          <a:p>
            <a:r>
              <a:rPr lang="en-US" altLang="zh-CN" dirty="0"/>
              <a:t>IDOM(5) = 3</a:t>
            </a:r>
          </a:p>
          <a:p>
            <a:r>
              <a:rPr lang="en-US" altLang="zh-CN" dirty="0"/>
              <a:t>PDOM(2) = {3,6}</a:t>
            </a:r>
          </a:p>
          <a:p>
            <a:r>
              <a:rPr lang="en-US" altLang="zh-CN" dirty="0"/>
              <a:t>PDOM(5) = {3,6}</a:t>
            </a:r>
          </a:p>
          <a:p>
            <a:r>
              <a:rPr lang="en-US" altLang="zh-CN" dirty="0"/>
              <a:t>SPDOM(2) = {3,6}</a:t>
            </a:r>
          </a:p>
          <a:p>
            <a:r>
              <a:rPr lang="en-US" altLang="zh-CN" dirty="0"/>
              <a:t>SPDOM(5) = {3,6}</a:t>
            </a:r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023C75-C1F5-AF87-725B-D6D5EE18461B}"/>
              </a:ext>
            </a:extLst>
          </p:cNvPr>
          <p:cNvSpPr txBox="1"/>
          <p:nvPr/>
        </p:nvSpPr>
        <p:spPr>
          <a:xfrm>
            <a:off x="6612156" y="2703731"/>
            <a:ext cx="3483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IPDOM(2) = 3</a:t>
            </a:r>
          </a:p>
          <a:p>
            <a:r>
              <a:rPr lang="en-US" altLang="zh-CN" dirty="0"/>
              <a:t>IPDOM(5) = 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211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3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4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angr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WinDbg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(week12-week13) next week.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Do the assignment6 next week.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3C308E2E-D6D2-3903-2AEC-5618721FFEF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12845" y="1570355"/>
            <a:ext cx="4766310" cy="4150360"/>
          </a:xfrm>
          <a:prstGeom prst="rect">
            <a:avLst/>
          </a:prstGeom>
          <a:solidFill>
            <a:srgbClr val="07A7AF">
              <a:alpha val="5000"/>
            </a:srgbClr>
          </a:solidFill>
          <a:ln>
            <a:solidFill>
              <a:srgbClr val="07A7AF"/>
            </a:solidFill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“””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factory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“””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block = 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proj.factory.block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proj.entry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block.pp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())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block.instructions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block.instruction_addrs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print(</a:t>
            </a: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block.size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block.capstone.pp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Times New Roman" panose="02020603050405020304" charset="0"/>
                <a:cs typeface="Times New Roman" panose="02020603050405020304" charset="0"/>
              </a:rPr>
              <a:t>block.vex.pp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()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344</Words>
  <Application>Microsoft Office PowerPoint</Application>
  <PresentationFormat>宽屏</PresentationFormat>
  <Paragraphs>62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阿里巴巴普惠体 R</vt:lpstr>
      <vt:lpstr>微软雅黑</vt:lpstr>
      <vt:lpstr>Arial</vt:lpstr>
      <vt:lpstr>Calibri</vt:lpstr>
      <vt:lpstr>Calibri Light</vt:lpstr>
      <vt:lpstr>Palatino Linotype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29</cp:revision>
  <dcterms:created xsi:type="dcterms:W3CDTF">2022-09-21T15:51:00Z</dcterms:created>
  <dcterms:modified xsi:type="dcterms:W3CDTF">2024-01-29T11:00:29Z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