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A9_0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1AC_5CF1ED4A.xml" ContentType="application/vnd.ms-powerpoint.comments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B4_B243669.xml" ContentType="application/vnd.ms-powerpoint.comments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AD_F8E8201C.xml" ContentType="application/vnd.ms-powerpoint.comments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1AE_5D2D02DF.xml" ContentType="application/vnd.ms-powerpoint.comments+xml"/>
  <Override PartName="/ppt/ink/ink34.xml" ContentType="application/inkml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1B0_6DC30448.xml" ContentType="application/vnd.ms-powerpoint.comments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ink/ink39.xml" ContentType="application/inkml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ink/ink40.xml" ContentType="application/inkml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2.xml" ContentType="application/vnd.openxmlformats-officedocument.presentationml.notesSlide+xml"/>
  <Override PartName="/ppt/ink/ink43.xml" ContentType="application/inkml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3.xml" ContentType="application/vnd.openxmlformats-officedocument.presentationml.notesSlide+xml"/>
  <Override PartName="/ppt/comments/modernComment_1B6_5D68AA94.xml" ContentType="application/vnd.ms-powerpoint.comments+xml"/>
  <Override PartName="/ppt/ink/ink44.xml" ContentType="application/inkml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comments/modernComment_1A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423" r:id="rId2"/>
    <p:sldId id="424" r:id="rId3"/>
    <p:sldId id="425" r:id="rId4"/>
    <p:sldId id="428" r:id="rId5"/>
    <p:sldId id="436" r:id="rId6"/>
    <p:sldId id="429" r:id="rId7"/>
    <p:sldId id="430" r:id="rId8"/>
    <p:sldId id="432" r:id="rId9"/>
    <p:sldId id="433" r:id="rId10"/>
    <p:sldId id="434" r:id="rId11"/>
    <p:sldId id="435" r:id="rId12"/>
    <p:sldId id="437" r:id="rId13"/>
    <p:sldId id="438" r:id="rId14"/>
    <p:sldId id="427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71" d="100"/>
          <a:sy n="71" d="100"/>
        </p:scale>
        <p:origin x="55" y="5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A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632C7B-B448-4E4E-B1E5-61D0E20B976C}" authorId="{E9CB068E-0DAD-188A-5234-4F0D95AC1878}" created="2023-11-23T00:31:24.232">
    <pc:sldMkLst xmlns:pc="http://schemas.microsoft.com/office/powerpoint/2013/main/command">
      <pc:docMk/>
      <pc:sldMk cId="0" sldId="425"/>
    </pc:sldMkLst>
    <p188:txBody>
      <a:bodyPr/>
      <a:lstStyle/>
      <a:p>
        <a:r>
          <a:rPr lang="zh-CN" altLang="en-US"/>
          <a:t>https://techterms.com/definition/bitmap
This is a link that explains that is bitmap</a:t>
        </a:r>
      </a:p>
    </p188:txBody>
  </p188:cm>
  <p188:cm id="{D7E1F416-028C-4B5D-9BEC-B8CA46247FCF}" authorId="{E9CB068E-0DAD-188A-5234-4F0D95AC1878}" created="2023-11-23T01:06:46.595">
    <pc:sldMkLst xmlns:pc="http://schemas.microsoft.com/office/powerpoint/2013/main/command">
      <pc:docMk/>
      <pc:sldMk cId="0" sldId="425"/>
    </pc:sldMkLst>
    <p188:txBody>
      <a:bodyPr/>
      <a:lstStyle/>
      <a:p>
        <a:r>
          <a:rPr lang="zh-CN" altLang="en-US"/>
          <a:t>Convert the binary data to a .png</a:t>
        </a:r>
      </a:p>
    </p188:txBody>
  </p188:cm>
</p188:cmLst>
</file>

<file path=ppt/comments/modernComment_1A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38BCAE-22E1-44EC-BE97-F1814EBE3DFD}" authorId="{E9CB068E-0DAD-188A-5234-4F0D95AC1878}" created="2023-11-23T00:49:20.864">
    <pc:sldMkLst xmlns:pc="http://schemas.microsoft.com/office/powerpoint/2013/main/command">
      <pc:docMk/>
      <pc:sldMk cId="0" sldId="427"/>
    </pc:sldMkLst>
    <p188:txBody>
      <a:bodyPr/>
      <a:lstStyle/>
      <a:p>
        <a:r>
          <a:rPr lang="zh-CN" altLang="en-US"/>
          <a:t>I noticed , there is a quiz1 link, after clicking it , it jumps to a website that show me you code…...what is it? What does the code used for.</a:t>
        </a:r>
      </a:p>
    </p188:txBody>
  </p188:cm>
</p188:cmLst>
</file>

<file path=ppt/comments/modernComment_1AC_5CF1ED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62685A-1A77-4A10-835F-E464044C5CA8}" authorId="{E9CB068E-0DAD-188A-5234-4F0D95AC1878}" created="2023-11-23T00:35:50.026">
    <pc:sldMkLst xmlns:pc="http://schemas.microsoft.com/office/powerpoint/2013/main/command">
      <pc:docMk/>
      <pc:sldMk cId="1559358794" sldId="428"/>
    </pc:sldMkLst>
    <p188:txBody>
      <a:bodyPr/>
      <a:lstStyle/>
      <a:p>
        <a:r>
          <a:rPr lang="zh-CN" altLang="en-US"/>
          <a:t>It and the next slide has the same problem, it can not link the C Runtime Lib! </a:t>
        </a:r>
      </a:p>
    </p188:txBody>
  </p188:cm>
  <p188:cm id="{DFAE8BF7-AC9A-4E06-83FC-6490374B3056}" authorId="{E9CB068E-0DAD-188A-5234-4F0D95AC1878}" created="2023-11-23T01:13:25.932">
    <pc:sldMkLst xmlns:pc="http://schemas.microsoft.com/office/powerpoint/2013/main/command">
      <pc:docMk/>
      <pc:sldMk cId="1559358794" sldId="428"/>
    </pc:sldMkLst>
    <p188:txBody>
      <a:bodyPr/>
      <a:lstStyle/>
      <a:p>
        <a:r>
          <a:rPr lang="zh-CN" altLang="en-US"/>
          <a:t>Add the c lib to the path
Link:https://learn.microsoft.com/en-us/cpp/build/reference/libpath-additional-libpath?view=msvc-170</a:t>
        </a:r>
      </a:p>
    </p188:txBody>
  </p188:cm>
</p188:cmLst>
</file>

<file path=ppt/comments/modernComment_1AD_F8E820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2736DF-4CEE-49E1-B70D-AA5A17F6BD42}" authorId="{E9CB068E-0DAD-188A-5234-4F0D95AC1878}" created="2023-11-23T00:39:15.857">
    <pc:sldMkLst xmlns:pc="http://schemas.microsoft.com/office/powerpoint/2013/main/command">
      <pc:docMk/>
      <pc:sldMk cId="4175962140" sldId="429"/>
    </pc:sldMkLst>
    <p188:txBody>
      <a:bodyPr/>
      <a:lstStyle/>
      <a:p>
        <a:r>
          <a:rPr lang="zh-CN" altLang="en-US"/>
          <a:t>I found that it will use 16 bytes to store a calculation in some situation</a:t>
        </a:r>
      </a:p>
    </p188:txBody>
  </p188:cm>
  <p188:cm id="{126ABCD0-26BE-4A02-8657-FD46959F6E43}" authorId="{E9CB068E-0DAD-188A-5234-4F0D95AC1878}" created="2023-11-23T01:36:05.397">
    <pc:sldMkLst xmlns:pc="http://schemas.microsoft.com/office/powerpoint/2013/main/command">
      <pc:docMk/>
      <pc:sldMk cId="4175962140" sldId="429"/>
    </pc:sldMkLst>
    <p188:txBody>
      <a:bodyPr/>
      <a:lstStyle/>
      <a:p>
        <a:r>
          <a:rPr lang="zh-CN" altLang="en-US"/>
          <a:t>The CPU read the data 2 byte in memory each time! So it is aligned on a 2-byte boundary</a:t>
        </a:r>
      </a:p>
    </p188:txBody>
  </p188:cm>
</p188:cmLst>
</file>

<file path=ppt/comments/modernComment_1AE_5D2D02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DE11BC-50FF-4883-908D-47659E11B114}" authorId="{E9CB068E-0DAD-188A-5234-4F0D95AC1878}" created="2023-11-23T00:43:04.547">
    <pc:sldMkLst xmlns:pc="http://schemas.microsoft.com/office/powerpoint/2013/main/command">
      <pc:docMk/>
      <pc:sldMk cId="1563230943" sldId="430"/>
    </pc:sldMkLst>
    <p188:txBody>
      <a:bodyPr/>
      <a:lstStyle/>
      <a:p>
        <a:r>
          <a:rPr lang="zh-CN" altLang="en-US"/>
          <a:t>Maybe other IDE can do that test</a:t>
        </a:r>
      </a:p>
    </p188:txBody>
  </p188:cm>
</p188:cmLst>
</file>

<file path=ppt/comments/modernComment_1B0_6DC304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47B26B-EBBA-4131-AB42-E40CA8BEB7D5}" authorId="{E9CB068E-0DAD-188A-5234-4F0D95AC1878}" created="2023-11-23T01:52:12.490">
    <pc:sldMkLst xmlns:pc="http://schemas.microsoft.com/office/powerpoint/2013/main/command">
      <pc:docMk/>
      <pc:sldMk cId="1841497160" sldId="432"/>
    </pc:sldMkLst>
    <p188:txBody>
      <a:bodyPr/>
      <a:lstStyle/>
      <a:p>
        <a:r>
          <a:rPr lang="zh-CN" altLang="en-US"/>
          <a:t>After downloading the vs have test for it, change the \ENTRY</a:t>
        </a:r>
      </a:p>
    </p188:txBody>
  </p188:cm>
</p188:cmLst>
</file>

<file path=ppt/comments/modernComment_1B4_B2436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4B1699-3A8B-4D9D-97A3-590BA3AB6CF5}" authorId="{E9CB068E-0DAD-188A-5234-4F0D95AC1878}" created="2023-11-21T01:44:35.834">
    <pc:sldMkLst xmlns:pc="http://schemas.microsoft.com/office/powerpoint/2013/main/command">
      <pc:docMk/>
      <pc:sldMk cId="186922601" sldId="436"/>
    </pc:sldMkLst>
    <p188:txBody>
      <a:bodyPr/>
      <a:lstStyle/>
      <a:p>
        <a:r>
          <a:rPr lang="zh-CN" altLang="en-US"/>
          <a:t>承接上一个slide</a:t>
        </a:r>
      </a:p>
    </p188:txBody>
  </p188:cm>
  <p188:cm id="{0E62C7AF-6245-4A66-B1A3-24EBD1DAA5E8}" authorId="{E9CB068E-0DAD-188A-5234-4F0D95AC1878}" created="2023-11-22T14:20:34.774">
    <pc:sldMkLst xmlns:pc="http://schemas.microsoft.com/office/powerpoint/2013/main/command">
      <pc:docMk/>
      <pc:sldMk cId="186922601" sldId="436"/>
    </pc:sldMkLst>
    <p188:txBody>
      <a:bodyPr/>
      <a:lstStyle/>
      <a:p>
        <a:r>
          <a:rPr lang="zh-CN" altLang="en-US"/>
          <a:t>This is my code, while using the command `gcc` to link the obj file to exe, it throws a error.</a:t>
        </a:r>
      </a:p>
    </p188:txBody>
  </p188:cm>
  <p188:cm id="{FD045CDF-3704-43BA-8ACA-65C7D711F248}" authorId="{E9CB068E-0DAD-188A-5234-4F0D95AC1878}" created="2023-11-23T01:23:48.246">
    <pc:sldMkLst xmlns:pc="http://schemas.microsoft.com/office/powerpoint/2013/main/command">
      <pc:docMk/>
      <pc:sldMk cId="186922601" sldId="436"/>
    </pc:sldMkLst>
    <p188:txBody>
      <a:bodyPr/>
      <a:lstStyle/>
      <a:p>
        <a:r>
          <a:rPr lang="zh-CN" altLang="en-US"/>
          <a:t>Redownload vs</a:t>
        </a:r>
      </a:p>
    </p188:txBody>
  </p188:cm>
</p188:cmLst>
</file>

<file path=ppt/comments/modernComment_1B6_5D68AA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9449A4-D561-4793-AFD1-DDBFAB941168}" authorId="{E9CB068E-0DAD-188A-5234-4F0D95AC1878}" created="2023-11-23T02:57:38.947">
    <pc:sldMkLst xmlns:pc="http://schemas.microsoft.com/office/powerpoint/2013/main/command">
      <pc:docMk/>
      <pc:sldMk cId="1567140500" sldId="438"/>
    </pc:sldMkLst>
    <p188:txBody>
      <a:bodyPr/>
      <a:lstStyle/>
      <a:p>
        <a:r>
          <a:rPr lang="zh-CN" altLang="en-US"/>
          <a:t>上传一下这部分的code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4:58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95 779 24575,'0'-1'0,"1"0"0,-1 1 0,0-1 0,1 0 0,-1 0 0,0 1 0,1-1 0,-1 1 0,1-1 0,-1 0 0,1 1 0,0-1 0,-1 1 0,1-1 0,-1 1 0,1-1 0,0 1 0,-1 0 0,1-1 0,0 1 0,0 0 0,-1 0 0,1-1 0,0 1 0,0 0 0,-1 0 0,2 0 0,25-3 0,-23 3 0,21-2 0,-6 2 0,1-2 0,24-5 0,55-9 0,-72 11 0,1 2 0,-1 1 0,54 4 0,-20 0 0,1028-2 0,-1074-2 0,1 1 0,-1-2 0,0 0 0,22-8 0,14-3 0,-31 10 0,-2 0 0,0 0 0,0 2 0,22-1 0,-3 3 0,-14 1 0,0-1 0,0-1 0,43-8 0,-39 4 0,-1 2 0,1 1 0,0 1 0,30 4 0,4-2 0,-56-1 0,0 0 0,1 0 0,-1-1 0,1 1 0,-1-1 0,0 0 0,10-4 0,-13 4 0,0 0 0,0-1 0,0 1 0,0 0 0,-1-1 0,1 1 0,0-1 0,-1 0 0,1 1 0,-1-1 0,0 0 0,1 0 0,-1 0 0,0 0 0,0 0 0,0 0 0,-1 0 0,1 0 0,0-1 0,-1 1 0,1-3 0,7-44 0,-3 0 0,-1-51 0,-4 89 0,0-11 0,0 0 0,1 0 0,8-40 0,-5 36 0,-1-1 0,-1 1 0,-1-1 0,-3-30 0,0-4 0,2 59 0,0-1 0,0 1 0,0 0 0,0-1 0,-1 1 0,1 0 0,-1-1 0,1 1 0,-1 0 0,0 0 0,0 0 0,0 0 0,0 0 0,0 0 0,-1 0 0,1 0 0,-4-3 0,4 3 0,-1 1 0,0 0 0,0 0 0,0 0 0,0 0 0,0 1 0,0-1 0,0 1 0,0-1 0,0 1 0,0-1 0,0 1 0,0 0 0,0 0 0,-1 0 0,1 0 0,0 1 0,0-1 0,0 0 0,-3 2 0,-63 18 0,48-13 0,0-1 0,-1 0 0,0-2 0,0 0 0,-27 0 0,32-4 0,-1 1 0,1 0 0,-25 6 0,14-3 0,0 0 0,-1-2 0,1-2 0,-28-2 0,-6 1 0,42 2 0,-36 6 0,36-3 0,-35 1 0,-638-5 0,311-1 0,369 2 0,-1 0 0,-21 5 0,20-3 0,1 0 0,-16 0 0,-275-3 0,146-1 0,155 1 0,0 0 0,0 0 0,0 1 0,0-1 0,0 0 0,1 1 0,-1 0 0,0 0 0,0 0 0,-2 1 0,4-1 0,0-1 0,0 1 0,1 0 0,-1 0 0,0-1 0,1 1 0,-1 0 0,0 0 0,1 0 0,-1 0 0,1 0 0,-1 0 0,1 0 0,0 0 0,-1 0 0,1 0 0,0 0 0,0 0 0,0 0 0,0 0 0,0 0 0,0 0 0,0 0 0,0 0 0,0 0 0,0 0 0,1 0 0,-1 0 0,0 0 0,1 2 0,6 16 0,1 0 0,1-1 0,14 23 0,-11-20 0,16 39 0,-16-33 0,30 51 0,-21-42 0,-6-3 0,7 10 0,-18-37 9,-1 1-1,0 0 1,0-1-1,0 1 1,-1 0-1,0 0 0,0 1 1,1 11-1,-1 4-289,-3 33-1,1-31-596,-1-11-5948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8:26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24575,'35'-13'0,"52"-2"0,-60 9 0,1 0 0,-1 1 0,50-1 0,-64 5 0,-1 0 0,23-5 0,-21 3 0,28-2 0,26 6 0,28-2 0,-51-7 0,-33 5 0,1 1 0,17-1 0,86 4 0,48-2 0,-120-7 0,-31 5 0,-1 1 0,18-2 0,373 3 0,-195 3 0,-134-4 0,82 4 0,-89 12-1365,-54-12-5461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8:27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8:31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24575,'3'0'0,"0"0"0,0 0 0,0 1 0,0-1 0,0 1 0,0-1 0,0 1 0,0 0 0,0 0 0,0 0 0,0 1 0,0-1 0,-1 1 0,1-1 0,0 1 0,-1 0 0,0 0 0,5 4 0,-4-1 0,0-1 0,-1 1 0,1-1 0,-1 1 0,0 0 0,0 0 0,0 0 0,-1 0 0,0 0 0,1 9 0,1 21 0,-1 1 0,-4 39 0,1-9 0,0-54 0,-1 0 0,0 0 0,0 0 0,-1 0 0,-6 14 0,-4 20 0,7-23 0,3-9 0,0 0 0,0 1 0,0 18 0,3-28 0,-1 1 0,1-1 0,-1 1 0,0-1 0,-1 1 0,1-1 0,-1 0 0,0 1 0,0-1 0,-1 0 0,0 0 0,0-1 0,-5 8 0,8-12 0,-1-1 0,1 1 0,0 0 0,0 0 0,-1 0 0,1-1 0,0 1 0,-1 0 0,1 0 0,0-1 0,0 1 0,0 0 0,-1 0 0,1-1 0,0 1 0,0 0 0,0-1 0,0 1 0,0 0 0,-1-1 0,1 1 0,0 0 0,0-1 0,0 1 0,0-1 0,0 1 0,0 0 0,0-1 0,0 1 0,0 0 0,0-1 0,1 1 0,-1-1 0,-1-16 0,0 10 0,2 0 0,-1-1 0,1 1 0,0 0 0,0 0 0,1 0 0,0 0 0,0 0 0,1 0 0,0 0 0,0 1 0,0-1 0,1 1 0,0 0 0,0 0 0,10-10 0,-11 13 0,-1-1 0,1 1 0,-1-1 0,0 0 0,1 0 0,1-6 0,-3 7 0,-1 1 0,1-1 0,0 1 0,0-1 0,1 1 0,-1 0 0,0 0 0,1-1 0,0 1 0,-1 0 0,1 0 0,0 1 0,0-1 0,0 0 0,0 1 0,0-1 0,1 1 0,-1-1 0,0 1 0,3-1 0,10-1 0,1 1 0,-1 1 0,1 0 0,-1 1 0,23 3 0,10-1 0,9-3 0,51 2 0,-88 2 0,0 2 0,34 10 0,-30-8 0,-22-6 0,1 0 0,-1 0 0,0 0 0,0 0 0,0 0 0,0 1 0,0-1 0,0 0 0,0 1 0,0 0 0,0-1 0,-1 1 0,1 0 0,-1 0 0,1 0 0,-1 0 0,0 0 0,2 4 0,0 3 0,0 1 0,0-1 0,1 15 0,2 2 0,-2-2 0,-1-1 0,-1 1 0,0-1 0,-4 38 0,1-10 0,1-49 0,0 1 0,0-1 0,0 1 0,0-1 0,-1 0 0,1 1 0,-1-1 0,0 0 0,1 1 0,-1-1 0,0 0 0,0 0 0,0 1 0,-3 2 0,3-4 0,-1 1 0,0-1 0,0 0 0,0 0 0,1 1 0,-1-1 0,0 0 0,0-1 0,0 1 0,-1 0 0,1-1 0,0 1 0,0-1 0,0 1 0,0-1 0,-4 0 0,-137-1 0,52-1 0,61 2 0,6 1 0,-1-1 0,0-2 0,-42-7 0,11-1-1365,46 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8:33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0 24575,'-1'1'0,"0"-1"0,0 0 0,1 1 0,-1-1 0,0 0 0,1 1 0,-1-1 0,0 1 0,1-1 0,-1 1 0,1-1 0,-1 1 0,1 0 0,-1-1 0,1 1 0,-1 0 0,1-1 0,-1 1 0,1 0 0,0 0 0,0-1 0,-1 1 0,1 0 0,0 0 0,0-1 0,0 1 0,0 1 0,-3 26 0,3-25 0,-5 33 0,-1 0 0,-2 1 0,-22 60 0,-3 13 0,29-95 0,-1 1 0,0-1 0,-1-1 0,-1 1 0,-16 26 0,20-36 0,0 0 0,1 0 0,0 1 0,0-1 0,1 1 0,-1-1 0,1 1 0,0 0 0,1 8 0,-1-5 0,0-1 0,-1 1 0,-2 8 0,1-10-66,0-8 230,1-12-1627,1 2-5363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8:3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96 24575,'18'-1'0,"-10"1"0,0 0 0,1 0 0,-1 1 0,13 2 0,-19-3 0,1 1 0,-1 0 0,1 0 0,-1 0 0,0 1 0,1-1 0,-1 0 0,0 1 0,0-1 0,0 1 0,0 0 0,0 0 0,0 0 0,-1 0 0,1 0 0,-1 0 0,1 0 0,1 5 0,9 16 0,-2 0 0,0 1 0,11 50 0,-14-45 0,-4-18 0,-1 1 0,2 20 0,-3-25 0,-1 0 0,1 1 0,0-1 0,1 0 0,0 0 0,0 0 0,1 0 0,-1 0 0,1 0 0,1-1 0,-1 1 0,6 6 0,-4-6 0,-1 0 0,0 0 0,3 8 0,-5-9 0,1 0 0,0-1 0,0 0 0,0 1 0,1-1 0,5 6 0,-8-10 0,-1 0 0,1-1 0,0 1 0,0 0 0,0-1 0,0 1 0,0-1 0,0 1 0,1-1 0,-1 0 0,0 1 0,0-1 0,0 0 0,0 0 0,0 0 0,1 1 0,-1-1 0,0-1 0,0 1 0,0 0 0,0 0 0,1 0 0,-1-1 0,0 1 0,0 0 0,0-1 0,0 1 0,0-1 0,0 1 0,0-1 0,0 0 0,0 1 0,0-1 0,0 0 0,-1 0 0,2-1 0,5-4 0,-1-1 0,-1 0 0,10-13 0,-9 10 0,63-81 0,38-53 0,-90 108 0,-14 29 0,0-1 0,1 1 0,7-12 0,80-126 0,-90 144 0,0-1 0,0 0 0,0 0 0,0 0 0,0 1 0,1-1 0,-1 1 0,1-1 0,-1 1 0,1-1 0,0 1 0,-1 0 0,1 0 0,0 0 0,0 0 0,0 0 0,0 0 0,0 1 0,0-1 0,0 0 0,0 1 0,0 0 0,0-1 0,0 1 0,3 0 0,-1 1 0,-1 0 0,0-1 0,1 1 0,-1 1 0,0-1 0,0 0 0,0 1 0,0 0 0,0 0 0,0 0 0,0 0 0,-1 0 0,1 0 0,-1 1 0,3 3 0,5 6 0,0 1 0,-1 0 0,-1 1 0,0 0 0,10 25 0,10 64 0,-25-93 0,0 0 0,-1 1 0,0-1 0,0 1 0,-1 12 0,-2 57 0,-1-28 0,2 143-1365,0-180-5461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8:38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 24575,'0'-1'0,"0"0"0,1 0 0,-1 1 0,1-1 0,-1 0 0,0 0 0,1 1 0,-1-1 0,1 1 0,0-1 0,-1 1 0,1-1 0,0 0 0,-1 1 0,1 0 0,0-1 0,-1 1 0,1-1 0,0 1 0,0 0 0,22-9 0,-18 7 0,9-2 0,0 1 0,-1 1 0,1 0 0,0 1 0,0 0 0,0 1 0,15 2 0,3-1 0,-17 0 0,-1 0 0,1 2 0,-1-1 0,25 10 0,-20-4 0,-1 0 0,32 20 0,4 2 0,-47-24 0,0 0 0,0 0 0,0 0 0,0 1 0,-1 0 0,0 1 0,9 14 0,-13-19 0,-1-1 0,1 1 0,-1 0 0,1-1 0,-1 1 0,0 0 0,0 0 0,0 0 0,-1 0 0,1 0 0,-1 0 0,0 0 0,1 0 0,-1 0 0,0 0 0,-1 0 0,1 0 0,-1 0 0,1 0 0,-1 0 0,-2 4 0,2-3 0,-1-1 0,0 1 0,-1-1 0,1 1 0,-1-1 0,0 0 0,1 0 0,-1 0 0,-1 0 0,1-1 0,0 1 0,-1-1 0,1 0 0,-8 3 0,6-2 0,0 0 0,0 0 0,0 0 0,0 1 0,1-1 0,-1 1 0,1 0 0,-4 6 0,-5 3 0,7-8 0,0-1 0,0 0 0,-1 0 0,1-1 0,-1 0 0,0 0 0,0-1 0,-11 3 0,-20 9 0,12-1-10,18-8-261,-1-1 0,1 0 0,-1 0 0,-10 2 0,7-3-6555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5:18:39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4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24575,'314'0'0,"-298"1"0,1 1 0,18 4 0,-17-3 0,28 2 0,2-5 0,-26 0 0,-1 0 0,0 1 0,38 7 0,-33-3 0,1-2 0,-1-1 0,1-1 0,31-3 0,3 0 0,-36 2 0,-4 1 0,0-1 0,-1-1 0,1 0 0,0-2 0,-1-1 0,38-11 0,5-2 0,-47 13 0,83-12 0,-65 9 0,2 0 0,-1 2 0,52 0 0,-31 7 0,85-3 0,-96-7 0,-33 5 0,0 1 0,18-2 0,373 3 0,-195 3 0,1738-2 0,-1933 0 0,-1 2 0,22 4 0,-21-3 0,1-1 0,15 1 0,4-2 0,-14-1 0,-1 0 0,1 2 0,31 6 0,48 9 0,-70-13 0,-1-1 0,1-1 0,53-4 0,-20 1 0,-39 1 0,13-1 0,1 2 0,53 9 0,-51-5 0,0-2 0,0-1 0,40-4 0,-6 0 0,-45 3 0,35 7 0,-35-4 0,38 0 0,-47-4 0,1 0 0,-1 2 0,33 5 0,-25-2 0,1-2 0,-1-1 0,1-1 0,30-4 0,4 2 0,2149 1 0,-2197-1 0,-1 0 0,22-5 0,-21 3 0,1 0 0,15 0 0,374 2 0,-195 3 0,402-2 0,-598 0 0,1 2 0,21 4 0,-20-3 0,-1-1 0,16 1 0,374-2 0,-195-2 0,1359 1 0,-1551 1 0,1 0 0,18 5 0,-17-2 0,28 1 0,367-4 0,-200-3 0,117 2 0,-317 0 0,-1-2 0,22-4 0,-20 3 0,-1 1 0,16-1 0,27 3 0,-33 0 0,0 0 0,0-1 0,41-8 0,51-8 0,-87 13 0,0 1 0,0 1 0,51 4 0,-18-1 0,-14 0 0,54-2 0,-56-7 0,-33 5 0,1 1 0,17-2 0,38 5 0,28-2 0,-51-6 0,-33 4 0,1 0 0,16 0 0,374 2 0,-195 2 0,6-1-1365,-200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24575,'891'0'0,"-879"0"0,1 2 0,21 4 0,-21-3 0,1-1 0,15 1 0,374-2 0,-196-2 0,-168 1 0,-1-1 0,1 2 0,60 9 0,-61-5 0,0-2 0,1-1 0,38-4 0,-5 0 0,406 2 0,-465 1 0,-1 0 0,22 6 0,-20-4 0,-1-1 0,16 1 0,253-2 0,-135-2 0,-135 1 0,0 2 0,-1-1 0,14 5 0,-13-3 0,1-1 0,18 2 0,339-3 0,-179-3 0,-117 4 0,83-4 0,-102-7 0,-36 6 0,39-3 0,206 7 0,-254-2 0,0 0 0,0 0 0,13-4 0,23-3 0,19-1 0,-42 6 0,37-3 0,583 7 0,-630-2 0,-1 0 0,22-5 0,-20 3 0,-1 0 0,16 0 0,92 1 972,161 3-4310,-74 1 5704,1128-2-2366,-1320 1 0,1 0 0,18 5 0,-17-3 0,28 2 0,-35-4 0,8-1 0,1 1 0,35 7 0,-38-5 0,-1-1 0,33 0 0,-32-2 0,0 1 0,26 4 0,-21-1 0,0-2 0,35 0 0,6 1 0,-18 5 0,-33-5 0,-1-1 0,20 2 0,351-3 0,-186-3 0,530 2 0,-714 1 0,0 0 0,23 6 0,-22-5 0,1 1 0,15 0 0,373-2 0,-194-2 0,616 1-1365,-810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2:29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 24575,'5'0'0,"1"-1"0,-1 1 0,0-2 0,10-2 0,15-3 0,0 5 0,32 2 0,-40 1 0,0-1 0,0 0 0,35-7 0,65-14 0,-96 16 0,0 2 0,-1 1 0,1 1 0,34 4 0,2-2 0,-39-1 0,0 1 0,0-1 0,1-2 0,38-7 0,-42 6 0,0 0 0,0 2 0,0 0 0,23 2 0,-22 0 0,0 0 0,0-2 0,34-6 0,-33 4 0,1 0 0,44 1 0,2 0 0,-24-6 0,-33 5 0,0 1 0,18-1 0,373 2 0,-196 2 0,-154 0 0,59-2 0,-68-7 0,-31 5 0,-1 1 0,18-2 0,47-4 0,-52 4 0,37 0 0,19 3 0,87 3 0,-70 14 0,-64-13 0,-1 2 0,38 11 0,-42-8 0,0-2 0,0-1 0,43 2 0,-62-7 0,3-1 0,0 1 0,-1 0 0,1 2 0,-1-1 0,1 1 0,-1 1 0,21 7 0,-8 0 0,1-1 0,0-1 0,0-2 0,1 0 0,0-2 0,0-1 0,54 0 0,-53-3 0,-5 0 0,0 0 0,0-2 0,35-6 0,-44 5 0,-1 1 0,26 0 0,-26 2 0,0 0 0,-1-1 0,19-5 0,-15 3 0,0 1 0,0 0 0,18 0 0,-16 1 0,0 0 0,19-4 0,-12 1 0,-1 1 0,1 1 0,33 2 0,25-2 0,-28-6 0,-34 4 0,35-1 0,290 6 0,-316-4-1365,-20-1-5461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2:31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2:33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1 244 24575,'1369'0'0,"-1356"0"0,-1-2 0,22-4 0,-21 3 0,1 1 0,15-1 0,374 1 0,-195 4 0,-128-1 0,87-3 0,-123-5 0,-32 4 0,1 0 0,17 0 0,373 2 0,-195 3 0,1457-2 0,-1652 0 0,-1 2 0,23 4 0,-22-3 0,0-1 0,16 1 0,374-2 0,-195-2 0,732 1 0,-927-1 0,-1 0 0,22-5 0,-20 3 0,-1 0 0,16 0 0,374 2 0,-195 3 0,600-2 0,-791-1 0,-1-1 0,20-4 0,-19 3 0,29-2 0,-13 4 0,-13 2 0,0-2 0,-1-1 0,28-5 0,-21 3 0,1 1 0,0 1 0,0 1 0,29 3 0,5 0 0,-32-2 0,1-1 0,43-8 0,-35 4 0,0 2 0,78 3 0,-45 1 0,-12 0 0,64-2 0,-68-7 0,-36 4 0,39-2 0,26 8 0,62-3 0,-101-7 0,-33 5 0,1 1 0,17-2 0,59 5 0,36-2 0,-70-7 0,-34 5 0,35-2 0,-29 5 0,4 0 0,1-1 0,43-8 0,-54 7 0,-1 0 0,29 1 0,9-1 0,-12-6 0,-34 6 0,0-1 0,17 0 0,-28 3 0,30-1 0,53-7 0,48-9 0,-98 10 0,-7 2 0,0 0 0,49-1 0,-61 6 0,5 1 0,0-2 0,1 0 0,-1-1 0,23-5 0,-26 4 30,0 0-1,0 2 1,31 0-1,-32 1-400,1 0 0,0-1 1,32-7-1,-38 5-6455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2:50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1 200 24575,'9'0'0,"1"-2"0,-1 0 0,1 0 0,-1 0 0,17-8 0,17-4 0,73-20 0,-28 7 0,-41 14 0,82-11 0,2 5 0,-84 12 0,-23 3 0,37-1 0,-48 4 0,-1 0 0,22-5 0,-21 3 0,1 0 0,15 0 0,-14 2 0,27-6 0,-27 4 0,29-2 0,402 3 0,-216 4 0,-202-1 0,0 2 0,0 0 0,0 2 0,32 11 0,21 0 0,2 1 0,-70-15 0,0 0 0,26-1 0,-26-1 0,-1 1 0,0 0 0,22 4 0,18 7 0,-30-8 0,36 13 0,-46-14 0,1 1 0,0-2 0,17 2 0,13 3 0,-29-5 0,0 0 0,23 0 0,-24-2 0,-1 0 0,1 1 0,20 5 0,-5-1 0,0-1 0,0-2 0,0 0 0,49-4 0,-12 0 0,513 2 0,-567 1 0,1 0 0,0 1 0,12 3 0,-12-2 0,1 0 0,18 0 0,207-2 0,-113-2 0,-113 1 0,1 2 0,21 4 0,-21-3 0,1-1 0,15 1 0,341-2 0,-179-2 0,-177 0 0,1 0 0,19-5 0,19-2 0,-46 8-273,0-1 0,0 0 0,0-1 0,7-2 0,-4 0-6553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2:59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24575,'35'-13'0,"-2"9"0,1 2 0,63 3 0,-30 0 0,1449-1 0,-1503 1 0,0 0 0,21 6 0,-21-4 0,1-1 0,15 1 0,-17-3 0,7 1 0,0 0 0,37 7 0,-36-5 0,0-1 0,0 0 0,0-1 0,23-3 0,41 2 0,-39 8 0,-33-5 0,0-1 0,18 2 0,12-4 0,-22 0 0,0 0 0,1 1 0,31 7 0,47 9 0,-85-14 0,0-2 0,0 0 0,17 0 0,-18-2 0,0 2 0,0-1 0,0 2 0,14 3 0,-9-2 0,0 0 0,0-1 0,1 0 0,25-3 0,-24 1 0,0 0 0,1 1 0,22 5 0,-14-2 0,-1-1 0,1-1 0,41-2 0,38 1 0,-64 7 0,-32-5 0,1-1 0,17 2 0,296-4 0,-157-1 0,-154 2 0,1 1 0,21 4 0,-20-2 0,30 1 0,-5-4 0,-13-1 0,0 1 0,36 7 0,-39-5 0,31 2 0,25 3 0,-60-5 0,0-1 0,30-1 0,-31-2 0,-1 2 0,41 6 0,-36-3 0,-1-1 0,1-2 0,29-1 0,32 2 0,-42 6 0,-31-5 0,-1-1 0,18 1 0,101-4 0,51 3 0,-127 5 0,-34-3 0,35 1 0,-34-4 0,30 6 0,-31-3 0,33 0 0,-30-4 0,-4 0 0,1 1 0,-1 0 0,33 7 0,-26-4 0,-1-1 0,1-1 0,-1-1 0,32-3 0,3 0 0,483 2 0,-532 1 0,-1 0 0,1 1 0,12 3 0,-11-2 0,-1-1 0,19 2 0,284-3 0,-151-2 0,-152 1 0,1 2 0,21 4 0,-21-3 0,1-1 0,15 1 0,374-2 0,-196-2 0,1607 1 0,-1797 1 0,-1 0 0,20 5 0,-18-2 0,27 1 0,183-5 0,-109-1 0,-102 2 0,-1 1 0,20 4 0,-19-3 0,29 2 0,-15-4 0,53 8 0,-63-6 0,0-2 0,27 0 0,10 1 0,-12 6 0,-34-6 0,0 1 0,17 0 0,29-3 0,-27 0 0,1 1 0,46 7 0,-49-4 0,1-1 0,0-2 0,34-2 0,47 1 0,-56 8 0,-35-4 0,37 1 0,404-6 0,-445 2 0,-1 1 0,23 4 0,-21-2 0,29 1 0,43 4 0,-30-1 0,-6-1 0,-31-3 0,36 1 0,-31-5 0,0 2 0,34 5 0,-34-3 0,29 1 0,26 3 0,-60-5 0,0-1 0,30-1 0,-31-2 0,0 2 0,39 6 0,-27-2 48,1-2-1,0 0 1,37-3-1,-35-1-789,1 2-1,49 7 1,-44-2 712,1-3 0,75-4 0,-42 0 26,-17 0 4,64 2 0,-68 7 0,-35-4 0,37 1 0,1236-4 2133,-607-3-2135,-109 2 2,-560-1 0,0 0 0,18-5 0,24-2 0,243 7 85,-154 2-1947,-124-2 1844,35-7 1,-34 5 18,32-2 0,54-3-1,9 0 0,258 8 1810,-361-1-1810,-1 0 0,20-5 0,-18 2 0,27-1 0,52 6 0,38-2 0,-80-6 0,-35 3 0,37-1 0,-30 5 0,4 0 0,0-1 0,44-7 0,-52 4 0,35 0 0,-38 4 0,0-1 0,31-7 0,-37 6 0,1 0 0,-1 1 0,23 0 0,-23 2 0,-1-1 0,0-1 0,0 0 0,22-5 0,-21 2 0,1 2 0,0 0 0,0 1 0,18 0 0,13-1 0,0-5 0,-34 4 0,1 1 0,15-2 0,80-6 0,-51 3 0,-14 0 0,-30 4 0,1 1 0,15-1 0,-5 2 0,-5 1 0,0-1 0,0 0 0,23-6 0,-21 4 0,0 0 0,0 1 0,0 2 0,27 2 0,44-3 0,-48-7 0,-32 6 0,0-1 0,18 0 0,55-5 0,-54 4 0,35-1 0,-36 4 0,33-6 0,26-1 0,-80 7 14,-1 0 1,1 0-1,12-4 0,1 0-1436,-10 3-5404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3:03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0 145 24575,'1172'0'0,"-1156"2"0,1-1 0,-1 2 0,29 8 0,-27-6 0,1-1 0,31 3 0,-2-6 0,-28-1 0,0 0 0,0 2 0,27 5 0,-32-4 0,-1-2 0,0 1 0,24-2 0,-25-1 0,0 1 0,0 1 0,0 0 0,23 6 0,-12-2 0,0-2 0,1 0 0,-1-1 0,1-1 0,31-4 0,3 2 0,1227 1 0,-1274-1 0,0 0 0,0-1 0,12-3 0,-12 2 0,1 1 0,18-2 0,251 3 0,-135 3 0,-135-3 0,1 0 0,21-6 0,-21 4 0,1 1 0,15-1 0,286 2 0,-152 2 0,-146-2 0,-1 0 0,20-5 0,-18 2 0,27-1 0,72 7 0,47-4 0,-109-5 0,-35 3 0,37-1 0,372 5 0,-417 0 0,1-2 0,21-4 0,-21 3 0,1 1 0,15-1 0,374 2 0,-196 2 0,57-1 0,-248 1 0,1 1 0,18 3 0,-17-1 0,28 1 0,368-4 0,-201-3 0,2278 2 0,-2475 1 0,0 1 0,20 4 0,-18-3 0,28 2 0,50-6 0,38 2 0,-79 7 32,-34-4-379,35 1 0,505-6 1009,-545 2-662,1 1 0,18 4 0,-17-3 0,28 2 0,368-4 0,-201-2 0,710 1 0,-910-1 0,-1 0 0,22-6 0,-20 4 0,-1 1 0,16-1 0,-1 1 0,0-2 0,27-6 0,-26 3 0,46-2 0,-60 7 0,0-1 0,0 0 0,25-8 0,8-3 0,99-18 0,-64 13 0,-21 4 0,-45 10 0,0 1 0,-1 1 0,21-2 0,-28 4-34,0-1 1,0 0-1,0 0 0,0-1 0,16-6 0,-7 2-1128,-7 3-5664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3:11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84 991 24575,'38'0'0,"1"-1"0,-1 2 0,63 9 0,-32 6 0,-45-9 0,1-2 0,0 0 0,45 2 0,-42-6 0,35 7 0,-36-4 0,37 0 0,-40-2 0,0 0 0,44 11 0,-45-8 0,1-1 0,44 3 0,-38-7 0,-8-1 0,-1 1 0,0 2 0,40 6 0,-35-4 0,1 0 0,-1-2 0,1-2 0,31-2 0,3 1 0,-42 2 0,36 6 0,-36-3 0,35 1 0,-33-4 0,32 6 0,-32-4 0,33 2 0,979-4 0,-482-3 0,-537 1 0,0 0 0,25-7 0,-8 2 0,3 0 0,-17 2 0,1 1 0,28-1 0,-23 4 0,-2 0 0,-1 0 0,1-1 0,34-7 0,-29 3 0,0 2 0,1 1 0,0 2 0,30 2 0,4-1 0,252-1 0,-300 0 0,-1-2 0,23-4 0,-22 3 0,1 1 0,15-1 0,20 2 0,-28 2 0,0-1 0,1-2 0,36-6 0,-42 5 0,0 1 0,1 1 0,23 0 0,-23 1 0,-1 0 0,1-1 0,19-4 0,-14 1 0,0 1 0,0 1 0,26 2 0,19-3 0,-22-4 0,-32 4 0,-1 1 0,17-2 0,4 2 0,0-3 0,45-11 0,-39 8 0,-21 3 0,1-1 0,20-10 0,18-5 0,26-11 0,-79 30 0,0-1 0,0 1 0,0 0 0,0-1 0,-1 0 0,1 0 0,-1 0 0,0 0 0,1-1 0,-1 1 0,-1-1 0,1 0 0,2-4 0,17-21 0,-15 21 0,-1 0 0,0 0 0,-1 0 0,0-1 0,0 0 0,-1 0 0,0-1 0,-1 1 0,0-1 0,3-15 0,-5 21 0,-1-1 0,0 0 0,-1 0 0,1 0 0,-1 0 0,0 0 0,0 1 0,0-1 0,-1 0 0,1 1 0,-1-1 0,0 1 0,-4-7 0,-6-6 0,-23-30 0,31 41 0,-37-41 0,-2 2 0,-2 2 0,-79-59 0,36 47 0,40 27 0,35 21 0,0 1 0,-26-9 0,25 10 0,0 0 0,-24-14 0,14 6 0,-1 1 0,0 1 0,-52-14 0,-17-7 0,70 23 0,0 0 0,-1 1 0,-1 2 0,-31-5 0,-89-7 0,102 10 0,31 5 0,-1 1 0,-15-1 0,-2 2 0,2 1 0,0-1 0,-31-7 0,22 3 0,-1 2 0,-76 3 0,43 2 0,-2435-2 0,2491-1 0,-1-1 0,-18-3 0,17 1 0,-28-1 0,-313 4 0,174 3 0,172-2 0,0 2 0,-25 5 0,2 0 0,-38 11 0,18-4 0,-25 6 0,78-18 0,-1-1 0,0 1 0,1-1 0,0 1 0,-1 0 0,1 1 0,0-1 0,0 0 0,0 1 0,1 0 0,-1 0 0,1 0 0,-1 0 0,1 0 0,0 0 0,-2 4 0,0 2 0,1-1 0,0 1 0,1 0 0,-1 0 0,0 14 0,-4 12 0,-1 15 0,5-30 0,-1 1 0,0 0 0,-2-1 0,-12 31 0,1-3 0,5-15 0,8-25 0,1 0 0,0 0 0,1 0 0,-1 1 0,-1 16 0,2-3 0,-2-1 0,-6 25 0,4-22 0,-3 29 0,8-38 0,0 1 0,0-1 0,3 18 0,-1-27 0,0 0 0,0-1 0,0 1 0,1 0 0,0 0 0,0-1 0,1 1 0,-1-1 0,1 0 0,0 0 0,5 6 0,-3-4 0,0 1 0,-1-1 0,0 1 0,0 0 0,3 13 0,5 7 0,-6-15 33,1-2-1,1 1 0,10 12 0,11 17-1526,-24-32-5332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3:13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0 233 24575,'3'-1'0,"0"1"0,0-1 0,-1 0 0,1 0 0,0-1 0,-1 1 0,3-2 0,6-3 0,107-48 0,-99 45 0,0 0 0,0 0 0,36-10 0,-32 12 0,-1 0 0,0-2 0,27-15 0,-33 15 0,79-33 0,-82 38 0,-1 0 0,1 1 0,0 0 0,0 1 0,25 0 0,-19 3 0,0 2 0,0 0 0,-1 1 0,1 1 0,-1 1 0,23 10 0,37 11 0,85 27 0,-159-53 0,-1 0 0,0 1 0,0 0 0,0 0 0,0 0 0,0 0 0,-1 0 0,1 0 0,-1 1 0,1-1 0,-1 1 0,0 0 0,0 0 0,0 0 0,0 0 0,0 0 0,-1 0 0,0 0 0,1 1 0,-1-1 0,1 6 0,-1 2 0,1 1 0,-2-1 0,0 0 0,0 1 0,-3 15 0,2-18 0,-1 0 0,-1 0 0,1 0 0,-1-1 0,-1 1 0,-8 15 0,-34 45 0,38-59 0,-15 22 0,-1-2 0,-2-1 0,-48 42 0,-12-8 0,84-60 0,0-1 0,0 1 0,0-1 0,1 1 0,-1 0 0,1-1 0,0 1 0,-1 0 0,1 0 0,0 0 0,1 0 0,-1 0 0,1 0 0,-1 6 0,0 7 0,3 27 0,0-19 0,-2-14 0,0 0 0,1 0 0,0-1 0,1 1 0,0-1 0,0 1 0,1-1 0,0 0 0,1 0 0,0 0 0,1 0 0,5 8 0,0-2 0,-1 1 0,0 1 0,9 26 0,11 19 0,-21-47 0,-3-8 0,-1 0 0,0 0 0,0 1 0,4 13 0,-8-20 0,1 0 0,-1 1 0,1-1 0,-1 1 0,0-1 0,0 1 0,0-1 0,0 1 0,0-1 0,0 0 0,0 1 0,-1-1 0,1 1 0,0-1 0,-1 1 0,1-1 0,-1 0 0,0 1 0,1-1 0,-1 0 0,0 0 0,0 1 0,0-1 0,0 0 0,0 0 0,0 0 0,0 0 0,0 0 0,0 0 0,0 0 0,0-1 0,-2 2 0,-7 3-341,0-1 0,1-1-1,-12 4 1,9-5-6485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3:13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8:06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8:29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24575,'529'0'0,"-512"-1"0,-1-1 0,19-3 0,-17 1 0,28-1 0,159 5 0,-97 1 0,-95-2 0,-1 0 0,23-6 0,-22 4 0,0 1 0,16-1 0,-4 2 0,-6 1 0,0-1 0,1 0 0,20-6 0,-26 5 0,0 0 0,0 1 0,18 0 0,-19 2 0,0-2 0,0 0 0,26-5 0,-12 1 0,1 1 0,0 1 0,0 2 0,49 3 0,-11-1 0,8 1 0,82-4 0,-112-6 0,-31 5 0,-1 1 0,18-1 0,373 2 0,-196 2 0,-126-2 0,85 3 0,-121 5 0,-33-4 0,1 0 0,17 0 0,46 5 0,-50-4 0,36 0 0,-32-2 0,33 5 0,26 1 0,-75-7 0,-1 0 0,19 5 0,-18-3 0,28 2 0,307-4 0,-169-2 0,-168 1 0,1 2 0,21 4 0,-21-3 0,1-1 0,15 1 0,11-2 0,-12-1 0,-1 1 0,43 7 0,-44-4 0,1-1 0,0-2 0,38-2 0,37 2 0,-46 7 0,-36-5 0,37 2 0,-33-5 0,-4 0 0,1 0 0,-1 2 0,33 6 0,-27-4 0,1-1 0,0-1 0,0-1 0,30-3 0,3 0 0,583 2 0,-630-1 0,-1 0 0,23-5 0,-22 3 0,1 0 0,15 0 0,374 2 0,-196 3 0,387-2 0,-577-1 0,-1-1 0,19-4 0,-17 3 0,28-2 0,-36 5 0,8 0 0,0-1 0,0-1 0,23-5 0,-15 2 0,-1 2 0,1 1 0,0 1 0,35 3 0,0 0 0,2-1 0,72-3 0,-80-5 0,-35 3 0,37-1 0,767 5 92,-379 1-1549,-431-1-5369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2T14:18:30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2150 24575,'15'1'0,"-1"1"0,1 0 0,25 8 0,-26-6 0,8 3 0,0 2 0,0 0 0,37 23 0,18 8 0,-57-31 0,1 1 0,-2 0 0,1 2 0,-2 0 0,34 29 0,22 17 0,-58-42 0,-6-6 0,-1 0 0,23 15 0,-16-15 0,-7-3 0,1-1 0,0 0 0,0 0 0,19 7 0,-13-8 0,0-1 0,1 0 0,-1-1 0,1-1 0,-1-1 0,19 0 0,-19 0 0,1 0 0,20 5 0,-19-3 0,26 2 0,-25-5 0,10 1 0,55 7 0,-43-2 0,0-3 0,80-4 0,-43 0 0,219 1-1522,-281-1 1517,1-1 0,18-4-1,-17 3 7,28-2-1,-29 4 0,26-6 0,12-1 0,-28 6 0,0-3 0,34-8 0,3-8 0,-43 13 0,43-10 0,-27 9 324,0-2 0,-1-2 0,53-26 0,-74 32-178,67-37-65,-16 6-67,67-30-14,-72 28 0,-12 5 0,-29 22 0,-1-2 0,27-26 0,-25 22 0,30-22 0,5-6 0,-2 3 0,24-15 0,-72 53 0,0 0 0,-1-1 0,1 1 0,-1-1 0,0 0 0,-1 0 0,0-1 0,0 1 0,-1-1 0,4-11 0,11-19 0,-13 27 0,-1-1 0,0 1 0,5-24 0,-6 22 0,0 1 0,1 0 0,9-20 0,-6 17 0,-1 1 0,-1-1 0,0 0 0,-1 0 0,-1 0 0,0-1 0,1-16 0,-4-113 0,-1 70 0,1-222 0,1 286 0,0 0 0,1 0 0,1 0 0,0 1 0,0-1 0,1 1 0,0 0 0,10-16 0,-6 10 0,-1 0 0,7-22 0,8-43 0,-17 69 0,0-1 0,1 1 0,9-13 0,-8 12 0,0 0 0,8-19 0,8-16 0,-8 18 0,-5 10 0,-2 2 0,0 0 0,-1 0 0,7-26 0,18-55 0,-14 18 0,-2-2 0,-13 64-273,1 0 0,1 0 0,1 0 0,15-32 0,-17 42-6553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26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0 250 24575,'20'-2'0,"-1"0"0,1-1 0,-1-1 0,24-8 0,2-1 0,4 1 0,107-21 0,-28 21 0,-34 5 0,114 6 0,-93 2 0,49-2 0,176 3 0,-161 14 0,46 2 0,468-19 0,-646 4 0,69 11 0,31 3 0,81-17 0,-102-1 0,-89-1 0,0-2 0,58-13 0,-6 0 0,167-32 0,34-5 0,-182 48 0,-73 5 0,-1-1 0,41-8 0,50-12 0,0 6 0,186 1 0,458 14 0,-371 2 0,2110-1 0,-2443 3 0,0 3 0,69 16 0,-111-18 0,72 11 0,0-5 0,105-2 0,1651-9 0,-1415 22 0,-252-9 0,-166-10 0,1 1 0,28 8 0,-30-6 0,1-1 0,29 3 0,43 1 0,54 1 0,485-9 0,-293-1 0,-286-1 0,63-11 0,-3 0 0,-17 4 0,108-3 0,-89 4 0,-12 0 0,-83 7 0,30-7 0,-31 5 0,31-2 0,-27 4 64,26-6 0,0 1-1557,-32 4-5333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32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24575,'122'-1'0,"455"22"0,-81 62 0,-432-72 0,71 3 0,66-7 0,57 4 0,107 8 0,0-18 0,-168-2 0,-41-1 0,220-32 0,-250 18 0,230 1 0,-306 16 0,0-2 0,72-11 0,-48 1 0,103-2 0,77 14 0,-93 1 0,167-1 0,354-2 0,296-69 0,-673 36 0,384 6 0,622 29 0,-729-2 0,-524 4 0,65 11 0,31 3 0,297-15 0,-233-4 0,579 2 0,-608 9 0,3-1 0,-4 0 0,-6 1 0,390-10 0,-451 8 0,-23 1 0,473-7 0,-484-5 0,0-4 0,105-23 0,-87 6 0,95-16 0,202-8 0,-61 41 0,-209 10 0,447-2 0,-534 2 0,-1 3 0,86 19 0,-80-12 0,91 8 0,82 0 0,-133-11 0,144-2 0,-193-7 0,-16 1 0,0 2 0,-1 1 0,42 11 0,-17-3 0,79 13 0,-34-7 0,92 31 0,-156-41 0,1-1 0,45 4 0,23 5 0,-57-7 0,0-1 0,0-2 0,69 1 0,301-9 0,-393 1 0,0-1 0,0-1 0,26-7 0,-24 5 0,45-6 0,142 11 0,5-1 0,-209 1 0,-1-1 0,1 0 0,-1 0 0,1 0 0,-1 0 0,0 0 0,1-1 0,-1 0 0,0 1 0,5-5 0,29-27 0,-16 14 0,-8 7-113,13-11-305,0 3 1,45-29 0,-57 42-6409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35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24575,'-1'128'0,"15"405"0,-3-323 0,-1 195-1072,-10-389 779,0-3-6533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38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24575,'1472'0'0,"-1440"2"0,0 1 0,42 9 0,-10 0 0,-19-8 0,-32-3 0,0 0 0,0 1 0,0 1 0,-1-1 0,21 9 0,232 87 0,-236-88 0,52 27 0,-32-13 0,-47-22 0,1-1 0,-1 0 0,1 1 0,-1 0 0,1 0 0,-1-1 0,0 1 0,0 1 0,0-1 0,0 0 0,-1 0 0,1 1 0,0-1 0,-1 1 0,0-1 0,2 5 0,0 3 0,0-1 0,-1 1 0,1 15 0,2 6 0,24 88 0,7 46 0,-31-124 0,3 21 0,-5-43 0,-1-1 0,1 33 0,-2-5 0,13 296-1365,-14-326-5461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40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24575,'0'498'0,"-3"-461"-1365,0-17-5461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42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24575,'263'-8'0,"-45"0"0,865 6 0,-553 3 0,-455-2 0,86 3 0,-12 19 0,-76-9 0,-66-11-273,-1 0 0,1 1 0,-1 0 0,6 2 0,4 4-6553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43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24575,'0'448'0,"-1"-424"0,-6 35 0,-2 17 0,6-39-1365,0-22-5461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2:45:45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2:53:58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0 240 24575,'291'0'0,"-278"1"0,0 1 0,22 4 0,-21-3 0,0 0 0,16 0 0,-13-2 0,0 1 0,0 1 0,0 1 0,23 8 0,-22-6 0,82 17 0,-47-12 0,49 6 0,-73-13 0,1-1 0,-1-1 0,52-3 0,-17-1 0,-33 2 0,-5-1 0,-1 1 0,1 2 0,43 7 0,-51-5 0,33 1 0,-32-4 0,29 7 0,-19-4 0,0-1 0,0-1 0,53-4 0,-19 1 0,602 1 0,-643-2 0,0 0 0,0-1 0,31-10 0,16-2 0,-33 8 0,-22 4 0,1 0 0,21 0 0,-12 1 0,27-5 0,-29 3 0,35 0 0,-29 3 0,0 0 0,36-7 0,-9 1 0,-32 4 0,25-5 0,-30 5 0,1 0 0,0 2 0,0 0 0,24 2 0,36-1 0,-32-8 0,-35 5 0,1 0 0,17 0 0,-18 3 0,8-1 0,0 0 0,38-7 0,-30 4 0,0 0 0,1 2 0,55 4 0,-21-1 0,-47-1 0,0 0 0,0-2 0,28-6 0,-17 4 0,1 1 0,0 1 0,0 1 0,30 3 0,5 0 0,243-2 0,-291 0 0,0 2 0,20 4 0,20 2 0,13 1 0,-44-5 0,37 1 0,-44-5 0,0 1 0,0 1 0,25 5 0,-15-3 0,1-1 0,0-1 0,0-1 0,30-3 0,4 0 0,654 2 0,-703 0 0,0-2 0,22-4 0,-21 3 0,0 0 0,16 0 0,376 2 0,-198 2 0,65-1 0,-260 0 0,0-2 0,22-4 0,-21 3 0,0 0 0,16 0 0,13 3 0,-22 0 0,1 0 0,-1-2 0,32-6 0,-25 4 0,0 1 0,0 1 0,0 1 0,30 3 0,4 0 0,467-2 0,-516-1 0,0-1 0,22-4 0,-21 3 0,0 0 0,16 0 0,375 2 0,-196 3 0,115-2 0,-307 1 0,0 0 0,19 5 0,-17-2 0,28 1 0,-46-5 0,30 1 0,57 8 0,-68-6 0,0-1 0,23-1 0,9 0 0,-5 7 0,-34-5 0,0 0 0,17 0 0,43 5 0,-50-4 0,35 1 0,-41-4 0,0 1 0,19 4 0,-18-3 0,30 3 0,311-5 0,-173-3 0,-173 3 0,0 0 0,22 6 0,-21-4 0,0-1 0,16 2 0,376-3 0,-198-3 0,423 2 0,-617-1 0,0 0 0,25-7 0,-3 1 0,2 0 0,-15 3 0,0 1 0,29-2 0,-32 4 0,1-1 0,-1-2 0,1 0 0,27-10 0,-19 6 0,33-6 0,47-11 0,3 0 0,-68 16 0,-31 5 0,0 1 0,21-1 0,-22 3 0,1-1 0,13-4 0,25-3 0,4 0 0,-39 6 0,-1 1 0,18-2 0,-9 3 0,26-6 0,-28 3 0,35-1 0,-43 4 0,0 0 0,19-5 0,-18 3 0,28-2 0,56 6 0,41-2 0,-94-7 0,-34 5 0,1 0 0,18 0 0,56-6 0,-54 5 0,35 0 0,-49 4 0,0-1 0,0 0 0,33-7 0,-25 4 0,1 0 0,0 2 0,0 2 0,30 2 0,5-1 0,909-1 0,-959 0 0,0-2 0,22-4 0,-21 3 0,0 0 0,16 0 0,4 3 0,-13 0 0,0-1 0,-1-1 0,27-5 0,-21 3-13,1 1 0,0 1 0,52 3 0,-23 1-1300,-42-2-5513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2:54:00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2 397 24575,'0'-5'0,"-1"-21"0,1-1 0,1 1 0,2 0 0,1 0 0,11-44 0,-3 39 0,25-47 0,-11 28 0,-25 48 0,1 0 0,0-1 0,-1 1 0,1 0 0,0 0 0,0 0 0,1 0 0,-1 1 0,0-1 0,0 1 0,1-1 0,-1 1 0,1 0 0,0 0 0,-1 0 0,1 0 0,0 0 0,-1 1 0,1-1 0,0 1 0,5-1 0,5 1 0,1 0 0,0 0 0,13 3 0,-21-2 0,0 0 0,0 0 0,0 1 0,0 0 0,-1 0 0,1 1 0,0-1 0,-1 1 0,0 0 0,5 4 0,4 5 0,-1-1 0,13 16 0,-12-13 0,-5-3 0,0 1 0,14 24 0,-22-35 0,1 3 0,1 1 0,-1 0 0,0 1 0,-1-1 0,1 0 0,-1 1 0,0-1 0,0 1 0,0-1 0,-1 1 0,0-1 0,0 1 0,-1-1 0,1 1 0,-3 8 0,1-6 0,0 0 0,-1-1 0,0 1 0,0-1 0,-1 0 0,0 0 0,0 0 0,-1-1 0,1 1 0,-8 6 0,-105 99 0,90-74 0,21-29 0,0 0 0,-10 11 0,6-7 0,1 0 0,0 0 0,1 1 0,1 1 0,-8 18 0,12-26 0,-2 8 0,0-1 0,-4 22 0,6-21 0,1-5 15,0 0 0,1 0 0,0 0 0,0 0 0,1-1 0,1 1 0,1 13 0,-1-18-114,0 1 0,1-1 0,-1 1 0,1-1 0,0 0 0,1 0 0,-1 0 0,1 0 0,0-1 0,0 1 0,1-1 0,-1 0 0,1 0 0,6 6 0,-1-4-6727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2:54:00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01:13:54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24575,'142'-1'0,"254"10"0,-301 3 0,-50-5 0,82 1 0,-115-7 0,0 0 0,0 0 0,13 4 0,-12-2 0,1 0 0,14 0 0,380-2 0,-199-3 0,-117 3 0,210-8 0,236-5 0,-354 13 0,1155-1 0,-959 18-384,0 21-525,-183-17 1013,427 52-104,-70-8 0,-521-63 170,1-1 0,0-2-1,-1-1 1,1-2 0,0-1 0,52-13 0,4-4-170,53-14 0,203-52 0,-324 84 0,1 1 0,0 0 0,33 4 0,-34-1 0,0-1 0,-1 0 0,41-8 0,49-9-1365,-92 13-5461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8T02:34:3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772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268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363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586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520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243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26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969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080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1835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customXml" Target="../ink/ink3.xml"/><Relationship Id="rId18" Type="http://schemas.openxmlformats.org/officeDocument/2006/relationships/image" Target="../media/image7.png"/><Relationship Id="rId26" Type="http://schemas.openxmlformats.org/officeDocument/2006/relationships/customXml" Target="../ink/ink8.xml"/><Relationship Id="rId3" Type="http://schemas.openxmlformats.org/officeDocument/2006/relationships/tags" Target="../tags/tag10.xml"/><Relationship Id="rId21" Type="http://schemas.openxmlformats.org/officeDocument/2006/relationships/customXml" Target="../ink/ink7.xml"/><Relationship Id="rId7" Type="http://schemas.openxmlformats.org/officeDocument/2006/relationships/image" Target="../media/image1.png"/><Relationship Id="rId12" Type="http://schemas.openxmlformats.org/officeDocument/2006/relationships/image" Target="../media/image4.png"/><Relationship Id="rId17" Type="http://schemas.openxmlformats.org/officeDocument/2006/relationships/customXml" Target="../ink/ink5.xml"/><Relationship Id="rId25" Type="http://schemas.openxmlformats.org/officeDocument/2006/relationships/image" Target="../media/image11.png"/><Relationship Id="rId2" Type="http://schemas.openxmlformats.org/officeDocument/2006/relationships/tags" Target="../tags/tag9.xml"/><Relationship Id="rId16" Type="http://schemas.openxmlformats.org/officeDocument/2006/relationships/image" Target="../media/image6.png"/><Relationship Id="rId20" Type="http://schemas.openxmlformats.org/officeDocument/2006/relationships/image" Target="../media/image8.png"/><Relationship Id="rId1" Type="http://schemas.openxmlformats.org/officeDocument/2006/relationships/tags" Target="../tags/tag8.xml"/><Relationship Id="rId6" Type="http://schemas.microsoft.com/office/2018/10/relationships/comments" Target="../comments/modernComment_1A9_0.xml"/><Relationship Id="rId11" Type="http://schemas.openxmlformats.org/officeDocument/2006/relationships/customXml" Target="../ink/ink2.xml"/><Relationship Id="rId5" Type="http://schemas.openxmlformats.org/officeDocument/2006/relationships/notesSlide" Target="../notesSlides/notesSlide3.xml"/><Relationship Id="rId15" Type="http://schemas.openxmlformats.org/officeDocument/2006/relationships/customXml" Target="../ink/ink4.xml"/><Relationship Id="rId10" Type="http://schemas.openxmlformats.org/officeDocument/2006/relationships/image" Target="../media/image3.png"/><Relationship Id="rId19" Type="http://schemas.openxmlformats.org/officeDocument/2006/relationships/customXml" Target="../ink/ink6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3" Type="http://schemas.openxmlformats.org/officeDocument/2006/relationships/tags" Target="../tags/tag13.xml"/><Relationship Id="rId21" Type="http://schemas.openxmlformats.org/officeDocument/2006/relationships/image" Target="../media/image20.png"/><Relationship Id="rId7" Type="http://schemas.openxmlformats.org/officeDocument/2006/relationships/image" Target="../media/image9.png"/><Relationship Id="rId12" Type="http://schemas.openxmlformats.org/officeDocument/2006/relationships/customXml" Target="../ink/ink11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33" Type="http://schemas.openxmlformats.org/officeDocument/2006/relationships/image" Target="../media/image26.png"/><Relationship Id="rId2" Type="http://schemas.openxmlformats.org/officeDocument/2006/relationships/tags" Target="../tags/tag12.xml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29" Type="http://schemas.openxmlformats.org/officeDocument/2006/relationships/image" Target="../media/image24.png"/><Relationship Id="rId1" Type="http://schemas.openxmlformats.org/officeDocument/2006/relationships/tags" Target="../tags/tag11.xml"/><Relationship Id="rId6" Type="http://schemas.microsoft.com/office/2018/10/relationships/comments" Target="../comments/modernComment_1AC_5CF1ED4A.xml"/><Relationship Id="rId11" Type="http://schemas.openxmlformats.org/officeDocument/2006/relationships/image" Target="../media/image14.png"/><Relationship Id="rId24" Type="http://schemas.openxmlformats.org/officeDocument/2006/relationships/customXml" Target="../ink/ink16.xml"/><Relationship Id="rId32" Type="http://schemas.openxmlformats.org/officeDocument/2006/relationships/customXml" Target="../ink/ink20.xml"/><Relationship Id="rId5" Type="http://schemas.openxmlformats.org/officeDocument/2006/relationships/notesSlide" Target="../notesSlides/notesSlide4.xml"/><Relationship Id="rId15" Type="http://schemas.openxmlformats.org/officeDocument/2006/relationships/image" Target="../media/image12.png"/><Relationship Id="rId23" Type="http://schemas.openxmlformats.org/officeDocument/2006/relationships/image" Target="../media/image21.png"/><Relationship Id="rId28" Type="http://schemas.openxmlformats.org/officeDocument/2006/relationships/customXml" Target="../ink/ink18.xml"/><Relationship Id="rId10" Type="http://schemas.openxmlformats.org/officeDocument/2006/relationships/customXml" Target="../ink/ink10.xml"/><Relationship Id="rId19" Type="http://schemas.openxmlformats.org/officeDocument/2006/relationships/image" Target="../media/image19.png"/><Relationship Id="rId31" Type="http://schemas.openxmlformats.org/officeDocument/2006/relationships/image" Target="../media/image25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3.png"/><Relationship Id="rId14" Type="http://schemas.openxmlformats.org/officeDocument/2006/relationships/image" Target="../media/image10.png"/><Relationship Id="rId22" Type="http://schemas.openxmlformats.org/officeDocument/2006/relationships/customXml" Target="../ink/ink15.xml"/><Relationship Id="rId27" Type="http://schemas.openxmlformats.org/officeDocument/2006/relationships/image" Target="../media/image23.png"/><Relationship Id="rId30" Type="http://schemas.openxmlformats.org/officeDocument/2006/relationships/customXml" Target="../ink/ink19.xml"/><Relationship Id="rId8" Type="http://schemas.openxmlformats.org/officeDocument/2006/relationships/customXml" Target="../ink/ink9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28.png"/><Relationship Id="rId3" Type="http://schemas.openxmlformats.org/officeDocument/2006/relationships/tags" Target="../tags/tag16.xml"/><Relationship Id="rId7" Type="http://schemas.openxmlformats.org/officeDocument/2006/relationships/customXml" Target="../ink/ink21.xml"/><Relationship Id="rId12" Type="http://schemas.openxmlformats.org/officeDocument/2006/relationships/image" Target="../media/image15.png"/><Relationship Id="rId17" Type="http://schemas.openxmlformats.org/officeDocument/2006/relationships/customXml" Target="../ink/ink23.xml"/><Relationship Id="rId2" Type="http://schemas.openxmlformats.org/officeDocument/2006/relationships/tags" Target="../tags/tag15.xml"/><Relationship Id="rId16" Type="http://schemas.openxmlformats.org/officeDocument/2006/relationships/image" Target="../media/image16.png"/><Relationship Id="rId20" Type="http://schemas.openxmlformats.org/officeDocument/2006/relationships/image" Target="../media/image29.png"/><Relationship Id="rId1" Type="http://schemas.openxmlformats.org/officeDocument/2006/relationships/tags" Target="../tags/tag14.xml"/><Relationship Id="rId6" Type="http://schemas.microsoft.com/office/2018/10/relationships/comments" Target="../comments/modernComment_1B4_B243669.xml"/><Relationship Id="rId5" Type="http://schemas.openxmlformats.org/officeDocument/2006/relationships/notesSlide" Target="../notesSlides/notesSlide5.xml"/><Relationship Id="rId15" Type="http://schemas.openxmlformats.org/officeDocument/2006/relationships/image" Target="../media/image26.png"/><Relationship Id="rId19" Type="http://schemas.openxmlformats.org/officeDocument/2006/relationships/customXml" Target="../ink/ink24.xml"/><Relationship Id="rId4" Type="http://schemas.openxmlformats.org/officeDocument/2006/relationships/slideLayout" Target="../slideLayouts/slideLayout12.xml"/><Relationship Id="rId14" Type="http://schemas.openxmlformats.org/officeDocument/2006/relationships/customXml" Target="../ink/ink2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00.png"/><Relationship Id="rId26" Type="http://schemas.openxmlformats.org/officeDocument/2006/relationships/image" Target="../media/image240.png"/><Relationship Id="rId3" Type="http://schemas.openxmlformats.org/officeDocument/2006/relationships/tags" Target="../tags/tag19.xml"/><Relationship Id="rId21" Type="http://schemas.openxmlformats.org/officeDocument/2006/relationships/customXml" Target="../ink/ink29.xml"/><Relationship Id="rId7" Type="http://schemas.openxmlformats.org/officeDocument/2006/relationships/customXml" Target="../ink/ink25.xml"/><Relationship Id="rId12" Type="http://schemas.openxmlformats.org/officeDocument/2006/relationships/image" Target="../media/image15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2" Type="http://schemas.openxmlformats.org/officeDocument/2006/relationships/tags" Target="../tags/tag18.xml"/><Relationship Id="rId16" Type="http://schemas.openxmlformats.org/officeDocument/2006/relationships/image" Target="../media/image190.png"/><Relationship Id="rId20" Type="http://schemas.openxmlformats.org/officeDocument/2006/relationships/image" Target="../media/image210.png"/><Relationship Id="rId29" Type="http://schemas.openxmlformats.org/officeDocument/2006/relationships/customXml" Target="../ink/ink33.xml"/><Relationship Id="rId1" Type="http://schemas.openxmlformats.org/officeDocument/2006/relationships/tags" Target="../tags/tag17.xml"/><Relationship Id="rId6" Type="http://schemas.microsoft.com/office/2018/10/relationships/comments" Target="../comments/modernComment_1AD_F8E8201C.xml"/><Relationship Id="rId24" Type="http://schemas.openxmlformats.org/officeDocument/2006/relationships/image" Target="../media/image230.png"/><Relationship Id="rId5" Type="http://schemas.openxmlformats.org/officeDocument/2006/relationships/notesSlide" Target="../notesSlides/notesSlide6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250.png"/><Relationship Id="rId19" Type="http://schemas.openxmlformats.org/officeDocument/2006/relationships/customXml" Target="../ink/ink28.xml"/><Relationship Id="rId4" Type="http://schemas.openxmlformats.org/officeDocument/2006/relationships/slideLayout" Target="../slideLayouts/slideLayout12.xml"/><Relationship Id="rId14" Type="http://schemas.openxmlformats.org/officeDocument/2006/relationships/image" Target="../media/image27.png"/><Relationship Id="rId22" Type="http://schemas.openxmlformats.org/officeDocument/2006/relationships/image" Target="../media/image220.png"/><Relationship Id="rId27" Type="http://schemas.openxmlformats.org/officeDocument/2006/relationships/customXml" Target="../ink/ink32.xml"/><Relationship Id="rId30" Type="http://schemas.openxmlformats.org/officeDocument/2006/relationships/image" Target="../media/image26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3" Type="http://schemas.openxmlformats.org/officeDocument/2006/relationships/tags" Target="../tags/tag22.xml"/><Relationship Id="rId7" Type="http://schemas.openxmlformats.org/officeDocument/2006/relationships/customXml" Target="../ink/ink34.xml"/><Relationship Id="rId12" Type="http://schemas.openxmlformats.org/officeDocument/2006/relationships/image" Target="../media/image15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microsoft.com/office/2018/10/relationships/comments" Target="../comments/modernComment_1AE_5D2D02DF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customXml" Target="../ink/ink38.xml"/><Relationship Id="rId3" Type="http://schemas.openxmlformats.org/officeDocument/2006/relationships/tags" Target="../tags/tag25.xml"/><Relationship Id="rId7" Type="http://schemas.openxmlformats.org/officeDocument/2006/relationships/customXml" Target="../ink/ink35.xml"/><Relationship Id="rId12" Type="http://schemas.openxmlformats.org/officeDocument/2006/relationships/image" Target="../media/image15.png"/><Relationship Id="rId17" Type="http://schemas.openxmlformats.org/officeDocument/2006/relationships/image" Target="../media/image300.png"/><Relationship Id="rId2" Type="http://schemas.openxmlformats.org/officeDocument/2006/relationships/tags" Target="../tags/tag24.xml"/><Relationship Id="rId16" Type="http://schemas.openxmlformats.org/officeDocument/2006/relationships/customXml" Target="../ink/ink37.xml"/><Relationship Id="rId1" Type="http://schemas.openxmlformats.org/officeDocument/2006/relationships/tags" Target="../tags/tag23.xml"/><Relationship Id="rId6" Type="http://schemas.microsoft.com/office/2018/10/relationships/comments" Target="../comments/modernComment_1B0_6DC30448.xml"/><Relationship Id="rId5" Type="http://schemas.openxmlformats.org/officeDocument/2006/relationships/notesSlide" Target="../notesSlides/notesSlide8.xml"/><Relationship Id="rId15" Type="http://schemas.openxmlformats.org/officeDocument/2006/relationships/image" Target="../media/image290.png"/><Relationship Id="rId19" Type="http://schemas.openxmlformats.org/officeDocument/2006/relationships/image" Target="../media/image310.png"/><Relationship Id="rId4" Type="http://schemas.openxmlformats.org/officeDocument/2006/relationships/slideLayout" Target="../slideLayouts/slideLayout12.xml"/><Relationship Id="rId14" Type="http://schemas.openxmlformats.org/officeDocument/2006/relationships/customXml" Target="../ink/ink36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3" Type="http://schemas.openxmlformats.org/officeDocument/2006/relationships/tags" Target="../tags/tag28.xml"/><Relationship Id="rId12" Type="http://schemas.openxmlformats.org/officeDocument/2006/relationships/image" Target="../media/image15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customXml" Target="../ink/ink39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3" Type="http://schemas.openxmlformats.org/officeDocument/2006/relationships/tags" Target="../tags/tag31.xml"/><Relationship Id="rId12" Type="http://schemas.openxmlformats.org/officeDocument/2006/relationships/image" Target="../media/image15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customXml" Target="../ink/ink4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3" Type="http://schemas.openxmlformats.org/officeDocument/2006/relationships/tags" Target="../tags/tag34.xml"/><Relationship Id="rId12" Type="http://schemas.openxmlformats.org/officeDocument/2006/relationships/image" Target="../media/image15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customXml" Target="../ink/ink41.xml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350.png"/><Relationship Id="rId4" Type="http://schemas.openxmlformats.org/officeDocument/2006/relationships/slideLayout" Target="../slideLayouts/slideLayout12.xml"/><Relationship Id="rId14" Type="http://schemas.openxmlformats.org/officeDocument/2006/relationships/customXml" Target="../ink/ink4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3" Type="http://schemas.openxmlformats.org/officeDocument/2006/relationships/tags" Target="../tags/tag37.xml"/><Relationship Id="rId12" Type="http://schemas.openxmlformats.org/officeDocument/2006/relationships/image" Target="../media/image15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customXml" Target="../ink/ink43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3" Type="http://schemas.openxmlformats.org/officeDocument/2006/relationships/tags" Target="../tags/tag40.xml"/><Relationship Id="rId7" Type="http://schemas.openxmlformats.org/officeDocument/2006/relationships/customXml" Target="../ink/ink44.xml"/><Relationship Id="rId12" Type="http://schemas.openxmlformats.org/officeDocument/2006/relationships/image" Target="../media/image15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microsoft.com/office/2018/10/relationships/comments" Target="../comments/modernComment_1B6_5D68AA94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microsoft.com/office/2018/10/relationships/comments" Target="../comments/modernComment_1AB_0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week02-week03.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project3 x64 code.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assignment1 and assignment2.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all of the plans.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diagram is stored by the format `.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png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not `.bmp`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think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not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all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resources is stored by Bitmap.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Maybe that is why last week I failed to convert the file ‘.BMP’ to ‘.PNG’.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It does not take me lots of time to study the basic knowledge of `.BMP` and bitmap, I wander if I need to dive to it?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00B4E1-26B0-E5FC-68E0-21A4418055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102550"/>
            <a:ext cx="12192000" cy="14343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077E0B0-04C2-EDC3-F282-0009084F84CA}"/>
                  </a:ext>
                </a:extLst>
              </p14:cNvPr>
              <p14:cNvContentPartPr/>
              <p14:nvPr/>
            </p14:nvContentPartPr>
            <p14:xfrm>
              <a:off x="8504144" y="5289218"/>
              <a:ext cx="878760" cy="2808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077E0B0-04C2-EDC3-F282-0009084F84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95504" y="5280218"/>
                <a:ext cx="896400" cy="2984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22288254-B042-DBDA-05D7-CA561C2C51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3797" y="1038273"/>
            <a:ext cx="6278203" cy="36788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68FFE189-BCAA-C9DC-C443-90F1F6A477C1}"/>
                  </a:ext>
                </a:extLst>
              </p14:cNvPr>
              <p14:cNvContentPartPr/>
              <p14:nvPr/>
            </p14:nvContentPartPr>
            <p14:xfrm>
              <a:off x="7000424" y="1477898"/>
              <a:ext cx="706320" cy="367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68FFE189-BCAA-C9DC-C443-90F1F6A477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91424" y="1468898"/>
                <a:ext cx="723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1D2B2746-7E25-FECF-F903-5F2DA8864437}"/>
                  </a:ext>
                </a:extLst>
              </p14:cNvPr>
              <p14:cNvContentPartPr/>
              <p14:nvPr/>
            </p14:nvContentPartPr>
            <p14:xfrm>
              <a:off x="7101224" y="962018"/>
              <a:ext cx="360" cy="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1D2B2746-7E25-FECF-F903-5F2DA88644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92224" y="95301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F5BFB0AC-3E88-802D-8513-F1C5957FA135}"/>
              </a:ext>
            </a:extLst>
          </p:cNvPr>
          <p:cNvGrpSpPr/>
          <p:nvPr/>
        </p:nvGrpSpPr>
        <p:grpSpPr>
          <a:xfrm>
            <a:off x="7089344" y="764738"/>
            <a:ext cx="898200" cy="309600"/>
            <a:chOff x="7089344" y="764738"/>
            <a:chExt cx="89820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170FC83E-F835-685A-07A0-C44A91005301}"/>
                    </a:ext>
                  </a:extLst>
                </p14:cNvPr>
                <p14:cNvContentPartPr/>
                <p14:nvPr/>
              </p14:nvContentPartPr>
              <p14:xfrm>
                <a:off x="7266824" y="789578"/>
                <a:ext cx="221760" cy="2808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170FC83E-F835-685A-07A0-C44A9100530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57824" y="780578"/>
                  <a:ext cx="239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066744A8-1D75-4D99-6452-91EF766766CD}"/>
                    </a:ext>
                  </a:extLst>
                </p14:cNvPr>
                <p14:cNvContentPartPr/>
                <p14:nvPr/>
              </p14:nvContentPartPr>
              <p14:xfrm>
                <a:off x="7623944" y="854738"/>
                <a:ext cx="65880" cy="21420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066744A8-1D75-4D99-6452-91EF766766C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14944" y="845738"/>
                  <a:ext cx="83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19C8A4FF-D4E0-F178-052D-9F35199667AC}"/>
                    </a:ext>
                  </a:extLst>
                </p14:cNvPr>
                <p14:cNvContentPartPr/>
                <p14:nvPr/>
              </p14:nvContentPartPr>
              <p14:xfrm>
                <a:off x="7683344" y="838538"/>
                <a:ext cx="304200" cy="23580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19C8A4FF-D4E0-F178-052D-9F35199667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74344" y="829538"/>
                  <a:ext cx="321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9D2F2461-462B-48FC-FEF2-168A1A19EBE0}"/>
                    </a:ext>
                  </a:extLst>
                </p14:cNvPr>
                <p14:cNvContentPartPr/>
                <p14:nvPr/>
              </p14:nvContentPartPr>
              <p14:xfrm>
                <a:off x="7279424" y="764738"/>
                <a:ext cx="184680" cy="1497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9D2F2461-462B-48FC-FEF2-168A1A19EB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70784" y="756098"/>
                  <a:ext cx="2023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DD10BFC9-6C3F-4DB9-5E8C-67AA91EF11C8}"/>
                    </a:ext>
                  </a:extLst>
                </p14:cNvPr>
                <p14:cNvContentPartPr/>
                <p14:nvPr/>
              </p14:nvContentPartPr>
              <p14:xfrm>
                <a:off x="7089344" y="955538"/>
                <a:ext cx="360" cy="3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DD10BFC9-6C3F-4DB9-5E8C-67AA91EF11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80704" y="94689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6119" y="1176122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input this command but still error.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DC7CE6-A110-6174-DBB3-E78DAB1A5B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035" y="-967270"/>
            <a:ext cx="7429995" cy="3897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0A579190-4472-B432-CE88-9A75F2A1514A}"/>
                  </a:ext>
                </a:extLst>
              </p14:cNvPr>
              <p14:cNvContentPartPr/>
              <p14:nvPr/>
            </p14:nvContentPartPr>
            <p14:xfrm>
              <a:off x="5581304" y="4036895"/>
              <a:ext cx="5302080" cy="4320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0A579190-4472-B432-CE88-9A75F2A151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72664" y="4027895"/>
                <a:ext cx="53197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4CBCBE79-14B3-B3A7-50CA-9D07511311D0}"/>
                  </a:ext>
                </a:extLst>
              </p14:cNvPr>
              <p14:cNvContentPartPr/>
              <p14:nvPr/>
            </p14:nvContentPartPr>
            <p14:xfrm>
              <a:off x="5628824" y="4274135"/>
              <a:ext cx="3924360" cy="3168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4CBCBE79-14B3-B3A7-50CA-9D07511311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20184" y="4265135"/>
                <a:ext cx="39420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4DF9DE13-9703-FE8C-FB7D-867A6414E43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4349808"/>
            <a:ext cx="12192000" cy="22104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8498DBD-515B-ADA1-08DE-8F1CFC943C7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2745127"/>
            <a:ext cx="12192000" cy="16355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F348DE4-535E-CFE5-271D-E6F22A857D41}"/>
                  </a:ext>
                </a:extLst>
              </p14:cNvPr>
              <p14:cNvContentPartPr/>
              <p14:nvPr/>
            </p14:nvContentPartPr>
            <p14:xfrm>
              <a:off x="5349824" y="2392064"/>
              <a:ext cx="1641960" cy="486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F348DE4-535E-CFE5-271D-E6F22A857D4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40824" y="2383424"/>
                <a:ext cx="1659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1BA23255-ED1C-4CC2-F4D4-A5950D237D34}"/>
                  </a:ext>
                </a:extLst>
              </p14:cNvPr>
              <p14:cNvContentPartPr/>
              <p14:nvPr/>
            </p14:nvContentPartPr>
            <p14:xfrm>
              <a:off x="5437664" y="2577104"/>
              <a:ext cx="144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1BA23255-ED1C-4CC2-F4D4-A5950D237D3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29024" y="2568104"/>
                <a:ext cx="19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1523CC5-1BE4-1F73-642F-F9DB7C339E8C}"/>
                  </a:ext>
                </a:extLst>
              </p14:cNvPr>
              <p14:cNvContentPartPr/>
              <p14:nvPr/>
            </p14:nvContentPartPr>
            <p14:xfrm>
              <a:off x="5231024" y="2619584"/>
              <a:ext cx="3949560" cy="8820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1523CC5-1BE4-1F73-642F-F9DB7C339E8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2384" y="2610584"/>
                <a:ext cx="3967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3954CDB7-CE82-8B58-9258-95AC62EB319F}"/>
                  </a:ext>
                </a:extLst>
              </p14:cNvPr>
              <p14:cNvContentPartPr/>
              <p14:nvPr/>
            </p14:nvContentPartPr>
            <p14:xfrm>
              <a:off x="4981544" y="3763664"/>
              <a:ext cx="1681920" cy="72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3954CDB7-CE82-8B58-9258-95AC62EB31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72904" y="3754664"/>
                <a:ext cx="16995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2EA55C0C-1A49-A330-5FD7-0F5351E666B3}"/>
                  </a:ext>
                </a:extLst>
              </p14:cNvPr>
              <p14:cNvContentPartPr/>
              <p14:nvPr/>
            </p14:nvContentPartPr>
            <p14:xfrm>
              <a:off x="5017184" y="4671944"/>
              <a:ext cx="7036560" cy="1915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2EA55C0C-1A49-A330-5FD7-0F5351E666B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08184" y="4663304"/>
                <a:ext cx="70542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0CD83EC-2275-A8C2-52C1-07C28749697E}"/>
                  </a:ext>
                </a:extLst>
              </p14:cNvPr>
              <p14:cNvContentPartPr/>
              <p14:nvPr/>
            </p14:nvContentPartPr>
            <p14:xfrm>
              <a:off x="148544" y="4846184"/>
              <a:ext cx="4762800" cy="7812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0CD83EC-2275-A8C2-52C1-07C2874969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9544" y="4837184"/>
                <a:ext cx="478044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8F4FAE-3D34-4886-9D9E-E13577BF7B06}"/>
              </a:ext>
            </a:extLst>
          </p:cNvPr>
          <p:cNvGrpSpPr/>
          <p:nvPr/>
        </p:nvGrpSpPr>
        <p:grpSpPr>
          <a:xfrm>
            <a:off x="6923384" y="4951304"/>
            <a:ext cx="2617920" cy="802800"/>
            <a:chOff x="6923384" y="4951304"/>
            <a:chExt cx="2617920" cy="80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88D8701-50C9-A853-E0EC-6C6D3ECE7997}"/>
                    </a:ext>
                  </a:extLst>
                </p14:cNvPr>
                <p14:cNvContentPartPr/>
                <p14:nvPr/>
              </p14:nvContentPartPr>
              <p14:xfrm>
                <a:off x="7617464" y="5343344"/>
                <a:ext cx="1923840" cy="4107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88D8701-50C9-A853-E0EC-6C6D3ECE799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08464" y="5334344"/>
                  <a:ext cx="19414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87EA0683-C1E9-D954-3420-F3A2E539EB5F}"/>
                    </a:ext>
                  </a:extLst>
                </p14:cNvPr>
                <p14:cNvContentPartPr/>
                <p14:nvPr/>
              </p14:nvContentPartPr>
              <p14:xfrm>
                <a:off x="6923384" y="4951304"/>
                <a:ext cx="375480" cy="4280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87EA0683-C1E9-D954-3420-F3A2E539EB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14384" y="4942664"/>
                  <a:ext cx="3931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D804B73C-508E-D249-1706-B87581DC255A}"/>
                    </a:ext>
                  </a:extLst>
                </p14:cNvPr>
                <p14:cNvContentPartPr/>
                <p14:nvPr/>
              </p14:nvContentPartPr>
              <p14:xfrm>
                <a:off x="7261424" y="5438744"/>
                <a:ext cx="360" cy="36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D804B73C-508E-D249-1706-B87581DC25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52784" y="54301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93587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😔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there is also a problem about my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gcc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!!!! Maybe it can’t link the C runtime lib.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think it is the same reason that the `link` doesn’t work!!!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2023/11/21, after I finish my study plan I have to solve it…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8498DBD-515B-ADA1-08DE-8F1CFC943C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566" y="4542700"/>
            <a:ext cx="12192000" cy="16355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EF9D368-53F0-78D9-79C7-531C00004999}"/>
                  </a:ext>
                </a:extLst>
              </p14:cNvPr>
              <p14:cNvContentPartPr/>
              <p14:nvPr/>
            </p14:nvContentPartPr>
            <p14:xfrm>
              <a:off x="6946766" y="2244095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EF9D368-53F0-78D9-79C7-531C0000499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38126" y="223545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4B086152-364B-5EAB-15EF-80E9F39445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7043" y="725422"/>
            <a:ext cx="4876987" cy="3842962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0A5B9777-3025-F063-5FD9-F0A97A6C9721}"/>
              </a:ext>
            </a:extLst>
          </p:cNvPr>
          <p:cNvGrpSpPr/>
          <p:nvPr/>
        </p:nvGrpSpPr>
        <p:grpSpPr>
          <a:xfrm>
            <a:off x="3895046" y="4379975"/>
            <a:ext cx="3982320" cy="929160"/>
            <a:chOff x="3895046" y="4379975"/>
            <a:chExt cx="3982320" cy="92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58AC06D9-7DA9-12ED-0694-EFAC5DA9F3E9}"/>
                    </a:ext>
                  </a:extLst>
                </p14:cNvPr>
                <p14:cNvContentPartPr/>
                <p14:nvPr/>
              </p14:nvContentPartPr>
              <p14:xfrm>
                <a:off x="3895046" y="5010695"/>
                <a:ext cx="3223800" cy="4968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58AC06D9-7DA9-12ED-0694-EFAC5DA9F3E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86046" y="5002055"/>
                  <a:ext cx="3241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631E6E7-BB4E-DE1C-DA4D-9E2351BE08D5}"/>
                    </a:ext>
                  </a:extLst>
                </p14:cNvPr>
                <p14:cNvContentPartPr/>
                <p14:nvPr/>
              </p14:nvContentPartPr>
              <p14:xfrm>
                <a:off x="6578846" y="4379975"/>
                <a:ext cx="1298520" cy="9291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631E6E7-BB4E-DE1C-DA4D-9E2351BE08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70206" y="4371335"/>
                  <a:ext cx="1316160" cy="94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69226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Why it is aligned to  a 16-byte boundary in x64?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x64 the size of the pointer is 8 bytes, but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rsp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is aligned to a 16-bye boundary, why?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49DA744-D8B3-43AB-6324-F8E79DB9CA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5071024"/>
            <a:ext cx="12192000" cy="13274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9B5956-5E33-2CA8-9A68-C605442346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3855891"/>
            <a:ext cx="12192000" cy="11638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B463679-CCD6-30C6-0FC3-14DD3C523AB4}"/>
                  </a:ext>
                </a:extLst>
              </p14:cNvPr>
              <p14:cNvContentPartPr/>
              <p14:nvPr/>
            </p14:nvContentPartPr>
            <p14:xfrm>
              <a:off x="4892624" y="4487975"/>
              <a:ext cx="5046840" cy="900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B463679-CCD6-30C6-0FC3-14DD3C523AB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83624" y="4479335"/>
                <a:ext cx="506448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719AAEB2-D914-9A67-9506-F8D66F2EF4C2}"/>
              </a:ext>
            </a:extLst>
          </p:cNvPr>
          <p:cNvGrpSpPr/>
          <p:nvPr/>
        </p:nvGrpSpPr>
        <p:grpSpPr>
          <a:xfrm>
            <a:off x="2095784" y="5022935"/>
            <a:ext cx="6817320" cy="552960"/>
            <a:chOff x="2095784" y="5022935"/>
            <a:chExt cx="681732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25584DFB-3DDB-9D53-CE3C-8543169A32EE}"/>
                    </a:ext>
                  </a:extLst>
                </p14:cNvPr>
                <p14:cNvContentPartPr/>
                <p14:nvPr/>
              </p14:nvContentPartPr>
              <p14:xfrm>
                <a:off x="2095784" y="5461775"/>
                <a:ext cx="6817320" cy="1141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25584DFB-3DDB-9D53-CE3C-8543169A32E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87144" y="5453135"/>
                  <a:ext cx="6834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15BA57F6-EB06-D47E-1070-58C611F7272F}"/>
                    </a:ext>
                  </a:extLst>
                </p14:cNvPr>
                <p14:cNvContentPartPr/>
                <p14:nvPr/>
              </p14:nvContentPartPr>
              <p14:xfrm>
                <a:off x="6916904" y="5064695"/>
                <a:ext cx="12600" cy="4698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15BA57F6-EB06-D47E-1070-58C611F7272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07904" y="5055695"/>
                  <a:ext cx="302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B9BBCE0F-A867-E735-C51F-EA8D54D883D6}"/>
                    </a:ext>
                  </a:extLst>
                </p14:cNvPr>
                <p14:cNvContentPartPr/>
                <p14:nvPr/>
              </p14:nvContentPartPr>
              <p14:xfrm>
                <a:off x="6934904" y="5022935"/>
                <a:ext cx="861480" cy="441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B9BBCE0F-A867-E735-C51F-EA8D54D883D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26264" y="5014295"/>
                  <a:ext cx="87912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2769530-1C88-D395-6920-7C20541C7D1A}"/>
              </a:ext>
            </a:extLst>
          </p:cNvPr>
          <p:cNvGrpSpPr/>
          <p:nvPr/>
        </p:nvGrpSpPr>
        <p:grpSpPr>
          <a:xfrm>
            <a:off x="7936064" y="4238495"/>
            <a:ext cx="952560" cy="262080"/>
            <a:chOff x="7936064" y="4238495"/>
            <a:chExt cx="95256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45EEDC36-3747-C911-69F4-7B45A06E3043}"/>
                    </a:ext>
                  </a:extLst>
                </p14:cNvPr>
                <p14:cNvContentPartPr/>
                <p14:nvPr/>
              </p14:nvContentPartPr>
              <p14:xfrm>
                <a:off x="7936064" y="4262975"/>
                <a:ext cx="2520" cy="20052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45EEDC36-3747-C911-69F4-7B45A06E304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27424" y="4254335"/>
                  <a:ext cx="20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C991F957-A4C4-EA2A-C7EC-DB5AAD2A0E57}"/>
                    </a:ext>
                  </a:extLst>
                </p14:cNvPr>
                <p14:cNvContentPartPr/>
                <p14:nvPr/>
              </p14:nvContentPartPr>
              <p14:xfrm>
                <a:off x="7944344" y="4238495"/>
                <a:ext cx="938520" cy="1944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C991F957-A4C4-EA2A-C7EC-DB5AAD2A0E5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35704" y="4229855"/>
                  <a:ext cx="956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39B8A880-7247-5F92-E2FE-630981F7C905}"/>
                    </a:ext>
                  </a:extLst>
                </p14:cNvPr>
                <p14:cNvContentPartPr/>
                <p14:nvPr/>
              </p14:nvContentPartPr>
              <p14:xfrm>
                <a:off x="8879984" y="4262975"/>
                <a:ext cx="8640" cy="23760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39B8A880-7247-5F92-E2FE-630981F7C9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71344" y="4254335"/>
                  <a:ext cx="2628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F8820BEF-A91A-8D1F-5320-7D96DCD71489}"/>
                  </a:ext>
                </a:extLst>
              </p14:cNvPr>
              <p14:cNvContentPartPr/>
              <p14:nvPr/>
            </p14:nvContentPartPr>
            <p14:xfrm>
              <a:off x="8027504" y="2666015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F8820BEF-A91A-8D1F-5320-7D96DCD7148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018864" y="265701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59621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example code causes a error, so I can’t test what the tutorial talks is right or not. The error code is E0140.(visual studio 2022)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FC1A206-900C-B0D9-BC47-343840CD45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4525" y="1080656"/>
            <a:ext cx="6257475" cy="54147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1B6EE67-1FFC-467F-57C3-D58540AD4F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9260" y="3958238"/>
            <a:ext cx="5401760" cy="246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309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is the ‘/ENTRY’ ? Is it a function? What is the feature of it?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Maybe  it is a parameter which is used to change the entry point of the program. And if we use it, this may cause a problem that the global and static  variable  can’t be initialized.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96A1587-6C13-2D97-6E49-A0ECE56C1F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497268"/>
            <a:ext cx="11870826" cy="204468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AA73F913-018D-670D-1EDE-8E10E6282EB4}"/>
              </a:ext>
            </a:extLst>
          </p:cNvPr>
          <p:cNvGrpSpPr/>
          <p:nvPr/>
        </p:nvGrpSpPr>
        <p:grpSpPr>
          <a:xfrm>
            <a:off x="2951841" y="5220759"/>
            <a:ext cx="5886720" cy="419040"/>
            <a:chOff x="2951841" y="5220759"/>
            <a:chExt cx="588672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E3C4D712-9DFD-5D25-D414-9E4797302316}"/>
                    </a:ext>
                  </a:extLst>
                </p14:cNvPr>
                <p14:cNvContentPartPr/>
                <p14:nvPr/>
              </p14:nvContentPartPr>
              <p14:xfrm>
                <a:off x="2951841" y="5497959"/>
                <a:ext cx="5369400" cy="1371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E3C4D712-9DFD-5D25-D414-9E47973023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42841" y="5488959"/>
                  <a:ext cx="5387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8247DDF4-F229-2CB0-B791-5FB98513BD81}"/>
                    </a:ext>
                  </a:extLst>
                </p14:cNvPr>
                <p14:cNvContentPartPr/>
                <p14:nvPr/>
              </p14:nvContentPartPr>
              <p14:xfrm>
                <a:off x="8689161" y="5220759"/>
                <a:ext cx="149400" cy="31932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8247DDF4-F229-2CB0-B791-5FB98513BD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80521" y="5212119"/>
                  <a:ext cx="1670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5EFCB867-4F5F-2436-3EDF-F8C5B9E3A7B7}"/>
                    </a:ext>
                  </a:extLst>
                </p14:cNvPr>
                <p14:cNvContentPartPr/>
                <p14:nvPr/>
              </p14:nvContentPartPr>
              <p14:xfrm>
                <a:off x="8769441" y="5639439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5EFCB867-4F5F-2436-3EDF-F8C5B9E3A7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60801" y="563079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5A99E086-B80B-9DAC-0821-07EED873EF55}"/>
              </a:ext>
            </a:extLst>
          </p:cNvPr>
          <p:cNvSpPr txBox="1"/>
          <p:nvPr/>
        </p:nvSpPr>
        <p:spPr>
          <a:xfrm>
            <a:off x="8838561" y="5220427"/>
            <a:ext cx="138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Why?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4971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62815" y="1099264"/>
            <a:ext cx="5132705" cy="3044930"/>
            <a:chOff x="769" y="1816"/>
            <a:chExt cx="8083" cy="29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329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x64 ISA, it follows this format `address + offset` to address some data, and it says that </a:t>
              </a:r>
              <a:r>
                <a:rPr lang="en-US" altLang="zh-CN" sz="1700" dirty="0">
                  <a:solidFill>
                    <a:srgbClr val="FF0000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“the offset that we use for rip-relative addressing is limited to 32 bits ” .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It means the space(function stack) that the OS allocates to a function limits 2^32 bits?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30EFDBC6-AD1B-F82D-8842-555B75F518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453881"/>
            <a:ext cx="12192000" cy="217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6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If I want to make clear how to write a build script , it will take a lot of time, and I think now I do not need to learn Windows Script Language. So I just glance over this part.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CC422E0-1538-B465-40F2-6728223D50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815" y="3855351"/>
            <a:ext cx="12192000" cy="266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0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found that you call the function `_CRT_INIT` in your code.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know, the function `_CRT_INTI` is used to initialize variable, environment…before the program executes.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my code, I don’t do that but the program execute successfully, I think user doesn’t need to call the function in some program, right? What is `_CRT_INIT` usually used for?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1A0E84B9-2E59-DE6F-AC48-9061F24BA0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720660"/>
            <a:ext cx="9582150" cy="1866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CB148C3-AAD7-46EA-AA79-77CB5E8B9932}"/>
                  </a:ext>
                </a:extLst>
              </p14:cNvPr>
              <p14:cNvContentPartPr/>
              <p14:nvPr/>
            </p14:nvContentPartPr>
            <p14:xfrm>
              <a:off x="852681" y="6437199"/>
              <a:ext cx="2656080" cy="936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CB148C3-AAD7-46EA-AA79-77CB5E8B993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4041" y="6428199"/>
                <a:ext cx="2673720" cy="1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4340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 is some problem in this code.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first line it prints 5 but the second line will not the 0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next slide is my code that can print the </a:t>
              </a:r>
              <a:r>
                <a:rPr lang="en-US" altLang="zh-CN" sz="1600" b="0" i="0" dirty="0">
                  <a:solidFill>
                    <a:srgbClr val="525252"/>
                  </a:solidFill>
                  <a:effectLst/>
                  <a:latin typeface="Segoe UI" panose="020B0502040204020203" pitchFamily="34" charset="0"/>
                </a:rPr>
                <a:t>Quotient and remainder.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600" dirty="0">
                  <a:solidFill>
                    <a:srgbClr val="525252"/>
                  </a:solidFill>
                  <a:latin typeface="Segoe UI" panose="020B0502040204020203" pitchFamily="34" charset="0"/>
                  <a:cs typeface="Palatino Linotype" panose="02040502050505030304" charset="0"/>
                  <a:sym typeface="+mn-ea"/>
                </a:rPr>
                <a:t>I think the reason is that after printing the quotient the remainder stored in the </a:t>
              </a:r>
              <a:r>
                <a:rPr lang="en-US" altLang="zh-CN" sz="1600" dirty="0" err="1">
                  <a:solidFill>
                    <a:srgbClr val="525252"/>
                  </a:solidFill>
                  <a:latin typeface="Segoe UI" panose="020B0502040204020203" pitchFamily="34" charset="0"/>
                  <a:cs typeface="Palatino Linotype" panose="02040502050505030304" charset="0"/>
                  <a:sym typeface="+mn-ea"/>
                </a:rPr>
                <a:t>rdx</a:t>
              </a:r>
              <a:r>
                <a:rPr lang="en-US" altLang="zh-CN" sz="1600" dirty="0">
                  <a:solidFill>
                    <a:srgbClr val="525252"/>
                  </a:solidFill>
                  <a:latin typeface="Segoe UI" panose="020B0502040204020203" pitchFamily="34" charset="0"/>
                  <a:cs typeface="Palatino Linotype" panose="02040502050505030304" charset="0"/>
                  <a:sym typeface="+mn-ea"/>
                </a:rPr>
                <a:t> is changed. So I can’t print the remainder `0`.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endParaRPr lang="en-US" altLang="zh-CN" sz="1600" dirty="0">
                <a:solidFill>
                  <a:srgbClr val="525252"/>
                </a:solidFill>
                <a:latin typeface="Segoe UI" panose="020B0502040204020203" pitchFamily="3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1623018D-6C01-8436-B945-9AB0A1B371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62212" y="999348"/>
            <a:ext cx="6928222" cy="43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01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2815" y="69957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3038830"/>
            <a:chOff x="804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>
                <a:buClr>
                  <a:srgbClr val="00B0F0"/>
                </a:buClr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14:cNvPr>
              <p14:cNvContentPartPr/>
              <p14:nvPr/>
            </p14:nvContentPartPr>
            <p14:xfrm>
              <a:off x="1769264" y="2808575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D632F12-7DE9-DCE2-9034-71EB62248F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0264" y="27995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7073E6C-8E0F-42E6-5022-B683401A34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6571" y="726051"/>
            <a:ext cx="9335429" cy="579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1405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 the problem in this slides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week04(this week finish the study of Assembly Basic)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Quiz1 and Assignment3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677</Words>
  <Application>Microsoft Office PowerPoint</Application>
  <PresentationFormat>宽屏</PresentationFormat>
  <Paragraphs>85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微软雅黑</vt:lpstr>
      <vt:lpstr>Arial</vt:lpstr>
      <vt:lpstr>Calibri</vt:lpstr>
      <vt:lpstr>Calibri Light</vt:lpstr>
      <vt:lpstr>Palatino Linotype</vt:lpstr>
      <vt:lpstr>Segoe UI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40</cp:revision>
  <dcterms:created xsi:type="dcterms:W3CDTF">2022-09-21T15:51:00Z</dcterms:created>
  <dcterms:modified xsi:type="dcterms:W3CDTF">2023-11-23T02:57:41Z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