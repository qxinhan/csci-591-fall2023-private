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A9_0.xml" ContentType="application/vnd.ms-powerpoint.comment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comments/modernComment_1AC_9E0497B2.xml" ContentType="application/vnd.ms-powerpoint.comment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AD_B295F5B9.xml" ContentType="application/vnd.ms-powerpoint.comment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1AE_329C0CF6.xml" ContentType="application/vnd.ms-powerpoint.comment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423" r:id="rId2"/>
    <p:sldId id="424" r:id="rId3"/>
    <p:sldId id="425" r:id="rId4"/>
    <p:sldId id="428" r:id="rId5"/>
    <p:sldId id="429" r:id="rId6"/>
    <p:sldId id="430" r:id="rId7"/>
    <p:sldId id="431" r:id="rId8"/>
    <p:sldId id="427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CB068E-0DAD-188A-5234-4F0D95AC1878}" name="卓雲 钱" initials="卓钱" userId="e9c72fbd0d489e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A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72D314-16D2-4E5A-81F6-9A6FBBA2C1E4}" authorId="{E9CB068E-0DAD-188A-5234-4F0D95AC1878}" created="2023-10-27T03:01:59.891">
    <pc:sldMkLst xmlns:pc="http://schemas.microsoft.com/office/powerpoint/2013/main/command">
      <pc:docMk/>
      <pc:sldMk cId="0" sldId="425"/>
    </pc:sldMkLst>
    <p188:replyLst>
      <p188:reply id="{DE925BA2-4B5F-4635-ACAE-ED8B52D920F8}" authorId="{E9CB068E-0DAD-188A-5234-4F0D95AC1878}" created="2023-10-27T03:09:03.947">
        <p188:txBody>
          <a:bodyPr/>
          <a:lstStyle/>
          <a:p>
            <a:r>
              <a:rPr lang="zh-CN" altLang="en-US"/>
              <a:t>这里还有一个问题：这个forward到底是什么意思？？？？？？</a:t>
            </a:r>
          </a:p>
        </p188:txBody>
      </p188:reply>
      <p188:reply id="{039B57DE-AC7B-467D-8BA9-F04516CDE762}" authorId="{E9CB068E-0DAD-188A-5234-4F0D95AC1878}" created="2023-10-27T03:16:34.650">
        <p188:txBody>
          <a:bodyPr/>
          <a:lstStyle/>
          <a:p>
            <a:r>
              <a:rPr lang="zh-CN" altLang="en-US"/>
              <a:t>回答：（注意现在只是一个猜想还没有被证明）通过Library去dll的导入表里面找对应的dll然后通过ExportName去找导入函数的地址，最后把这个地址写入export table中。
有时间逆向一下GetProcAddress函数</a:t>
            </a:r>
          </a:p>
        </p188:txBody>
      </p188:reply>
      <p188:reply id="{62BE074A-3E3C-43ED-B110-459B3888762A}" authorId="{E9CB068E-0DAD-188A-5234-4F0D95AC1878}" created="2023-10-27T03:22:33.344">
        <p188:txBody>
          <a:bodyPr/>
          <a:lstStyle/>
          <a:p>
            <a:r>
              <a:rPr lang="zh-CN" altLang="en-US"/>
              <a:t>产生另外一个问题：看文章说，如果读到了该结构的导出表的名字，那么系统将会加载这个library。然后呢？还是有点混乱，今天下午逆向一下GetProcAddress，然后再看看。</a:t>
            </a:r>
          </a:p>
        </p188:txBody>
      </p188:reply>
    </p188:replyLst>
    <p188:txBody>
      <a:bodyPr/>
      <a:lstStyle/>
      <a:p>
        <a:r>
          <a:rPr lang="zh-CN" altLang="en-US"/>
          <a:t>问题：这个’Library.ExportName‘格式的导出函数名说明了这个函数真正的的地址不在当前dll里面而是它调用了另外一个dll里面的函数。但是我们还是可以通过这个名字得到这个函数的rva，那么这个，rva+当前dll的imagebase，这个地址是指向什么结构的呢？肯定不能直接通过’Rva + imagebase‘直接得到这个函数。</a:t>
        </a:r>
      </a:p>
    </p188:txBody>
  </p188:cm>
</p188:cmLst>
</file>

<file path=ppt/comments/modernComment_1AC_9E0497B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97C50D-16F8-4A90-8058-6835B892E3FD}" authorId="{E9CB068E-0DAD-188A-5234-4F0D95AC1878}" created="2023-10-27T06:05:56.863">
    <pc:sldMkLst xmlns:pc="http://schemas.microsoft.com/office/powerpoint/2013/main/command">
      <pc:docMk/>
      <pc:sldMk cId="2651101106" sldId="428"/>
    </pc:sldMkLst>
    <p188:txBody>
      <a:bodyPr/>
      <a:lstStyle/>
      <a:p>
        <a:r>
          <a:rPr lang="zh-CN" altLang="en-US"/>
          <a:t>从这部分我得到了一个信息，如果是一个函数是直接由一个dll导出的，那么这个GetProcAddress其实就是去遍历导出表然后找到这个函数的RVA然后加ImageBase即可。</a:t>
        </a:r>
      </a:p>
    </p188:txBody>
  </p188:cm>
  <p188:cm id="{A1276812-6D70-4EEE-8DCA-CD35BFA1B057}" authorId="{E9CB068E-0DAD-188A-5234-4F0D95AC1878}" created="2023-10-27T06:09:31.831">
    <pc:sldMkLst xmlns:pc="http://schemas.microsoft.com/office/powerpoint/2013/main/command">
      <pc:docMk/>
      <pc:sldMk cId="2651101106" sldId="428"/>
    </pc:sldMkLst>
    <p188:replyLst>
      <p188:reply id="{826BEE29-FFD0-4B21-98E4-FE9AE6C918E4}" authorId="{E9CB068E-0DAD-188A-5234-4F0D95AC1878}" created="2023-10-27T06:10:10.521">
        <p188:txBody>
          <a:bodyPr/>
          <a:lstStyle/>
          <a:p>
            <a:r>
              <a:rPr lang="zh-CN" altLang="en-US"/>
              <a:t>我现在还没有想好怎么去验证这个猜想。</a:t>
            </a:r>
          </a:p>
        </p188:txBody>
      </p188:reply>
    </p188:replyLst>
    <p188:txBody>
      <a:bodyPr/>
      <a:lstStyle/>
      <a:p>
        <a:r>
          <a:rPr lang="zh-CN" altLang="en-US"/>
          <a:t>猜测：如果我要寻找的这个函数是这个dll1调用的别的dll2的，如果要找或者说要使用，那么我认为这个函数应该还会执行一步操作，就是将dll2给load一下然后再去dll2里面找实际的这个函数。</a:t>
        </a:r>
      </a:p>
    </p188:txBody>
  </p188:cm>
</p188:cmLst>
</file>

<file path=ppt/comments/modernComment_1AD_B295F5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626248-32CB-488C-90F2-556F5D8D701B}" authorId="{E9CB068E-0DAD-188A-5234-4F0D95AC1878}" created="2023-10-27T08:23:42.939">
    <pc:sldMkLst xmlns:pc="http://schemas.microsoft.com/office/powerpoint/2013/main/command">
      <pc:docMk/>
      <pc:sldMk cId="2996172217" sldId="429"/>
    </pc:sldMkLst>
    <p188:replyLst>
      <p188:reply id="{8B4CBADE-8D1B-466A-A9E2-1E5588C7FB25}" authorId="{E9CB068E-0DAD-188A-5234-4F0D95AC1878}" created="2023-11-01T14:34:06.593">
        <p188:txBody>
          <a:bodyPr/>
          <a:lstStyle/>
          <a:p>
            <a:r>
              <a:rPr lang="zh-CN" altLang="en-US"/>
              <a:t>第三层有一个offset这个指向的地址应该是该资源的所有属性，应该是有一个结构体的。因为这一页的属性里面肯定存储的是这个资源的所有信息包括名字。这是个猜测，临时想起来的。</a:t>
            </a:r>
          </a:p>
        </p188:txBody>
      </p188:reply>
    </p188:replyLst>
    <p188:txBody>
      <a:bodyPr/>
      <a:lstStyle/>
      <a:p>
        <a:r>
          <a:rPr lang="zh-CN" altLang="en-US"/>
          <a:t>我终于知道怎么把ID和名字对应起来了！对于第一层的ID，实际上微软有宏定义，我去它的文档里面找就行了，每一个ID都对应一个name。然后之前的代码有问题，只解析了两层，没有解析第三层，第三层只有一项指向另外一个结构体。</a:t>
        </a:r>
      </a:p>
    </p188:txBody>
  </p188:cm>
</p188:cmLst>
</file>

<file path=ppt/comments/modernComment_1AE_329C0C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E970F4-8E56-4D2C-92DD-A139D2216A3C}" authorId="{E9CB068E-0DAD-188A-5234-4F0D95AC1878}" created="2023-10-28T03:12:06.13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49087734" sldId="430"/>
      <ac:picMk id="4" creationId="{CAAF8C82-2193-1776-1122-08F7391F8B84}"/>
    </ac:deMkLst>
    <p188:replyLst>
      <p188:reply id="{48A3B775-C049-44B9-97CF-429EEC86FB9E}" authorId="{E9CB068E-0DAD-188A-5234-4F0D95AC1878}" created="2023-10-31T00:44:59.039">
        <p188:txBody>
          <a:bodyPr/>
          <a:lstStyle/>
          <a:p>
            <a:r>
              <a:rPr lang="zh-CN" altLang="en-US"/>
              <a:t>X64 的PEB应该说前八位，而x86的才是前四位。二者中‘ImageBase’的偏移量也是不同的，x64是0x10而x86是0x8。</a:t>
            </a:r>
          </a:p>
        </p188:txBody>
      </p188:reply>
    </p188:replyLst>
    <p188:txBody>
      <a:bodyPr/>
      <a:lstStyle/>
      <a:p>
        <a:r>
          <a:rPr lang="zh-CN" altLang="en-US"/>
          <a:t>非常有意思，这个假设完全成立。在64位和32位中，PEB结构是不一样的，寻找到它的地址方式也不同，但是会发现一个很有意思的东西，第一个member是一样的。但是我现在还不知道这个元素是什么。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756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194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890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457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microsoft.com/office/2018/10/relationships/comments" Target="../comments/modernComment_1A9_0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microsoft.com/office/2018/10/relationships/comments" Target="../comments/modernComment_1AC_9E0497B2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6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microsoft.com/office/2018/10/relationships/comments" Target="../comments/modernComment_1AD_B295F5B9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6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microsoft.com/office/2018/10/relationships/comments" Target="../comments/modernComment_1AE_329C0CF6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planed to finish the assignment1 and 2.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Solved the problems mentioned last week report.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Have not read the slides in week02, and do not start to do the assignment1.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Solved the problems you mentioned. 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765F25-947E-3457-F0BF-10F92AF89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460362"/>
            <a:ext cx="12192000" cy="20817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3032504"/>
            <a:chOff x="839" y="1816"/>
            <a:chExt cx="8083" cy="385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am still confused about some details of export table.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1. If dll1 use the function exported by dll2 then the export name in dll1 follows the format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Libirary.ExportName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’. The function address obtained by this name can not just plus the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ImageBase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’ to get the actual function. But where the address points?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9D3192-48D6-291E-E7AF-9C0AA8D58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753" y="4096253"/>
            <a:ext cx="12192000" cy="180600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629375"/>
            <a:chOff x="839" y="1816"/>
            <a:chExt cx="8083" cy="3346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result that I reverse the API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GetProcAddress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the first parameter is the start address of ntdll.dll load in the process. If the function is exported by name and directly exported.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51FE1D-F177-D000-6E67-EAF0A79F1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0736" y="4231203"/>
            <a:ext cx="82200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011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629375"/>
            <a:chOff x="839" y="1816"/>
            <a:chExt cx="8083" cy="3346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found that there is something wrong, I did not parse the last structure ‘IMAGE_RESOURCE_DATA_ENTRY’ 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A69F7D4-25C0-2AFF-B0B3-F690791187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3980" y="27067"/>
            <a:ext cx="4905672" cy="34019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89C0405-9161-E673-F575-E77CF88212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601" y="3278508"/>
            <a:ext cx="8087995" cy="35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722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629375"/>
            <a:chOff x="839" y="1816"/>
            <a:chExt cx="8083" cy="3346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assumption is right! The fs:[30h] in x86  and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:[60h] in x64 points to the same structure. But I guess the PEB is different between x86 and x64.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AF8C82-2193-1776-1122-08F7391F8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469" y="3510447"/>
            <a:ext cx="12192000" cy="300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0877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629375"/>
            <a:chOff x="839" y="1816"/>
            <a:chExt cx="8083" cy="3346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causes this problem I can use the instruction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gcc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–o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aaa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hello_world.obj`  to create a aaa.exe. But I can not use the instruction `link`.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251277-7F6C-AC68-48C1-1547F0320A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387" y="3942166"/>
            <a:ext cx="12192000" cy="222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9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Next week I plan to finish the Assignment2 and 1.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plan to finish the study of the course you teach before January.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AAC040-9472-1F08-1141-AEE940F0C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14296"/>
            <a:ext cx="12192000" cy="65643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331</Words>
  <Application>Microsoft Office PowerPoint</Application>
  <PresentationFormat>宽屏</PresentationFormat>
  <Paragraphs>44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25</cp:revision>
  <dcterms:created xsi:type="dcterms:W3CDTF">2022-09-21T15:51:00Z</dcterms:created>
  <dcterms:modified xsi:type="dcterms:W3CDTF">2023-11-01T15:04:24Z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