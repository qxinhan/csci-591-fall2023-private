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423" r:id="rId2"/>
    <p:sldId id="424" r:id="rId3"/>
    <p:sldId id="427" r:id="rId4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92" d="100"/>
          <a:sy n="92" d="100"/>
        </p:scale>
        <p:origin x="6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By 20/9/2023 finish the study of basic C++ , and implement basic data structures such as linked list , binary tree 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it as plan 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There is no problem in this area of learning.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From 20/9 to 1/10 , finish the study of Win32 API.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plan to finish the video during the National Day. And give myself two days off to read some books.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90</Words>
  <Application>Microsoft Office PowerPoint</Application>
  <PresentationFormat>宽屏</PresentationFormat>
  <Paragraphs>17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14</cp:revision>
  <dcterms:created xsi:type="dcterms:W3CDTF">2022-09-21T15:51:00Z</dcterms:created>
  <dcterms:modified xsi:type="dcterms:W3CDTF">2023-09-21T00:49:35Z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