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7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8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9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423" r:id="rId2"/>
    <p:sldId id="424" r:id="rId3"/>
    <p:sldId id="425" r:id="rId4"/>
    <p:sldId id="430" r:id="rId5"/>
    <p:sldId id="435" r:id="rId6"/>
    <p:sldId id="438" r:id="rId7"/>
    <p:sldId id="437" r:id="rId8"/>
    <p:sldId id="439" r:id="rId9"/>
    <p:sldId id="440" r:id="rId10"/>
    <p:sldId id="427" r:id="rId11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92" d="100"/>
          <a:sy n="92" d="100"/>
        </p:scale>
        <p:origin x="65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420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853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3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7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project3.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Create my local git repository , and upload the code of project3.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target is the same as last week.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There is some problem in repairing relocation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rable.But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I will solve it today ,14/8 2023.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Uploading code doesn’t fallow the standard you gave me. But I will solve it today ,14/8 2023.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90730" y="1153160"/>
            <a:ext cx="5132705" cy="3696335"/>
            <a:chOff x="839" y="1816"/>
            <a:chExt cx="8083" cy="582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04"/>
              <a:ext cx="8083" cy="5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Why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need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to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set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imagebase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? can I just set OEP?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EEF92D-3F50-71D2-68C8-A9A9B6D881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12" y="3063550"/>
            <a:ext cx="5097517" cy="18692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2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95267" y="1194435"/>
            <a:ext cx="5152390" cy="2922270"/>
            <a:chOff x="808" y="1881"/>
            <a:chExt cx="8114" cy="4602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4"/>
              </p:custDataLst>
            </p:nvPr>
          </p:nvSpPr>
          <p:spPr>
            <a:xfrm>
              <a:off x="808" y="1881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2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5"/>
              </p:custDataLst>
            </p:nvPr>
          </p:nvSpPr>
          <p:spPr>
            <a:xfrm>
              <a:off x="839" y="2323"/>
              <a:ext cx="8083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amazing!I looked up it online , finding that “.textbss” is not the standard section in PE format . And I found this section stores  the data about PE hears , but both raw address and raw size are zero , why? What is the function of this section?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大概意思就是这个节点是用来干嘛的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40055" y="4281170"/>
            <a:ext cx="5886450" cy="24314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326505" y="3818255"/>
            <a:ext cx="5140325" cy="13703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9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3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95267" y="1194435"/>
            <a:ext cx="5152390" cy="2922270"/>
            <a:chOff x="808" y="1881"/>
            <a:chExt cx="8114" cy="4602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08" y="1881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3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replace “DWORD’ with “size_t” then I solve this bug , but why? The size of pSec[i].VirtualAddress is DWORD.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我怀疑是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64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位系统，这两个大小不同，问题已经解决了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 descr="c66764644350102d216f1e55d08d37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3207" y="2190305"/>
            <a:ext cx="5614035" cy="2030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4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95267" y="1194435"/>
            <a:ext cx="5152390" cy="2922270"/>
            <a:chOff x="808" y="1881"/>
            <a:chExt cx="8114" cy="4602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3"/>
              </p:custDataLst>
            </p:nvPr>
          </p:nvSpPr>
          <p:spPr>
            <a:xfrm>
              <a:off x="808" y="1881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4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4"/>
              </p:custDataLst>
            </p:nvPr>
          </p:nvSpPr>
          <p:spPr>
            <a:xfrm>
              <a:off x="839" y="2323"/>
              <a:ext cx="8083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allocate memory for program1.exe and write it in this space in the suspended process , but this part can not be parsed 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think that this memory is in the suspended process I do not have access to this memory?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问题解决，是我位置找错了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402442" y="3731260"/>
            <a:ext cx="7521588" cy="233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5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77101" y="1194435"/>
            <a:ext cx="5152390" cy="2922270"/>
            <a:chOff x="808" y="1881"/>
            <a:chExt cx="8114" cy="4602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08" y="1881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5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This 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“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0x0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”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is the value I get by using “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GetLastError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” which means there is no problem in my code. But after I use “</a:t>
              </a:r>
              <a:r>
                <a:rPr lang="en-US" altLang="zh-CN" sz="1800" dirty="0" err="1">
                  <a:solidFill>
                    <a:srgbClr val="000000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ResumeThread</a:t>
              </a:r>
              <a:r>
                <a:rPr lang="en-US" altLang="zh-CN" sz="1800" dirty="0">
                  <a:solidFill>
                    <a:srgbClr val="000000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()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” the suspended process can not run!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way to set context I learned from a blog , but I do not know why ? I look up online it says “the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eax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stores OEP of this process” 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program2.exe still can not be executed.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解决了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92C8B8-5A8C-E5BF-EBD0-2BF01C5837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799" y="1973300"/>
            <a:ext cx="4119846" cy="21434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C84F403-DBD4-EDCF-6C95-3622F1E439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34" y="4632857"/>
            <a:ext cx="4380238" cy="1709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6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98361" y="1209040"/>
            <a:ext cx="5231130" cy="2907665"/>
            <a:chOff x="684" y="1904"/>
            <a:chExt cx="8238" cy="457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684" y="1904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6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4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value returned by “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ReadProcessMemory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”  is false . I want to get the image base of this suspended process by “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ReadProcessMemory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”,but failed.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Another question Whether every process occupies an independent space in memory . In every process memory , the starting address is 0x0.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已经理解了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68253C6-8E86-F317-B715-84F12AFF75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9696" y="816776"/>
            <a:ext cx="5639809" cy="2118969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26CFCABF-B357-A252-0C22-38692870BDC5}"/>
              </a:ext>
            </a:extLst>
          </p:cNvPr>
          <p:cNvSpPr/>
          <p:nvPr/>
        </p:nvSpPr>
        <p:spPr>
          <a:xfrm>
            <a:off x="398361" y="4220773"/>
            <a:ext cx="4712590" cy="20589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813C30E-C475-71C9-5495-6689B622F61B}"/>
              </a:ext>
            </a:extLst>
          </p:cNvPr>
          <p:cNvSpPr/>
          <p:nvPr/>
        </p:nvSpPr>
        <p:spPr>
          <a:xfrm>
            <a:off x="847788" y="4650723"/>
            <a:ext cx="1507852" cy="1053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process1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9C9B157-D95B-11BF-5607-56BABE335282}"/>
              </a:ext>
            </a:extLst>
          </p:cNvPr>
          <p:cNvSpPr/>
          <p:nvPr/>
        </p:nvSpPr>
        <p:spPr>
          <a:xfrm>
            <a:off x="2355640" y="4650723"/>
            <a:ext cx="1622908" cy="1053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process2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13A764-B39E-E9C8-12D8-284630BB0548}"/>
              </a:ext>
            </a:extLst>
          </p:cNvPr>
          <p:cNvSpPr txBox="1"/>
          <p:nvPr/>
        </p:nvSpPr>
        <p:spPr>
          <a:xfrm>
            <a:off x="1955381" y="4251083"/>
            <a:ext cx="104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memory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5E32DD2-1E2F-A130-2C3B-CD08B41B13BD}"/>
              </a:ext>
            </a:extLst>
          </p:cNvPr>
          <p:cNvSpPr txBox="1"/>
          <p:nvPr/>
        </p:nvSpPr>
        <p:spPr>
          <a:xfrm>
            <a:off x="3978548" y="4579222"/>
            <a:ext cx="71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0x0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62524A-3C34-C421-8721-6555F6A0E1DE}"/>
              </a:ext>
            </a:extLst>
          </p:cNvPr>
          <p:cNvSpPr txBox="1"/>
          <p:nvPr/>
        </p:nvSpPr>
        <p:spPr>
          <a:xfrm>
            <a:off x="398361" y="4565830"/>
            <a:ext cx="71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0x0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C9A89D7-F8BD-73B8-DE04-DF498DE8644F}"/>
              </a:ext>
            </a:extLst>
          </p:cNvPr>
          <p:cNvSpPr txBox="1"/>
          <p:nvPr/>
        </p:nvSpPr>
        <p:spPr>
          <a:xfrm>
            <a:off x="5316842" y="5026172"/>
            <a:ext cx="103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Or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6A0163F-15BC-D5B6-3763-0CC4A41CC795}"/>
              </a:ext>
            </a:extLst>
          </p:cNvPr>
          <p:cNvSpPr/>
          <p:nvPr/>
        </p:nvSpPr>
        <p:spPr>
          <a:xfrm>
            <a:off x="6249108" y="3070205"/>
            <a:ext cx="2477054" cy="31356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443AC1-9569-4E1F-E322-6BCD3A8D5C8E}"/>
              </a:ext>
            </a:extLst>
          </p:cNvPr>
          <p:cNvSpPr/>
          <p:nvPr/>
        </p:nvSpPr>
        <p:spPr>
          <a:xfrm>
            <a:off x="6733709" y="3270071"/>
            <a:ext cx="1507852" cy="1053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process1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B1E15DC-A5FF-2DD8-7471-B6941455B01D}"/>
              </a:ext>
            </a:extLst>
          </p:cNvPr>
          <p:cNvSpPr/>
          <p:nvPr/>
        </p:nvSpPr>
        <p:spPr>
          <a:xfrm>
            <a:off x="6733709" y="4323751"/>
            <a:ext cx="1507852" cy="1053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process2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20C0A2-01B5-3016-5D2C-C843C8FA960A}"/>
              </a:ext>
            </a:extLst>
          </p:cNvPr>
          <p:cNvSpPr txBox="1"/>
          <p:nvPr/>
        </p:nvSpPr>
        <p:spPr>
          <a:xfrm>
            <a:off x="8126579" y="3165312"/>
            <a:ext cx="71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0x0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2AD804B-10DB-0C7C-6863-9F2178A4F6B9}"/>
              </a:ext>
            </a:extLst>
          </p:cNvPr>
          <p:cNvSpPr txBox="1"/>
          <p:nvPr/>
        </p:nvSpPr>
        <p:spPr>
          <a:xfrm>
            <a:off x="8264322" y="4329631"/>
            <a:ext cx="1152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0x1000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4617EC-60B5-D070-EB7A-E12C47E5E08F}"/>
              </a:ext>
            </a:extLst>
          </p:cNvPr>
          <p:cNvSpPr txBox="1"/>
          <p:nvPr/>
        </p:nvSpPr>
        <p:spPr>
          <a:xfrm>
            <a:off x="6990139" y="2980646"/>
            <a:ext cx="1047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memory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F22251-E2FF-64CC-4DBE-7B6A0CAF225E}"/>
              </a:ext>
            </a:extLst>
          </p:cNvPr>
          <p:cNvSpPr txBox="1"/>
          <p:nvPr/>
        </p:nvSpPr>
        <p:spPr>
          <a:xfrm>
            <a:off x="3863492" y="5699806"/>
            <a:ext cx="1152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0x1000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B80126E-A1EC-C4B6-BCF7-A7875447D905}"/>
              </a:ext>
            </a:extLst>
          </p:cNvPr>
          <p:cNvSpPr txBox="1"/>
          <p:nvPr/>
        </p:nvSpPr>
        <p:spPr>
          <a:xfrm>
            <a:off x="402655" y="5699806"/>
            <a:ext cx="1152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0x1000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0162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7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90730" y="1153160"/>
            <a:ext cx="5132705" cy="3696335"/>
            <a:chOff x="839" y="1816"/>
            <a:chExt cx="8083" cy="582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7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04"/>
              <a:ext cx="8083" cy="5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program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can not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run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in my friends’ computer . I send her a zip package containing proram1.exe , program2.exe , program3.exe and no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dll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. The main reason is missing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dll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? 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我猜测是导入表找不到这个的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dll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的位置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BC3A5D-A248-593D-5A89-7D1888ED5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7678" y="2035654"/>
            <a:ext cx="4951559" cy="201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64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Remake a plan for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vedio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, and start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it.The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vedio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link : </a:t>
              </a:r>
              <a:r>
                <a:rPr lang="en-US" altLang="zh-CN" sz="1600" b="0" i="0" u="sng" dirty="0">
                  <a:solidFill>
                    <a:srgbClr val="0188FB"/>
                  </a:solidFill>
                  <a:effectLst/>
                  <a:latin typeface="PingFangSC-Regular"/>
                </a:rPr>
                <a:t>https://www.youtube.com/watch?v=1-j4sB6i-cE&amp;amp;list=PLfauTfrIamWO0jaif_GrikGUuNiuHUXy9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571</Words>
  <Application>Microsoft Office PowerPoint</Application>
  <PresentationFormat>宽屏</PresentationFormat>
  <Paragraphs>73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PingFangSC-Regular</vt:lpstr>
      <vt:lpstr>微软雅黑</vt:lpstr>
      <vt:lpstr>新宋体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34</cp:revision>
  <dcterms:created xsi:type="dcterms:W3CDTF">2022-09-21T15:51:00Z</dcterms:created>
  <dcterms:modified xsi:type="dcterms:W3CDTF">2023-09-14T00:45:06Z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