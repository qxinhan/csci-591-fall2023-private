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423" r:id="rId2"/>
    <p:sldId id="424" r:id="rId3"/>
    <p:sldId id="425" r:id="rId4"/>
    <p:sldId id="429" r:id="rId5"/>
    <p:sldId id="430" r:id="rId6"/>
    <p:sldId id="431" r:id="rId7"/>
    <p:sldId id="427" r:id="rId8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6322"/>
  </p:normalViewPr>
  <p:slideViewPr>
    <p:cSldViewPr snapToGrid="0">
      <p:cViewPr varScale="1">
        <p:scale>
          <a:sx n="92" d="100"/>
          <a:sy n="92" d="100"/>
        </p:scale>
        <p:origin x="65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457-D595-D74A-B943-9BE89BF18156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FDB8-D5FC-364C-AEB4-B7B4513895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588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747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518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rgbClr val="00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6" name="菱形 95"/>
          <p:cNvSpPr/>
          <p:nvPr userDrawn="1"/>
        </p:nvSpPr>
        <p:spPr>
          <a:xfrm>
            <a:off x="600451" y="370197"/>
            <a:ext cx="372167" cy="372166"/>
          </a:xfrm>
          <a:prstGeom prst="diamond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5C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97" name="菱形 96"/>
          <p:cNvSpPr/>
          <p:nvPr userDrawn="1"/>
        </p:nvSpPr>
        <p:spPr>
          <a:xfrm>
            <a:off x="356797" y="312627"/>
            <a:ext cx="487308" cy="487307"/>
          </a:xfrm>
          <a:prstGeom prst="diamond">
            <a:avLst/>
          </a:prstGeom>
          <a:solidFill>
            <a:srgbClr val="005CA2"/>
          </a:solidFill>
          <a:ln>
            <a:solidFill>
              <a:srgbClr val="004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8230" y="357505"/>
            <a:ext cx="5685155" cy="44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C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Planed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38325"/>
            <a:chOff x="839" y="1816"/>
            <a:chExt cx="8083" cy="2895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Planed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Watch the video slips from 1 to 20 , three slips a day.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275840"/>
            <a:chOff x="839" y="1816"/>
            <a:chExt cx="8083" cy="358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Results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Just to the tenth slip.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learned the basic commands of assembly language , and how to draw the view of stack.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69453" y="1153160"/>
            <a:ext cx="5132705" cy="3696335"/>
            <a:chOff x="839" y="1816"/>
            <a:chExt cx="8083" cy="5821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04"/>
              <a:ext cx="8083" cy="5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open a executable file by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DTDDebug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, there is a warning for it.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warning is related with the relocation table in PE format?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BC60399-3F9F-4B49-5E91-DBF8E4D827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1097" y="1578678"/>
            <a:ext cx="5226319" cy="21019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2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69453" y="1153160"/>
            <a:ext cx="5132705" cy="3696335"/>
            <a:chOff x="839" y="1816"/>
            <a:chExt cx="8083" cy="5821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2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04"/>
              <a:ext cx="8083" cy="5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If the register is not enough to store data , then it will allocate a memory for the data?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会的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629B49-6621-761B-2F66-342763A670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7708" y="2026262"/>
            <a:ext cx="6632932" cy="25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705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3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69453" y="1153160"/>
            <a:ext cx="5132705" cy="3696335"/>
            <a:chOff x="839" y="1816"/>
            <a:chExt cx="8083" cy="5821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3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04"/>
              <a:ext cx="8083" cy="5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command `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cmp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` will influence the command `call` ?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What is the function of this operation? To judge if the stack is balanced or not?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0B73C5-3E13-04F6-96DD-7E810E1742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9905" y="2176766"/>
            <a:ext cx="4991357" cy="55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13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4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69453" y="1153160"/>
            <a:ext cx="5132705" cy="3696335"/>
            <a:chOff x="839" y="1816"/>
            <a:chExt cx="8083" cy="5821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4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04"/>
              <a:ext cx="8083" cy="5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What is the function of it ? It is used by vs in the debug version.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2D1AB17-802F-22AB-9C69-D9E1A2B823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844" y="3591444"/>
            <a:ext cx="11405186" cy="224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55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1636395"/>
            <a:chOff x="769" y="1816"/>
            <a:chExt cx="8083" cy="257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181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Two slips a day watch from 10 to 24 . Finish the study of x86 assembly language.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ViYjA4YjczODZkNzY4ZmRmNjg2ZmVlYjE2OGMwNTAifQ=="/>
  <p:tag name="KSO_WPP_MARK_KEY" val="e6c85fa1-cd61-4d87-b6eb-0c65704176e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211</Words>
  <Application>Microsoft Office PowerPoint</Application>
  <PresentationFormat>宽屏</PresentationFormat>
  <Paragraphs>38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微软雅黑</vt:lpstr>
      <vt:lpstr>Arial</vt:lpstr>
      <vt:lpstr>Calibri</vt:lpstr>
      <vt:lpstr>Calibri Light</vt:lpstr>
      <vt:lpstr>Palatino Linotype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Zhong, Fangtian</dc:creator>
  <cp:lastModifiedBy>卓雲 钱</cp:lastModifiedBy>
  <cp:revision>37</cp:revision>
  <dcterms:created xsi:type="dcterms:W3CDTF">2022-09-21T15:51:00Z</dcterms:created>
  <dcterms:modified xsi:type="dcterms:W3CDTF">2023-09-14T04:18:08Z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CC2C0F941B7A40BB95BC861408F20AFB_12</vt:lpwstr>
  </property>
  <property fmtid="{D5CDD505-2E9C-101B-9397-08002B2CF9AE}" pid="3" name="KSOProductBuildVer">
    <vt:lpwstr>2052-11.1.0.14309</vt:lpwstr>
  </property>
</Properties>
</file>