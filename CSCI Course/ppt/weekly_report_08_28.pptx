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423" r:id="rId2"/>
    <p:sldId id="424" r:id="rId3"/>
    <p:sldId id="425" r:id="rId4"/>
    <p:sldId id="427" r:id="rId5"/>
    <p:sldId id="428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6322"/>
  </p:normalViewPr>
  <p:slideViewPr>
    <p:cSldViewPr snapToGrid="0">
      <p:cViewPr varScale="1">
        <p:scale>
          <a:sx n="92" d="100"/>
          <a:sy n="92" d="100"/>
        </p:scale>
        <p:origin x="65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6D457-D595-D74A-B943-9BE89BF18156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9FDB8-D5FC-364C-AEB4-B7B4513895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470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 flipV="1">
            <a:off x="0" y="6487888"/>
            <a:ext cx="12192000" cy="370112"/>
            <a:chOff x="0" y="-40730"/>
            <a:chExt cx="12192000" cy="370112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-40730"/>
              <a:ext cx="12192000" cy="3701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-40730"/>
              <a:ext cx="12192000" cy="285614"/>
            </a:xfrm>
            <a:prstGeom prst="rect">
              <a:avLst/>
            </a:prstGeom>
            <a:solidFill>
              <a:srgbClr val="005C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6" name="菱形 95"/>
          <p:cNvSpPr/>
          <p:nvPr userDrawn="1"/>
        </p:nvSpPr>
        <p:spPr>
          <a:xfrm>
            <a:off x="600451" y="370197"/>
            <a:ext cx="372167" cy="372166"/>
          </a:xfrm>
          <a:prstGeom prst="diamond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5C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97" name="菱形 96"/>
          <p:cNvSpPr/>
          <p:nvPr userDrawn="1"/>
        </p:nvSpPr>
        <p:spPr>
          <a:xfrm>
            <a:off x="356797" y="312627"/>
            <a:ext cx="487308" cy="487307"/>
          </a:xfrm>
          <a:prstGeom prst="diamond">
            <a:avLst/>
          </a:prstGeom>
          <a:solidFill>
            <a:srgbClr val="005CA2"/>
          </a:solidFill>
          <a:ln>
            <a:solidFill>
              <a:srgbClr val="004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1078230" y="357505"/>
            <a:ext cx="5685155" cy="4419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05CA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74146-AD47-D54A-ADAE-EACD76BE342A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0.xml"/><Relationship Id="rId7" Type="http://schemas.openxmlformats.org/officeDocument/2006/relationships/image" Target="../media/image2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Planed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38325"/>
            <a:chOff x="839" y="1816"/>
            <a:chExt cx="8083" cy="2895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Planed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Watch the  video  slips for 10 to 24.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Results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275840"/>
            <a:chOff x="839" y="1816"/>
            <a:chExt cx="8083" cy="3584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Results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401"/>
              <a:ext cx="8083" cy="2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Yes ! I finished my plan.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3119" y="1183439"/>
            <a:ext cx="5132705" cy="2020030"/>
            <a:chOff x="839" y="1816"/>
            <a:chExt cx="8083" cy="5821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04"/>
              <a:ext cx="8083" cy="5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Please look at the screenshot , after I write the code `char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= 2` , the size of this function’s buffer goes from `C0` to `CC`. But the size of `char` is one byte , what causes this change.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不同的编译器有不同，我看滴水三期的那个课里，实验用的是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vc6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和我的就不一样。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567398E-5D16-9B28-6AF6-476D2C5CD6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816776"/>
            <a:ext cx="2588310" cy="132990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C81BBBE-5E67-358A-C96D-21AC924AA4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4310" y="816776"/>
            <a:ext cx="2263829" cy="132990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4BCB4A8-F216-BE6E-A975-5DEE44CAF8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2603458"/>
            <a:ext cx="2588310" cy="114170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7D59813-A3A6-2AC7-DAE0-632EABD118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4310" y="2603458"/>
            <a:ext cx="2354317" cy="11417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88315" y="1153160"/>
            <a:ext cx="5132705" cy="1636395"/>
            <a:chOff x="769" y="1816"/>
            <a:chExt cx="8083" cy="2577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769" y="2181"/>
              <a:ext cx="8083" cy="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Two slips a day, this week from 25 to 38.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These slips are about pointer in C and the file operation. </a:t>
              </a:r>
            </a:p>
            <a:p>
              <a:pPr>
                <a:buClr>
                  <a:srgbClr val="00B0F0"/>
                </a:buClr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2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88315" y="1153160"/>
            <a:ext cx="5132705" cy="2529205"/>
            <a:chOff x="769" y="1816"/>
            <a:chExt cx="8083" cy="3983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 2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769" y="2181"/>
              <a:ext cx="8083" cy="3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My school offers a course called TOEFL tutoring class , every student can attend it if interested in . I plan to have a try.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These days I found that my English is too bad.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😔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</a:p>
            <a:p>
              <a:pPr>
                <a:buClr>
                  <a:srgbClr val="00B0F0"/>
                </a:buClr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633278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ViYjA4YjczODZkNzY4ZmRmNjg2ZmVlYjE2OGMwNTAifQ=="/>
  <p:tag name="KSO_WPP_MARK_KEY" val="e6c85fa1-cd61-4d87-b6eb-0c65704176e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188</Words>
  <Application>Microsoft Office PowerPoint</Application>
  <PresentationFormat>宽屏</PresentationFormat>
  <Paragraphs>27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微软雅黑</vt:lpstr>
      <vt:lpstr>Arial</vt:lpstr>
      <vt:lpstr>Calibri</vt:lpstr>
      <vt:lpstr>Calibri Light</vt:lpstr>
      <vt:lpstr>Palatino Linotype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Zhong, Fangtian</dc:creator>
  <cp:lastModifiedBy>卓雲 钱</cp:lastModifiedBy>
  <cp:revision>40</cp:revision>
  <dcterms:created xsi:type="dcterms:W3CDTF">2022-09-21T15:51:00Z</dcterms:created>
  <dcterms:modified xsi:type="dcterms:W3CDTF">2023-09-14T00:48:21Z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CC2C0F941B7A40BB95BC861408F20AFB_12</vt:lpwstr>
  </property>
  <property fmtid="{D5CDD505-2E9C-101B-9397-08002B2CF9AE}" pid="3" name="KSOProductBuildVer">
    <vt:lpwstr>2052-11.1.0.14309</vt:lpwstr>
  </property>
</Properties>
</file>