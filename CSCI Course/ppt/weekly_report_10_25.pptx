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5.xml" ContentType="application/vnd.openxmlformats-officedocument.presentationml.notesSlide+xml"/>
  <Override PartName="/ppt/comments/modernComment_1B3_3C8CC93.xml" ContentType="application/vnd.ms-powerpoint.comments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6.xml" ContentType="application/vnd.openxmlformats-officedocument.presentationml.notesSlide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7.xml" ContentType="application/vnd.openxmlformats-officedocument.presentationml.notesSlide+xml"/>
  <Override PartName="/ppt/comments/modernComment_1B5_171B06B1.xml" ContentType="application/vnd.ms-powerpoint.comments+xml"/>
  <Override PartName="/ppt/ink/ink25.xml" ContentType="application/inkml+xml"/>
  <Override PartName="/ppt/ink/ink26.xml" ContentType="application/inkml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8.xml" ContentType="application/vnd.openxmlformats-officedocument.presentationml.notesSlide+xml"/>
  <Override PartName="/ppt/comments/modernComment_1B6_D5207699.xml" ContentType="application/vnd.ms-powerpoint.comments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9.xml" ContentType="application/vnd.openxmlformats-officedocument.presentationml.notesSlide+xml"/>
  <Override PartName="/ppt/ink/ink47.xml" ContentType="application/inkml+xml"/>
  <Override PartName="/ppt/ink/ink48.xml" ContentType="application/inkml+xml"/>
  <Override PartName="/ppt/ink/ink49.xml" ContentType="application/inkml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10.xml" ContentType="application/vnd.openxmlformats-officedocument.presentationml.notesSlide+xml"/>
  <Override PartName="/ppt/comments/modernComment_1B8_C15298F0.xml" ContentType="application/vnd.ms-powerpoint.comment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1.xml" ContentType="application/vnd.openxmlformats-officedocument.presentationml.notesSlide+xml"/>
  <Override PartName="/ppt/comments/modernComment_1B1_8FD82686.xml" ContentType="application/vnd.ms-powerpoint.comments+xml"/>
  <Override PartName="/ppt/ink/ink50.xml" ContentType="application/inkml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2.xml" ContentType="application/vnd.openxmlformats-officedocument.presentationml.notesSlide+xml"/>
  <Override PartName="/ppt/comments/modernComment_1B0_7DA7B9A4.xml" ContentType="application/vnd.ms-powerpoint.comment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3.xml" ContentType="application/vnd.openxmlformats-officedocument.presentationml.notesSlide+xml"/>
  <Override PartName="/ppt/comments/modernComment_1B7_80FB7FE2.xml" ContentType="application/vnd.ms-powerpoint.comment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17.xml" ContentType="application/vnd.openxmlformats-officedocument.presentationml.notesSlide+xml"/>
  <Override PartName="/ppt/comments/modernComment_1BB_649CE6A5.xml" ContentType="application/vnd.ms-powerpoint.comment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18.xml" ContentType="application/vnd.openxmlformats-officedocument.presentationml.notesSlide+xml"/>
  <Override PartName="/ppt/comments/modernComment_1AB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0"/>
  </p:notesMasterIdLst>
  <p:sldIdLst>
    <p:sldId id="423" r:id="rId2"/>
    <p:sldId id="424" r:id="rId3"/>
    <p:sldId id="434" r:id="rId4"/>
    <p:sldId id="425" r:id="rId5"/>
    <p:sldId id="435" r:id="rId6"/>
    <p:sldId id="436" r:id="rId7"/>
    <p:sldId id="437" r:id="rId8"/>
    <p:sldId id="438" r:id="rId9"/>
    <p:sldId id="441" r:id="rId10"/>
    <p:sldId id="440" r:id="rId11"/>
    <p:sldId id="433" r:id="rId12"/>
    <p:sldId id="432" r:id="rId13"/>
    <p:sldId id="439" r:id="rId14"/>
    <p:sldId id="431" r:id="rId15"/>
    <p:sldId id="442" r:id="rId16"/>
    <p:sldId id="445" r:id="rId17"/>
    <p:sldId id="443" r:id="rId18"/>
    <p:sldId id="427" r:id="rId19"/>
  </p:sldIdLst>
  <p:sldSz cx="12192000" cy="6858000"/>
  <p:notesSz cx="6858000" cy="9144000"/>
  <p:custDataLst>
    <p:tags r:id="rId2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9CB068E-0DAD-188A-5234-4F0D95AC1878}" name="卓雲 钱" initials="卓钱" userId="e9c72fbd0d489ef6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7"/>
    <p:restoredTop sz="95443" autoAdjust="0"/>
  </p:normalViewPr>
  <p:slideViewPr>
    <p:cSldViewPr snapToGrid="0">
      <p:cViewPr varScale="1">
        <p:scale>
          <a:sx n="61" d="100"/>
          <a:sy n="61" d="100"/>
        </p:scale>
        <p:origin x="30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omments/modernComment_1AB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8F2A978-9EC8-40CA-9B23-DA95168728B6}" authorId="{E9CB068E-0DAD-188A-5234-4F0D95AC1878}" created="2023-10-26T01:51:38.466">
    <pc:sldMkLst xmlns:pc="http://schemas.microsoft.com/office/powerpoint/2013/main/command">
      <pc:docMk/>
      <pc:sldMk cId="0" sldId="427"/>
    </pc:sldMkLst>
    <p188:txBody>
      <a:bodyPr/>
      <a:lstStyle/>
      <a:p>
        <a:r>
          <a:rPr lang="zh-CN" altLang="en-US"/>
          <a:t>一共遗留了三个问题，下周去解决他们</a:t>
        </a:r>
      </a:p>
    </p188:txBody>
  </p188:cm>
</p188:cmLst>
</file>

<file path=ppt/comments/modernComment_1B0_7DA7B9A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504F80D-4DEE-4EDD-9C17-5D3A574F494E}" authorId="{E9CB068E-0DAD-188A-5234-4F0D95AC1878}" created="2023-10-24T13:42:22.473">
    <pc:sldMkLst xmlns:pc="http://schemas.microsoft.com/office/powerpoint/2013/main/command">
      <pc:docMk/>
      <pc:sldMk cId="2108144036" sldId="432"/>
    </pc:sldMkLst>
    <p188:replyLst>
      <p188:reply id="{979DB126-3B0E-4099-B06D-C573828F2AC3}" authorId="{E9CB068E-0DAD-188A-5234-4F0D95AC1878}" created="2023-10-24T13:54:16.230">
        <p188:txBody>
          <a:bodyPr/>
          <a:lstStyle/>
          <a:p>
            <a:r>
              <a:rPr lang="zh-CN" altLang="en-US"/>
              <a:t>64位的情况不能通过fs:[0x30]去找应该，应该用gs:[0x60]j去找</a:t>
            </a:r>
          </a:p>
        </p188:txBody>
      </p188:reply>
      <p188:reply id="{CB5E100D-0512-48E9-AA87-CBE26F2EC03A}" authorId="{E9CB068E-0DAD-188A-5234-4F0D95AC1878}" created="2023-10-26T01:35:04.850">
        <p188:txBody>
          <a:bodyPr/>
          <a:lstStyle/>
          <a:p>
            <a:r>
              <a:rPr lang="zh-CN" altLang="en-US"/>
              <a:t>分别copy一下他们指向的结构的相关信息，看看关联！</a:t>
            </a:r>
          </a:p>
        </p188:txBody>
      </p188:reply>
    </p188:replyLst>
    <p188:txBody>
      <a:bodyPr/>
      <a:lstStyle/>
      <a:p>
        <a:r>
          <a:rPr lang="zh-CN" altLang="en-US"/>
          <a:t>值得注意的是，我在网上找了很久都没找到64位的PEB结构，甚至微软的文档都对这个说的模模糊糊。我之前还试图通过fs:[0x30]去找他，但是vs不支持64位下的内联汇编于是没找到。</a:t>
        </a:r>
      </a:p>
    </p188:txBody>
  </p188:cm>
</p188:cmLst>
</file>

<file path=ppt/comments/modernComment_1B1_8FD8268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9E87948-B703-4AD5-8E10-180A8DA72D0B}" authorId="{E9CB068E-0DAD-188A-5234-4F0D95AC1878}" created="2023-10-24T12:47:06.065">
    <pc:sldMkLst xmlns:pc="http://schemas.microsoft.com/office/powerpoint/2013/main/command">
      <pc:docMk/>
      <pc:sldMk cId="2413307526" sldId="433"/>
    </pc:sldMkLst>
    <p188:txBody>
      <a:bodyPr/>
      <a:lstStyle/>
      <a:p>
        <a:r>
          <a:rPr lang="zh-CN" altLang="en-US"/>
          <a:t>很有意思的是这个地址到底是啥？disk里面的该文件的地址还是已经写入内存而没有拉伸时的文件的地址？</a:t>
        </a:r>
      </a:p>
    </p188:txBody>
  </p188:cm>
  <p188:cm id="{C9DD3928-F56B-4635-B31E-D5477D7E7148}" authorId="{E9CB068E-0DAD-188A-5234-4F0D95AC1878}" created="2023-10-24T12:47:31.130">
    <pc:sldMkLst xmlns:pc="http://schemas.microsoft.com/office/powerpoint/2013/main/command">
      <pc:docMk/>
      <pc:sldMk cId="2413307526" sldId="433"/>
    </pc:sldMkLst>
    <p188:replyLst>
      <p188:reply id="{2BE399C7-8FC0-4DAC-9A5E-FA3878E36FD4}" authorId="{E9CB068E-0DAD-188A-5234-4F0D95AC1878}" created="2023-10-24T12:53:16.844">
        <p188:txBody>
          <a:bodyPr/>
          <a:lstStyle/>
          <a:p>
            <a:r>
              <a:rPr lang="zh-CN" altLang="en-US"/>
              <a:t>这里有个疑惑，这不应该啊，如果没对齐之后OEP跳转到这里的时候该怎么运行可执行代码？</a:t>
            </a:r>
          </a:p>
        </p188:txBody>
      </p188:reply>
      <p188:reply id="{3B9A86E1-F62E-4438-832C-588D8647D496}" authorId="{E9CB068E-0DAD-188A-5234-4F0D95AC1878}" created="2023-10-26T01:33:06.374">
        <p188:txBody>
          <a:bodyPr/>
          <a:lstStyle/>
          <a:p>
            <a:r>
              <a:rPr lang="zh-CN" altLang="en-US"/>
              <a:t>内存对齐和文件对齐是否相同</a:t>
            </a:r>
          </a:p>
        </p188:txBody>
      </p188:reply>
    </p188:replyLst>
    <p188:txBody>
      <a:bodyPr/>
      <a:lstStyle/>
      <a:p>
        <a:r>
          <a:rPr lang="zh-CN" altLang="en-US"/>
          <a:t>注意一下，当前的这个文件没有按照内存对齐</a:t>
        </a:r>
      </a:p>
    </p188:txBody>
  </p188:cm>
</p188:cmLst>
</file>

<file path=ppt/comments/modernComment_1B3_3C8CC9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EE11D67-7F7B-4AE1-8D7D-9C861213FDA2}" authorId="{E9CB068E-0DAD-188A-5234-4F0D95AC1878}" created="2023-10-24T01:25:57.830">
    <pc:sldMkLst xmlns:pc="http://schemas.microsoft.com/office/powerpoint/2013/main/command">
      <pc:docMk/>
      <pc:sldMk cId="63491219" sldId="435"/>
    </pc:sldMkLst>
    <p188:replyLst/>
    <p188:txBody>
      <a:bodyPr/>
      <a:lstStyle/>
      <a:p>
        <a:r>
          <a:rPr lang="zh-CN" altLang="en-US"/>
          <a:t>就是，当一个程序使用dll1里面的一个函数实际上是别的dll2的函数而由dll1调用时，这个成员就会发挥作用。那么问题来了，该如何确定这个函数的地址呢？确定后，这个函数的实际地址该写入到哪里呢？</a:t>
        </a:r>
      </a:p>
    </p188:txBody>
  </p188:cm>
  <p188:cm id="{843903EB-9184-43DD-952F-40A5BDA56AAA}" authorId="{E9CB068E-0DAD-188A-5234-4F0D95AC1878}" created="2023-10-26T05:48:05.110">
    <pc:sldMkLst xmlns:pc="http://schemas.microsoft.com/office/powerpoint/2013/main/command">
      <pc:docMk/>
      <pc:sldMk cId="63491219" sldId="435"/>
    </pc:sldMkLst>
    <p188:txBody>
      <a:bodyPr/>
      <a:lstStyle/>
      <a:p>
        <a:r>
          <a:rPr lang="zh-CN" altLang="en-US"/>
          <a:t>Still do not understand the member 'Forwarder Chain'.</a:t>
        </a:r>
      </a:p>
    </p188:txBody>
  </p188:cm>
</p188:cmLst>
</file>

<file path=ppt/comments/modernComment_1B5_171B06B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B2D917C-4587-452C-87E4-A0DC0EEBF4F7}" authorId="{E9CB068E-0DAD-188A-5234-4F0D95AC1878}" created="2023-10-24T06:43:59.984">
    <pc:sldMkLst xmlns:pc="http://schemas.microsoft.com/office/powerpoint/2013/main/command">
      <pc:docMk/>
      <pc:sldMk cId="387647153" sldId="437"/>
    </pc:sldMkLst>
    <p188:replyLst>
      <p188:reply id="{5358C048-824F-4CC7-ABC4-C3FD2682314D}" authorId="{E9CB068E-0DAD-188A-5234-4F0D95AC1878}" created="2023-10-25T14:32:49.020">
        <p188:txBody>
          <a:bodyPr/>
          <a:lstStyle/>
          <a:p>
            <a:r>
              <a:rPr lang="zh-CN" altLang="en-US"/>
              <a:t>这部分不是重点，跳过了</a:t>
            </a:r>
          </a:p>
        </p188:txBody>
      </p188:reply>
    </p188:replyLst>
    <p188:txBody>
      <a:bodyPr/>
      <a:lstStyle/>
      <a:p>
        <a:r>
          <a:rPr lang="zh-CN" altLang="en-US"/>
          <a:t>哈哈哈，这个我是写了64位的，然后截图的时候忘记截图截图截上去了。所以之前讨论的问题其实是错误的，如果用PIMAGE_THUNK_DATA64去解析32位程序的IAT表，会有问题很大问题。</a:t>
        </a:r>
      </a:p>
    </p188:txBody>
  </p188:cm>
</p188:cmLst>
</file>

<file path=ppt/comments/modernComment_1B6_D520769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0FDD76C-B663-4EA0-B0F9-B62763EA1197}" authorId="{E9CB068E-0DAD-188A-5234-4F0D95AC1878}" created="2023-10-24T09:34:57.794">
    <pc:sldMkLst xmlns:pc="http://schemas.microsoft.com/office/powerpoint/2013/main/command">
      <pc:docMk/>
      <pc:sldMk cId="3575674521" sldId="438"/>
    </pc:sldMkLst>
    <p188:replyLst>
      <p188:reply id="{5F33BAE3-8B1C-4DDE-8339-9F87E8EAF89A}" authorId="{E9CB068E-0DAD-188A-5234-4F0D95AC1878}" created="2023-10-26T00:23:56.271">
        <p188:txBody>
          <a:bodyPr/>
          <a:lstStyle/>
          <a:p>
            <a:r>
              <a:rPr lang="zh-CN" altLang="en-US"/>
              <a:t>It is like the resource table</a:t>
            </a:r>
          </a:p>
        </p188:txBody>
      </p188:reply>
    </p188:replyLst>
    <p188:txBody>
      <a:bodyPr/>
      <a:lstStyle/>
      <a:p>
        <a:r>
          <a:rPr lang="zh-CN" altLang="en-US"/>
          <a:t>Notice: the offset of the dll name is 'OffsetModuleName + the RVA of the first bounded table'.</a:t>
        </a:r>
      </a:p>
    </p188:txBody>
  </p188:cm>
  <p188:cm id="{5F80B914-5012-4B2B-B455-98F47D8DB4DF}" authorId="{E9CB068E-0DAD-188A-5234-4F0D95AC1878}" created="2023-10-24T09:38:16.235">
    <pc:sldMkLst xmlns:pc="http://schemas.microsoft.com/office/powerpoint/2013/main/command">
      <pc:docMk/>
      <pc:sldMk cId="3575674521" sldId="438"/>
    </pc:sldMkLst>
    <p188:replyLst/>
    <p188:txBody>
      <a:bodyPr/>
      <a:lstStyle/>
      <a:p>
        <a:r>
          <a:rPr lang="zh-CN" altLang="en-US"/>
          <a:t>Notice: to judge if the dll is bounded, we need note the 'TimeDataStamp' if the value of it is the same as it in 'File Header' then we know it is bounded.</a:t>
        </a:r>
      </a:p>
    </p188:txBody>
  </p188:cm>
  <p188:cm id="{511C2537-361C-455D-A5A9-54ADA87B75E8}" authorId="{E9CB068E-0DAD-188A-5234-4F0D95AC1878}" created="2023-10-24T09:47:39.565">
    <pc:sldMkLst xmlns:pc="http://schemas.microsoft.com/office/powerpoint/2013/main/command">
      <pc:docMk/>
      <pc:sldMk cId="3575674521" sldId="438"/>
    </pc:sldMkLst>
    <p188:replyLst>
      <p188:reply id="{DDA9EEDF-A35D-46FF-B78A-96ABF0CA1B3A}" authorId="{E9CB068E-0DAD-188A-5234-4F0D95AC1878}" created="2023-10-24T09:52:42.362">
        <p188:txBody>
          <a:bodyPr/>
          <a:lstStyle/>
          <a:p>
            <a:r>
              <a:rPr lang="zh-CN" altLang="en-US"/>
              <a:t>这里就产生了一个问题，dll bound的时候会将里面所有的导入给exe的函数都bound吗？如果一个被bound的dll里面有一些不绑定，那么IAT表这里的存储结构是应该发生变化的。</a:t>
            </a:r>
          </a:p>
        </p188:txBody>
      </p188:reply>
      <p188:reply id="{29B39E25-E9A6-4842-9CEB-A4D299C57027}" authorId="{E9CB068E-0DAD-188A-5234-4F0D95AC1878}" created="2023-10-24T09:54:52.848">
        <p188:txBody>
          <a:bodyPr/>
          <a:lstStyle/>
          <a:p>
            <a:r>
              <a:rPr lang="zh-CN" altLang="en-US"/>
              <a:t>我现在感觉这个bound table是没有什么用处的，因为IMAGE_IMPORT_DESCRIPTO这个结构体存储了所有的相关信息timedatastamp和dllname都有，还有个forwarderchain存这个dll调用其他dll的信息，这样的话bound table就显得没啥用了。</a:t>
            </a:r>
          </a:p>
        </p188:txBody>
      </p188:reply>
      <p188:reply id="{FFDEAB86-B249-45B1-B00F-BA24252DE377}" authorId="{E9CB068E-0DAD-188A-5234-4F0D95AC1878}" created="2023-10-25T14:44:07.541">
        <p188:txBody>
          <a:bodyPr/>
          <a:lstStyle/>
          <a:p>
            <a:r>
              <a:rPr lang="zh-CN" altLang="en-US"/>
              <a:t>这个表难道是告诉系统哪个dll被绑定了，它对应IAT表中的函数地址之后就不用改变了？</a:t>
            </a:r>
          </a:p>
        </p188:txBody>
      </p188:reply>
    </p188:replyLst>
    <p188:txBody>
      <a:bodyPr/>
      <a:lstStyle/>
      <a:p>
        <a:r>
          <a:rPr lang="zh-CN" altLang="en-US"/>
          <a:t>之前有个问题，关于被绑定函数地址的问题。其实后来我发现这个地址应该就是已经写到IAT表中了。在解析IAT表的时候，有一个‘TimeDataStamp’，如果这个元素不为零，那么说明这个dll就是已经被绑定了的，这些被绑定好了的函数地址就是这个dll的‘imagebase + the rva of the function’ 而这个函数的rva就存在export table中。</a:t>
        </a:r>
      </a:p>
    </p188:txBody>
  </p188:cm>
</p188:cmLst>
</file>

<file path=ppt/comments/modernComment_1B7_80FB7FE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613B84F-6252-4EC0-ACAA-D5CD5486F83F}" authorId="{E9CB068E-0DAD-188A-5234-4F0D95AC1878}" created="2023-10-24T11:56:32.211">
    <pc:sldMkLst xmlns:pc="http://schemas.microsoft.com/office/powerpoint/2013/main/command">
      <pc:docMk/>
      <pc:sldMk cId="1491859103" sldId="439"/>
    </pc:sldMkLst>
    <p188:txBody>
      <a:bodyPr/>
      <a:lstStyle/>
      <a:p>
        <a:r>
          <a:rPr lang="zh-CN" altLang="en-US"/>
          <a:t>我搞懂了，就是按照文件目录去理解，第一层结构就是‘WindowsProject.rc’第二层是‘Dialog’，第三层就是‘IDD巴拉巴拉’</a:t>
        </a:r>
      </a:p>
    </p188:txBody>
  </p188:cm>
</p188:cmLst>
</file>

<file path=ppt/comments/modernComment_1B8_C15298F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1EA8ECF-034B-4CB9-855F-C98B3A0F20FF}" authorId="{E9CB068E-0DAD-188A-5234-4F0D95AC1878}" created="2023-10-24T13:02:42.778">
    <pc:sldMkLst xmlns:pc="http://schemas.microsoft.com/office/powerpoint/2013/main/command">
      <pc:docMk/>
      <pc:sldMk cId="3243415792" sldId="440"/>
    </pc:sldMkLst>
    <p188:txBody>
      <a:bodyPr/>
      <a:lstStyle/>
      <a:p>
        <a:r>
          <a:rPr lang="zh-CN" altLang="en-US"/>
          <a:t>我去这八个寄存器里面存的地址附近找了半天结果啥都没找到！</a:t>
        </a:r>
      </a:p>
    </p188:txBody>
  </p188:cm>
</p188:cmLst>
</file>

<file path=ppt/comments/modernComment_1BB_649CE6A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C48964-DFF5-4AB5-AF0B-4713C88773D5}" authorId="{E9CB068E-0DAD-188A-5234-4F0D95AC1878}" created="2023-10-26T01:40:11.476">
    <pc:sldMkLst xmlns:pc="http://schemas.microsoft.com/office/powerpoint/2013/main/command">
      <pc:docMk/>
      <pc:sldMk cId="1688004261" sldId="443"/>
    </pc:sldMkLst>
    <p188:txBody>
      <a:bodyPr/>
      <a:lstStyle/>
      <a:p>
        <a:r>
          <a:rPr lang="zh-CN" altLang="en-US"/>
          <a:t>ID和名字都有对应，需要知道怎么对应的和如何parse他们</a:t>
        </a:r>
      </a:p>
    </p188:txBody>
  </p188:cm>
</p188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5T14:13:21.5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34 24575,'925'0'0,"-914"0"0,1-1 0,-1-1 0,14-3 0,-13 2 0,1 0 0,18 0 0,350 2 0,-185 2 0,579-1 0,-765-1 32,-1 0 1,0 0-1,13-4 0,12-2-1526,-21 6-5332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5T14:13:23.2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37 24575,'512'0'-1680,"-495"0"1956,-1-2 1,20-4-1,-19 3 127,29-2-1,-5 4-358,-20 2-43,0-2-1,-1 0 1,32-7-1,-25 4 0,0 1 0,0 1 0,0 1 0,29 3 0,4 0 0,-44-2-1365,-2 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5T14:13:26.5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524 44 24575,'-36'-1'0,"-43"-8"0,28 2 0,-64-9 0,93 11 0,17 4 0,1-1 0,-1 1 0,0 0 0,1 1 0,-1-1 0,-6 1 0,10 0 0,0 1 0,0-1 0,0 0 0,0 0 0,0 1 0,0-1 0,0 1 0,0-1 0,0 1 0,0-1 0,0 1 0,0 0 0,1-1 0,-1 1 0,0 0 0,0 0 0,1-1 0,-1 1 0,0 0 0,1 0 0,-1 0 0,1 0 0,-1 0 0,1 0 0,0 0 0,-1 0 0,1 0 0,0 0 0,0 0 0,0 0 0,0 0 0,-1 0 0,2 2 0,-1 4 0,0 0 0,1 0 0,1 0 0,-1-1 0,1 1 0,0 0 0,5 11 0,5 16 0,-9-20 0,1-1 0,0 0 0,1 0 0,0 0 0,11 19 0,-9-19 0,-1-1 0,5 14 0,8 16 0,-17-38 0,0 0 0,1-1 0,0 0 0,0 1 0,0-1 0,5 3 0,-5-3 0,1 0 0,0 1 0,-1 0 0,6 6 0,6 16 0,17 34 0,-21-37 0,-7-16 0,-1 0 0,0 0 0,0 0 0,3 11 0,8 32 0,-9-37 0,-1 0 0,-1 1 0,0-1 0,1 16 0,-4-24 0,1 1 0,0-1 0,0 1 0,0-1 0,1 1 0,0-1 0,0 0 0,0 1 0,1-1 0,0-1 0,-1 1 0,6 6 0,-5-6 0,0 0 0,0 0 0,0 1 0,-1-1 0,0 1 0,0-1 0,-1 1 0,0 0 0,1-1 0,-2 1 0,1 0 0,-1 6 0,0 0 0,-1-1 0,-1 0 0,1 0 0,-2 1 0,-4 13 0,6-23 0,-1 1 0,0-1 0,1 1 0,-1-1 0,0 0 0,0 1 0,0-1 0,0 0 0,0-1 0,-1 1 0,1 0 0,-1 0 0,1-1 0,-1 0 0,0 1 0,1-1 0,-1 0 0,0 0 0,0-1 0,-4 2 0,-7 1 0,1-1 0,-28 1 0,28-3 0,-5 1 0,0 0 0,0 1 0,-21 4 0,13-1 0,0-2 0,0-1 0,0-1 0,-35-3 0,2 0 0,49 3 0,9 2 0,12 7 0,-3-4 0,22 15 0,-23-16 0,1 0 0,-1 0 0,0 1 0,-1-1 0,1 2 0,-1-1 0,9 12 0,29 41 0,-9-12 0,-27-37 0,-2 0 0,0 0 0,0 1 0,-1 0 0,0 0 0,-1 1 0,0-1 0,-1 1 0,3 16 0,0 9 0,-2-18 0,-1 0 0,-1 21 0,0-19 0,1 0 0,0 0 0,9 28 0,0 4 0,10 33 0,-12-53 0,-8-27 0,0 0 0,1-1 0,-1 1 0,2-1 0,-1 0 0,7 8 0,-5-7 0,-1 1 0,0-1 0,6 12 0,-8-15 0,0 1 0,0-1 0,0 0 0,1 1 0,-1-1 0,1 0 0,0-1 0,0 1 0,0 0 0,1-1 0,-1 0 0,0 0 0,5 3 0,-3-3 0,0 1 0,-1 0 0,0 0 0,1 1 0,-1-1 0,4 6 0,-2-3 0,-1 0 0,1-1 0,0 0 0,0 0 0,13 7 0,19 15 0,-4 0 0,-26-22 0,-1 1 0,1 0 0,-2 0 0,1 0 0,10 14 0,-12-14-273,-1-1 0,1 0 0,0 0 0,8 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4T01:43:13.8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 24575,'97'1'0,"109"-2"0,-120-7 0,38 0 0,1008 9 0,-606-2 0,-503 2 0,35 7 0,15 0 0,-45-8 0,5 1 0,56 7 0,-42-2 0,0-3 0,75-4 0,-41 0 0,-32 1-1365,-35 0-5461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4T01:43:17.1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68 24575,'233'-13'0,"-173"8"0,85 5 0,-61 1 0,732-1 0,-795-1 0,35-6 0,-34 3 0,28-1 0,297 5 0,-166 1 0,-156-2 0,35-7 0,20 0 0,81-1 0,-75 2 0,116 6 0,-93 2 0,139-1-1365,-233 0-5461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4T01:43:20.0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1 151 24575,'24'-1'0,"0"-1"0,0-1 0,40-10 0,68-29 0,-98 32 0,1 1 0,0 2 0,45-3 0,85-6 0,-58 14 0,-5 1 0,-42-7 0,43-1 0,-13 11 0,66-4 0,-98-6 0,-38 4 0,38-1 0,139 5 0,-176 2 0,1 0 0,39 9 0,0 1 0,280 30 0,-135-26 0,-150-9 0,-33-3 0,28 0 0,39-5 0,50 2 0,-80 7 0,-33-4 0,35 1 0,-45-5-1365,-3 0-5461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4T01:43:23.5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24575,'26'2'0,"34"5"0,-33-3 0,33 0 0,1673-3 0,-818-2 0,-849 1-1365,-52 0-5461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4T01:43:30.7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 24575,'59'-1'0,"65"2"0,-121 0 0,0-1 0,0 1 0,0 0 0,0 0 0,0 0 0,0 0 0,0 1 0,0-1 0,0 1 0,-1 0 0,1 0 0,-1 0 0,1 0 0,-1 0 0,0 0 0,0 1 0,0-1 0,0 1 0,3 4 0,-4-5 0,0 0 0,0 0 0,0 0 0,0 0 0,0 0 0,-1 0 0,1 0 0,-1 1 0,0-1 0,1 0 0,-1 0 0,0 0 0,0 0 0,0 0 0,-1 1 0,1-1 0,0 0 0,-1 0 0,0 0 0,1 0 0,-1 0 0,0 0 0,0 0 0,0 0 0,0 0 0,0 0 0,-1-1 0,1 1 0,0 0 0,-3 1 0,-7 5 0,-1 1 0,0-2 0,0 0 0,0 0 0,-1-1 0,-19 6 0,-6-4 0,30-7 0,0 0 0,0 1 0,-12 4 0,20-6 0,-1 0 0,1 0 0,0 0 0,-1 0 0,1 0 0,0 0 0,-1 1 0,1-1 0,0 0 0,0 0 0,-1 0 0,1 0 0,0 1 0,-1-1 0,1 0 0,0 0 0,0 1 0,0-1 0,-1 0 0,1 0 0,0 1 0,0-1 0,0 0 0,-1 1 0,1-1 0,0 0 0,0 1 0,0-1 0,0 0 0,0 1 0,0-1 0,0 0 0,0 1 0,0-1 0,0 0 0,0 1 0,0-1 0,0 1 0,12 10 0,19 6 0,1-6-73,38 10 1,-43-14-1148,-10-2-5606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4T01:43:32.9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1 24575,'4'0'0,"0"0"0,-1 0 0,1 1 0,0-1 0,0 1 0,0 0 0,0 0 0,-1 0 0,1 1 0,-1-1 0,1 1 0,-1 0 0,1 0 0,-1 0 0,0 0 0,0 1 0,0-1 0,0 1 0,-1 0 0,1 0 0,0 0 0,-1 0 0,0 0 0,0 0 0,0 1 0,2 4 0,-1 1 0,0 0 0,-1 0 0,0 0 0,0 1 0,-1-1 0,0 1 0,0-1 0,-1 1 0,-2 15 0,2-22 0,-1-1 0,1 0 0,-1 1 0,1-1 0,-1 0 0,0 0 0,0 1 0,0-1 0,0 0 0,0 0 0,0 0 0,-1 0 0,1 0 0,0-1 0,-1 1 0,0 0 0,0-1 0,-2 3 0,-1-1 0,-1 0 0,0 0 0,0 0 0,-12 3 0,12-4 0,1 0 0,-1 0 0,1 0 0,0 0 0,0 1 0,-8 6 0,12-9 0,1 0 0,0 1 0,0-1 0,-1 0 0,1 1 0,0-1 0,0 0 0,0 0 0,-1 1 0,1-1 0,0 0 0,0 1 0,0-1 0,0 0 0,0 1 0,0-1 0,0 1 0,0-1 0,0 0 0,0 1 0,0-1 0,0 0 0,0 1 0,0-1 0,0 0 0,0 1 0,0-1 0,0 0 0,0 1 0,1-1 0,-1 0 0,0 1 0,0-1 0,0 0 0,1 1 0,-1-1 0,0 0 0,0 0 0,1 1 0,-1-1 0,0 0 0,0 0 0,1 1 0,-1-1 0,0 0 0,1 0 0,-1 0 0,0 0 0,1 0 0,-1 0 0,0 1 0,1-1 0,25 9 0,-20-7 0,-2-1 0,-1 1 0,1 0 0,-1 0 0,1 1 0,-1-1 0,0 1 0,0-1 0,0 1 0,-1 0 0,1 0 0,0 0 0,-1 0 0,0 1 0,0-1 0,0 1 0,0-1 0,-1 1 0,1 0 0,-1 0 0,0 0 0,0 0 0,1 5 0,-1 5 0,1 1 0,-2-1 0,0 1 0,-3 26 0,3-39 15,0 0 0,-1 0 0,1 1 0,-1-1-1,0 0 1,0 0 0,1 0 0,-1 0 0,0 0 0,-1-1-1,1 1 1,0 0 0,0 0 0,-1-1 0,1 1 0,-1-1 0,0 1-1,1-1 1,-1 0 0,0 1 0,0-1 0,-3 1 0,0 0-229,0 0 1,-1 0 0,1-1-1,-1 0 1,1 0 0,-1 0-1,-8-1 1,0 0-6613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4T01:43:27.6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46 24575,'1'18'0,"1"-1"0,4 21 0,2 21 0,-7-52 0,-1-1 0,1 1 0,0 0 0,0-1 0,5 14 0,-5-19 0,0 1 0,0 0 0,0 0 0,0 0 0,0 0 0,1-1 0,-1 1 0,1-1 0,-1 1 0,1-1 0,-1 1 0,1-1 0,0 0 0,-1 0 0,1 0 0,0 0 0,0 0 0,0 0 0,0 0 0,0-1 0,0 1 0,4 0 0,8 1 0,1-1 0,-1-1 0,1 0 0,26-4 0,-35 3 0,0 0 0,0 0 0,0-1 0,0 0 0,-1 0 0,1 0 0,-1-1 0,1 1 0,-1-2 0,0 1 0,0 0 0,0-1 0,-1 0 0,7-6 0,-10 7 0,1 0 0,0 1 0,-1-1 0,1 0 0,-1 0 0,0 0 0,0 0 0,0 0 0,0 0 0,-1-1 0,1 1 0,-1 0 0,0 0 0,0 0 0,0 0 0,0-1 0,-1 1 0,1 0 0,-1 0 0,0 0 0,0 0 0,0 0 0,0 0 0,0 0 0,-1 0 0,-1-3 0,-6-7 0,0-1 0,0 1 0,-21-22 0,23 27 0,2 2 0,0 0 0,-1 1 0,1-1 0,-1 1 0,0 0 0,-9-5 0,13 9 0,1 1 0,-1-1 0,0 0 0,0 1 0,0-1 0,0 1 0,0 0 0,0-1 0,0 1 0,0 0 0,0 0 0,0 1 0,0-1 0,0 0 0,0 0 0,0 1 0,1 0 0,-1-1 0,0 1 0,0 0 0,0 0 0,1 0 0,-1 0 0,0 0 0,1 0 0,-1 0 0,1 0 0,-1 1 0,-1 2 0,1-2-170,0 1-1,0-1 0,0 1 1,0-1-1,0 1 0,1 0 1,-3 5-1,0 6-6655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4T01:43:29.0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 0 24575,'0'32'0,"-2"-1"0,-6 37 0,1-14 0,-3 15 0,8-53-455,0-1 0,0 29 0,2-30-6371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4T01:43:34.2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99 0 24575,'0'3'0,"-3"4"0,-3 3 0,-4 2 0,0 3 0,-1 1 0,1 1 0,0 0 0,1 1 0,0-1 0,1 0 0,2 0 0,2-1 0,2-2-8191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4T01:43:34.8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4T01:43:36.0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62 24575,'0'-3'0,"0"-4"0,0-3 0,0-3 0,-3 1 0,-4 2 0,0 3-8191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4T01:43:37.5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 34 24575,'-1'11'0,"-1"-1"0,0 0 0,-1 0 0,0 0 0,-1 0 0,1 0 0,-2-1 0,0 0 0,-8 13 0,19-31 0,1 1 0,-1 0 0,1 0 0,1 0 0,0 1 0,0 0 0,0 1 0,1 0 0,0 0 0,0 1 0,0 0 0,1 0 0,15-4 0,29-11 0,-43 15 0,0 1 0,1 0 0,-1 0 0,1 1 0,0 1 0,0 0 0,0 0 0,18 1 0,-29 1 0,1 0 0,0 1 0,-1-1 0,1 0 0,-1 1 0,1 0 0,-1-1 0,1 1 0,-1 0 0,1 0 0,-1 0 0,1 0 0,-1 0 0,0 0 0,0 0 0,0 0 0,1 0 0,-1 1 0,0-1 0,0 1 0,-1-1 0,1 0 0,0 1 0,0 0 0,-1-1 0,1 1 0,-1-1 0,1 1 0,-1 0 0,0 2 0,2 7 0,-2-1 0,1 0 0,-3 21 0,0-13 0,2-14 0,0 1 0,-1-1 0,0 1 0,0-1 0,0 1 0,0-1 0,-1 1 0,1-1 0,-1 0 0,0 0 0,-4 6 0,-2 0 0,0-1 0,-19 17 0,26-25 0,-7 8-1365,1-2-5461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4T01:43:39.3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384 285 24575,'0'-4'0,"-1"1"0,1 0 0,-1-1 0,0 1 0,0 0 0,0-1 0,0 1 0,0 0 0,-1 0 0,0 0 0,1 0 0,-1 0 0,0 1 0,0-1 0,-1 0 0,1 1 0,0 0 0,-1-1 0,0 1 0,-3-2 0,3 2 0,-1-1 0,0 1 0,1 0 0,-1 1 0,0-1 0,0 1 0,0-1 0,0 1 0,0 1 0,-1-1 0,1 0 0,0 1 0,0 0 0,0 0 0,-1 0 0,-3 1 0,-10 4 0,1 0 0,0 1 0,0 0 0,0 2 0,1 0 0,-27 18 0,30-17 0,0 1 0,1 0 0,0 1 0,1 0 0,0 0 0,1 1 0,1 1 0,-11 16 0,17-24 0,0 1 0,1 0 0,0 0 0,0 0 0,0 0 0,1 0 0,0 0 0,0 0 0,0 9 0,1-13 0,0 0 0,0 0 0,0 0 0,0 0 0,0 0 0,1 0 0,-1 0 0,1-1 0,-1 1 0,1 0 0,0 0 0,-1-1 0,1 1 0,0 0 0,0-1 0,0 1 0,1-1 0,-1 1 0,0-1 0,1 1 0,-1-1 0,0 0 0,1 0 0,0 0 0,-1 0 0,1 0 0,0 0 0,-1 0 0,1 0 0,0-1 0,0 1 0,0-1 0,2 1 0,23 1 0,0-1 0,35-3 0,-11 0 0,-40 2 0,0 0 0,-1 0 0,1-1 0,-1-1 0,0 0 0,1 0 0,-1-1 0,0-1 0,0 1 0,-1-2 0,19-9 0,3-7 0,-1-1 0,-1-2 0,0-1 0,-2-1 0,42-52 0,21-25 0,-60 73 0,38-52 0,-31 29 0,-57 73 0,-23 18 0,-2 1 0,23-18 0,-121 123 0,123-121 0,1 1 0,1 0 0,2 1 0,-24 48 0,32-55 0,-3 4 0,1 1 0,1 0 0,1 1 0,-8 35 0,16-57-45,0-1-1,0 0 1,-1 0-1,1 0 1,0 0-1,0 0 1,0 0-1,0 1 1,1-1-1,-1 0 1,0 0-1,0 0 1,1 0-1,-1 0 1,1 0-1,-1 0 1,1 0-1,-1 0 1,1 0-1,-1 0 1,1 0-1,0 0 1,0 0-1,-1-1 0,1 1 1,0 0-1,0 0 1,0-1-1,2 2 1,7 2-6781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4T01:43:40.8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182 167 24575,'65'1'0,"70"-2"0,-132 0 0,1 1 0,0-1 0,-1 0 0,1 0 0,0 0 0,-1 0 0,0-1 0,1 1 0,-1-1 0,0 0 0,0 0 0,0 0 0,0 0 0,0-1 0,0 1 0,-1-1 0,1 0 0,-1 0 0,4-4 0,-2-1 0,1-1 0,-2 1 0,1 0 0,-1-1 0,0 0 0,2-15 0,-4 22 0,-1 1 0,0-1 0,0 1 0,1-1 0,-1 1 0,0-1 0,-1 0 0,1 1 0,0-1 0,0 1 0,-1-1 0,1 1 0,0-1 0,-1 1 0,0 0 0,1-1 0,-1 1 0,0-1 0,-1-1 0,0 1 0,0 1 0,0-1 0,1 1 0,-1-1 0,0 1 0,0 0 0,-1 0 0,1 0 0,0 0 0,0 0 0,-4 0 0,-4-1 0,1 1 0,-1 0 0,0 0 0,1 1 0,-15 2 0,7 1 0,0 0 0,0 1 0,0 1 0,0 1 0,1 0 0,-19 10 0,9-2 0,-1 2 0,-41 32 0,56-38 0,0 1 0,1 0 0,0 0 0,1 1 0,0 0 0,1 1 0,0 0 0,-9 21 0,16-31 0,1 1 0,-1 1 0,1-1 0,0 0 0,0 0 0,1 0 0,-1 1 0,1-1 0,0 0 0,0 0 0,0 1 0,1-1 0,-1 0 0,1 0 0,0 0 0,2 5 0,-2-6 0,1-1 0,-1 1 0,1-1 0,0 1 0,-1-1 0,1 1 0,0-1 0,0 0 0,0 0 0,1 0 0,-1 0 0,1-1 0,-1 1 0,1 0 0,-1-1 0,1 0 0,0 0 0,-1 0 0,1 0 0,0 0 0,0 0 0,0-1 0,5 1 0,29 1 0,-1-2 0,41-4 0,-70 3-227,0 0-1,0 0 1,0-1-1,0 0 1,7-3-1,0-2-6598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4T01:43:41.8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24575,'2'1'0,"-1"-1"0,0 1 0,1 0 0,-1 0 0,0 0 0,0 0 0,0 0 0,0 1 0,0-1 0,0 0 0,0 1 0,0-1 0,0 0 0,-1 1 0,1-1 0,-1 1 0,1-1 0,0 3 0,2 4 0,18 36 0,21 66 0,-33-82 0,-5-17-455,0-1 0,10 19 0,-8-21-6371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4T01:43:42.7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230 0 24575,'-9'3'0,"-5"3"0,-3 2 0,-2 1 0,0 2 0,0 3 0,1 1 0,0-2 0,4 0 0,1-3 0,0 1 0,-1 0 0,0 1 0,-1 2 0,2-1-8191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6T00:20:09.6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86 24575,'0'0'0,"0"0"0,0 0 0,0 0 0,-1 1 0,1-1 0,0 0 0,0 0 0,0 0 0,-1 0 0,1 0 0,0 0 0,0 0 0,-1 0 0,1 0 0,0 0 0,0 0 0,0 0 0,-1 0 0,1 0 0,0 0 0,0 0 0,-1 0 0,1 0 0,0-1 0,0 1 0,0 0 0,-1 0 0,1 0 0,0 0 0,0 0 0,0 0 0,0-1 0,-1 1 0,1 0 0,0 0 0,0 0 0,0-1 0,0 1 0,0 0 0,0 0 0,0 0 0,-1-1 0,1 1 0,0 0 0,0 0 0,0 0 0,0-1 0,0 1 0,0 0 0,0 0 0,0-1 0,0 1 0,0 0 0,0 0 0,0 0 0,0-1 0,1 1 0,-1 0 0,0 0 0,0 0 0,0-1 0,0 1 0,0 0 0,1-1 0,0 0 0,0 0 0,-1 0 0,1 1 0,0-1 0,0 0 0,0 1 0,0-1 0,0 0 0,0 1 0,0 0 0,2-1 0,11-2 0,1 1 0,0 1 0,28 0 0,-29 2 0,1-1 0,-1-1 0,1 0 0,18-5 0,89-20 0,-105 23 0,0 1 0,35 0 0,-36 2 0,0-1 0,0 0 0,26-6 0,-17 2-273,0 1 0,1 1 0,0 1 0,29 3 0,-37-1-6553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6T00:20:10.8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24575,'640'0'-1365,"-621"0"-5461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6T00:20:17.9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24575,'1175'0'0,"-1162"1"0,1 0 0,-1 1 0,16 4 0,-14-2 0,29 3 0,214-5 0,-132-4 0,599 2-1365,-707 0-5461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6T00:20:19.6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56 24575,'0'-1'0,"0"1"0,1-1 0,-1 0 0,0 0 0,0 1 0,1-1 0,-1 0 0,1 1 0,-1-1 0,0 0 0,1 1 0,-1-1 0,1 1 0,0-1 0,-1 1 0,1-1 0,-1 1 0,1-1 0,0 1 0,-1 0 0,1-1 0,0 1 0,-1 0 0,1-1 0,0 1 0,1 0 0,23-5 0,-23 5 0,56-4 0,77 4 0,-49 2 0,896-2 0,-969-1 0,1 0 0,-1-1 0,16-5 0,-14 4 0,29-4 0,-7 6-34,-25 1-232,1 0 0,-1-1 0,0 0-1,20-5 1,-18 2-6560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6T00:20:23.0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25 24575,'26'0'0,"-1"-1"0,0-1 0,36-8 0,-27 5 0,0 1 0,0 2 0,64 3 0,-28 1 0,827-2 0,-881 1 0,0 0 0,28 8 0,-26-5 0,-1-1 0,21 1 0,3-5 0,-26 1 0,0 0 0,0 0 0,0 2 0,25 5 0,-21-3-341,0-1 0,0 0-1,38 0 1,-39-3-6485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6T01:14:45.3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24575,'748'0'-1365,"-730"0"-5461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6T01:14:49.2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0 130 24575,'83'1'0,"92"-3"0,-124-8 0,-38 7 0,0 0 0,17-1 0,35 4 0,-48 0 0,1 1 0,0-2 0,0 0 0,29-7 0,76-19 0,-103 23 0,0 1 0,0 1 0,38 1 0,-36 2 0,0-2 0,43-6 0,-37 3 0,58-3 0,-30 4 0,-3-7 0,-39 7 0,27-3 0,7 3 0,-12 2 0,50-9 0,-22 3-1365,-46 6-5461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4T09:18:15.2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391 1 24575,'-23'0'0,"0"0"0,0 2 0,-34 6 0,41-5 0,-1-1 0,-26 1 0,26-3 0,-1 1 0,-18 4 0,-7 6 313,27-6-1152,-29 5 0,31-9-5987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4T09:18:16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4T09:18:23.5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24575,'1'0'0,"1"0"0,-1 0 0,1 1 0,-1-1 0,1 1 0,-1-1 0,1 1 0,-1-1 0,0 1 0,1 0 0,-1-1 0,0 1 0,0 0 0,0 0 0,1 0 0,-1 0 0,0 0 0,0 0 0,0 0 0,-1 1 0,1-1 0,0 0 0,0 1 0,-1-1 0,1 0 0,0 1 0,-1-1 0,0 1 0,1-1 0,-1 0 0,1 4 0,0 5 0,0 0 0,0 0 0,-2 17 0,1-16 0,-2 1129 0,3-641 0,2-469-1365,0-19-5461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4T09:21: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1806 0 24575,'-682'0'0,"665"1"0,0 1 0,-19 4 0,17-3 0,-28 2 0,-358-4 0,196-2 0,192 2 0,0 1 0,0 1 0,-30 8 0,28-6 0,1-1 0,-34 4 0,21-5 87,-57 13 0,33-5-1626,43-8-5287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4T09:21:36.0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6T01:15:26.9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6T01:15:58.7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23 24575,'405'-1'80,"202"2"-7581,-102-1 6731,-443 1 1562,17 0 5577,-28-4-5339,1-7-1030,-39 7 0,0 0 0,17-1 0,185 2 0,-111 3 0,-88 0 0,1 1 0,27 6 0,-27-4 0,1-1 0,19 1 0,-1-3 0,57 11 0,-67-9 0,41 1 0,-43-3 0,1 1 0,25 4 0,1 2 0,0-3 0,0-2 0,69-5 0,-30 1 0,315 1 0,-388 1 0,-1 1 0,28 6 0,-27-4 0,1-1 0,19 1 0,113-5-1365,-132 1-5461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6T01:16:06.1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68 537 24575,'0'322'0,"0"-308"0,-2-1 0,0 0 0,-4 16 0,2-13 0,-2 27 0,4 187 0,3-118 0,-1-103 0,1 0 0,0 1 0,0-1 0,1 0 0,0 1 0,1-1 0,0 0 0,1-1 0,-1 1 0,2 0 0,-1-1 0,6 8 0,7 6 0,1 0 0,36 32 0,-47-47 0,2 1 0,1 0 0,18 10 0,-1 1 0,-16-11 0,1-1 0,0 0 0,0-1 0,1 0 0,-1-1 0,1 0 0,0-1 0,0-1 0,1 0 0,-1 0 0,1-2 0,0 1 0,17-2 0,-14 0 0,-1 1 0,1 1 0,28 6 0,-20-4 0,-1-1 0,1-1 0,48-3 0,27 2 0,-48 9 0,-39-6 0,1-2 0,15 2 0,105-2 0,-76-3 0,-45 0 0,1 0 0,-1-2 0,15-3 0,-12 3 0,28-4 0,-15 5 0,-3 1 0,0-1 0,29-6 0,-33 2 0,1 0 0,-1-1 0,24-12 0,-36 15 0,1 0 0,20-4 0,0 0 0,118-34 0,-126 33 0,42-21 0,9-3 0,-33 16 0,42-24 0,-4 2 0,-25 17 0,-32 15 0,37-20 0,1-4 0,-31 16 0,48-31 0,-24 9 0,-27 21 0,-1-2 0,30-27 0,-49 40 0,0 0 0,1 0 0,0 1 0,0 0 0,14-6 0,-15 7 0,0 0 0,0 0 0,0 0 0,0 0 0,0-1 0,-1 0 0,0 0 0,1-1 0,7-9 0,-7 5 0,-1 0 0,7-15 0,8-14 0,-16 32 0,0-2 0,-1 1 0,0 0 0,0-1 0,-1 1 0,0-1 0,0 0 0,-1 0 0,1-12 0,6-30 0,-3 27 0,-1 0 0,-1 0 0,-1-1 0,-2 1 0,-3-41 0,1 47 0,-8-26 0,3 15 0,-15-57 0,17 65 0,-1 0 0,0 0 0,-2 0 0,0 1 0,-1 0 0,-19-29 0,24 41 0,-4-5 0,-17-22 0,21 31 0,0-1 0,0 0 0,0 1 0,0 0 0,0 0 0,-1 0 0,1 0 0,-9-3 0,-89-42-420,71 36-613,-42-10 0,26 9 1418,-98-23 1630,88 23-1929,-62-8-86,58 15-89,45 5-164,1 0 0,-1-1 0,-18-5 0,-89-20 437,104 24 311,-35-3 0,33 5-531,-25-5-1,-6-2 37,-1 3 0,1 2 0,-64 5 0,25 0 0,16-4 0,-85 4 0,144 1 0,-1 0 0,1 2 0,0 0 0,0 0 0,-23 12 0,-10 4 0,24-12 0,-38 9 0,-7 1 0,52-13 0,0-1 0,0-1 0,0 0 0,-30 1 0,30-3 0,0 0 0,1 2 0,-1 0 0,1 0 0,0 2 0,0 0 0,-26 14 0,-2-2 0,32-13 0,0 0 0,0 1 0,0 0 0,-12 8 0,-22 17 0,26-19 0,2 2 0,-1 0 0,-20 21 0,30-26 0,0 2 0,1-1 0,0 1 0,-9 17 0,14-21 0,1 0 0,0 1 0,0-1 0,0 1 0,1 0 0,0-1 0,1 1 0,0 0 0,0 9 0,0 3 0,-1-8 0,2 0 0,-1 0 0,2 0 0,-1 1 0,2-1 0,0 0 0,0 0 0,5 13 0,-6-23 0,1 1 0,-1 0 0,1-1 0,0 1 0,0-1 0,0 0 0,0 0 0,0 0 0,0 0 0,1 0 0,3 2 0,32 16 0,-1-1 0,-12-7-77,-19-9 108,-1-1 1,1 1-1,-1 0 0,0 0 0,8 6 1,-13-9-73,1 1 0,0 0 0,0 0 0,-1 0 0,1-1 0,-1 1 0,1 0 0,0 0 0,-1 0 0,0 0 0,1 0 0,-1 0 0,0 0 0,1 0 0,-1 0 0,0 0 0,0 0 0,0 0 0,0 1 0,0-1 0,0 0 0,0 0 0,0 0 0,0 0 0,-1 0 0,1 0 0,0 0 0,-1 0 0,1 0 0,-1 0 0,1 0 0,-1 0 0,1 0 0,-1 0 0,-1 1 0,-5 7-6785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6T01:19:20.2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6T01:15:30.1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504 1 24575,'-61'-1'0,"-70"3"0,115 1 0,-1 0 0,1 1 0,-1 1 0,1 0 0,-17 9 0,30-12 0,1-1 0,-1 1 0,1 0 0,0 0 0,-1-1 0,1 1 0,0 1 0,0-1 0,0 0 0,1 0 0,-1 1 0,0-1 0,1 1 0,0-1 0,-1 1 0,1 0 0,0 0 0,0-1 0,1 1 0,-1 0 0,0 5 0,0 7 0,0 0 0,1-1 0,2 18 0,-1-7 0,-1-19 0,1-1 0,-1 1 0,1-1 0,1 1 0,-1 0 0,1-1 0,-1 0 0,1 1 0,1-1 0,-1 0 0,4 5 0,2 0 0,0 0 0,1 0 0,16 14 0,-6-6 0,-1 0 0,0 2 0,-1 0 0,-2 0 0,22 38 0,-28-44 0,17 21 0,-21-29 0,1 1 0,-1 0 0,0-1 0,-1 2 0,0-1 0,0 0 0,-1 1 0,1 0 0,-2 0 0,1 0 0,2 13 0,-5-20 0,2 16 0,-1-1 0,-2 27 0,1-39 0,-1 0 0,1 0 0,-1 0 0,0 0 0,0-1 0,0 1 0,0 0 0,-1-1 0,0 1 0,1-1 0,-1 0 0,0 1 0,-1-1 0,1 0 0,-1 0 0,1 0 0,-4 2 0,-20 14 0,9-7 0,-25 22 0,38-30 0,-1 0 0,-1 0 0,1 0 0,0-1 0,-1 0 0,0 0 0,-9 3 0,-47 11 0,20-7 0,20-5 0,0-1 0,0-1 0,0-2 0,-1 0 0,-24-2 0,34 0 0,18 3 0,0-1 0,0 1 0,0 0 0,-1 0 0,1 1 0,0-1 0,-1 1 0,0 0 0,0 1 0,5 3 0,-2-1 0,0 0 0,0 1 0,-1 0 0,0 0 0,0 0 0,5 10 0,-4-2 0,0 1 0,0 0 0,-2 0 0,6 26 0,-3-5 0,-4-26 0,-1 0 0,-1 1 0,0-1 0,-1 1 0,0-1 0,0 1 0,-1 0 0,-1-1 0,-2 15 0,-4 6 0,2 0 0,1 0 0,2 0 0,1 36 0,1-55 0,0 1 0,1-1 0,1 0 0,0 0 0,1 0 0,0-1 0,1 1 0,0-1 0,7 14 0,-9-24 0,0 1 0,0-1 0,0 1 0,1-1 0,-1 0 0,1 0 0,-1 0 0,1 0 0,-1-1 0,1 1 0,0 0 0,0-1 0,0 0 0,0 0 0,0 0 0,0 0 0,0 0 0,1-1 0,4 1 0,9 0 0,0 0 0,26-4 0,-16 2 0,-5 1 0,1 2 0,32 6 0,-30-4 0,42 3 0,-25-8-1365,-23 1-5461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6T01:15:31.9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1029 1515 24575,'-23'0'0,"0"1"0,-1 1 0,-42 9 0,34-6 0,0-1 0,0-1 0,-1-2 0,-38-3 0,1 0 0,58 2 0,1-1 0,0 0 0,0 0 0,0-1 0,0-1 0,1 0 0,-1 0 0,1-1 0,-14-7 0,14 7 0,1 1 0,-1 0 0,1 1 0,-17-3 0,-14-3 0,30 6 0,0-1 0,0-1 0,1 1 0,-1-2 0,1 1 0,0-2 0,0 1 0,0-1 0,-14-12 0,13 8 0,0-1 0,1 1 0,0-2 0,1 1 0,0-1 0,-10-22 0,10 20 0,0 1 0,-13-15 0,-4-5 0,16 19 0,3 5 0,0 0 0,0-1 0,-8-18 0,11 19 0,-2 1 0,1-1 0,-1 1 0,0 0 0,-9-10 0,1 0 0,8 11 0,1 0 0,0 0 0,0 0 0,1-1 0,0 1 0,-3-15 0,-5-49 0,2 12 0,2 7 0,2-1 0,2 1 0,5-63 0,-1 23 0,-1 67 0,-1 10 0,1-1 0,1 1 0,3-21 0,-3 32 0,0 0 0,0 0 0,0 0 0,0 1 0,1-1 0,0 0 0,-1 1 0,1 0 0,1-1 0,-1 1 0,0 0 0,1 0 0,0 0 0,-1 0 0,1 1 0,0-1 0,1 1 0,2-3 0,14-6 0,4-2 0,0-1 0,-1-2 0,38-31 0,-41 29 0,43-27 0,-9 6 0,19-9 0,-58 39 0,-3 3 0,0 1 0,0 0 0,0 1 0,1 0 0,13-1 0,-16 2 0,81-12 0,-75 11 128,1 1 0,-1 1 0,22 0-1,4-1-1021,0-4-4376,-20 2 5496,0 1 0,1 1 1,23 0-1,71 4 5096,-39 1-5896,-58-2 574,0-1 0,0-1 0,35-8 0,-20 4-1365,-18 4-5461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6T01:15:33.5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24575,'45'-1'0,"-25"0"0,1 1 0,0 0 0,-1 2 0,37 6 0,-43-4 0,27 1 0,-32-5 0,-1 1 0,1 0 0,-1 1 0,1-1 0,-1 2 0,0-1 0,0 1 0,11 6 0,45 26 0,10 6 0,-72-40 0,-1 0 0,1 0 0,0 0 0,0 1 0,-1-1 0,1 1 0,0-1 0,-1 1 0,0 0 0,1 0 0,-1 0 0,0-1 0,0 1 0,0 0 0,0 0 0,0 1 0,-1-1 0,1 0 0,0 0 0,-1 0 0,0 0 0,1 1 0,-1-1 0,0 0 0,0 0 0,-1 0 0,1 1 0,0-1 0,-1 0 0,1 0 0,-1 0 0,0 0 0,1 1 0,-1-1 0,0 0 0,0 0 0,-2 2 0,-5 7 0,0 0 0,0-1 0,-1 0 0,-19 17 0,20-20 0,-27 29 0,19-19 0,-17 15 0,7-9 0,19-16 0,0-1 0,-1 1 0,1-1 0,-1-1 0,0 0 0,-17 9 0,12-9-455,1 1 0,-18 12 0,18-11-6371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6T01:15:35.2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22 24575,'684'0'0,"-679"0"-124,0 0 0,0 0 0,0 0 0,0-1 0,0 0 0,0 0-1,0 0 1,-1-1 0,1 1 0,6-4 0,2-4-6702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6T01:15:36.8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 24575,'0'-3'0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6T01:19:24.9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25 24575,'1623'0'0,"-1610"-1"0,-1 0 0,1-1 0,18-5 0,-17 3 0,1 1 0,15-1 0,214 2 0,-125 3 0,478-1-1365,-579 0-5461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6T01:19:45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6T01:19:53.5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24575,'0'0'-8191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6T01:20:17.7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24575,'75'-1'0,"81"2"0,-111 7 0,-33-5 0,0-1 0,18 2 0,373-3 0,-195-3 0,138 2 0,-329 1 0,-1 1 0,20 4 0,-19-3 0,29 2 0,368-4 0,-201-2 0,249 1 0,-447 1 0,-1 0 0,1 2 0,0-1 0,18 7 0,-18-4 0,0-1 0,0-1 0,29 2 0,-26-3 0,1 0 0,-1 1 0,20 6 0,-18-4 0,-1 0 0,30 1 0,6 2 0,-40-4 0,30 1 0,-28-5 0,0 1 0,0 1 0,22 5 0,-4 1 0,1-2 0,0-1 0,65 0 0,-85-4 0,0 0 0,21 5 0,-19-3 0,27 2 0,226-4 0,-130-2 0,-128 1 0,-1 2 0,22 4 0,-20-3 0,-1-1 0,16 1 0,165-2 0,-91-2 0,-89 2 0,-1 0 0,0 2 0,0-1 0,20 8 0,-19-6 0,1 0 0,-1-1 0,22 2 0,194-4 0,-113-2 0,-108 0 0,1 0 0,0-1 0,-1 0 0,1 0 0,16-7 0,-17 5 0,1 1 0,0 0 0,0 1 0,0 0 0,14-1 0,425 3 0,-204 1 0,-244-1 0,21 0 0,-1 0 0,1-2 0,34-6 0,-20 0 0,1 2 0,0 1 0,61 1 0,-85 3 0,0 0 0,-1-1 0,1-1 0,24-7 0,-23 5 0,0 2 0,0-1 0,21-1 0,-13 3 0,0-2 0,25-6 0,-28 5 0,0 1 0,1 0 0,28 0 0,431 5 0,-463-2 0,1-1 0,18-4 0,-17 3 0,28-2 0,159 5 0,-97 0 0,-102 0-227,1 0-1,-1-1 1,0 0-1,0 0 1,6-2-1,-2-1-6598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6T01:20:28.0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24575,'0'4'0,"1"1"0,-1-1 0,1 0 0,0 1 0,1-1 0,-1 0 0,1 1 0,-1-1 0,5 7 0,27 36 0,-4-7 0,-13-12 0,-1-3 0,-1 1 0,-1 1 0,11 33 0,-17-36 0,-2-6 0,12 28 0,-7-22-341,-1 0 0,-1 0-1,6 27 1,-12-38-6485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6T01:20:31.6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0 101 24575,'70'1'0,"75"-3"0,-101-5 0,-31 4 0,-1 0 0,18 0 0,372 2 0,-195 3 0,471-2 0,-660-2 0,1 1 0,23-7 0,-6 2 0,-14 1 0,0 0 0,-1-2 0,22-8 0,-27 8 0,1 0 0,-1 2 0,1 0 0,0 1 0,1 1 0,20-1 0,193 5 0,-221-1 0,0 1 0,-1 1 0,1 0 0,-1 0 0,16 7 0,-13-5 0,-1-1 0,0 1 0,15 0 0,22 5 0,-33-6 0,1 0 0,19 0 0,-14-1 0,30 5 0,-31-3 0,36 1 0,-33-4 0,0-2 0,0 0 0,-1-1 0,27-6 0,33-10 0,-69 16 0,0 0 0,0 1 0,14 0 0,-15 2 0,0-2 0,0 0 0,22-4 0,-7-1 0,1 3 0,0 0 0,1 1 0,47 4 0,-10 0 0,9-3 0,83 2 0,-86 8 0,-45-6 0,37 2 0,1073-6 0,-1124 2 0,-1 0 0,23 6 0,-22-4 0,0-1 0,17 1 0,-21-3 0,10 1 0,-1 0 0,1 0 0,21 6 0,-14-2 0,0-2 0,0-1 0,0-1 0,34-3 0,1 0 0,664 2 0,-714 1 0,-1 0 0,1 0 0,11 4 0,24 3 0,19 1 0,-42-6 0,37 3 0,1012-7 0,-1060 0 0,1 0 0,21-5 0,-20 3 0,-1 0 0,16 0 0,374 2 0,-195 3 0,-190-3 0,1 2 0,0 0 0,30 7 0,-43-6 0,-2-1 0,1 0 0,0 0 0,-1 0 0,1 1 0,-1 0 0,8 4 0,-11-5 0,1 0 0,-1 1 0,0-1 0,0 0 0,0 1 0,1-1 0,-1 1 0,-1-1 0,1 1 0,0 0 0,0-1 0,-1 1 0,1 0 0,-1-1 0,1 1 0,-1 0 0,0 0 0,1 0 0,-1-1 0,0 1 0,-1 3 0,0 2 0,0 0 0,0 0 0,-1 0 0,0 0 0,0-1 0,-6 13 0,5-12 0,0 0 0,0 0 0,1 0 0,0 0 0,0 0 0,-1 9 0,2 38 0,2-36 0,-2 0 0,0 0 0,-6 30 0,4-37 0,-18 86 0,14-61 0,4-22 0,1 0 0,-2 21 0,3-11 0,-1 0 0,-5 27 0,-2-13 0,5-19 0,0 0 0,-3 37 0,7-53 0,0-1 0,0 1 0,0-1 0,0 1 0,-1-1 0,1 1 0,-1-1 0,0 1 0,0-1 0,0 1 0,0-1 0,0 0 0,-2 3 0,1-3 0,1-1 0,-1 1 0,0-1 0,1 0 0,-1 0 0,0 0 0,0 0 0,0 0 0,0 0 0,0 0 0,0-1 0,0 1 0,0-1 0,0 1 0,0-1 0,0 0 0,-3 0 0,-15 1 0,0-1 0,-1-1 0,1-1 0,-40-9 0,34 7 0,0 1 0,0 1 0,0 1 0,-33 3 0,-2 0 0,-54-2-1365,100 0-5461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4T09:15:47.2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4T09:15:51.9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24575,'60'-1'0,"63"3"0,-59 6 0,-32-4 0,37 1 0,22 3 0,0 1 0,-70-8 0,30 5 0,12 2 0,322-6 0,-196-4 0,569 2-1365,-744 0-5461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4T09:15:58.9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35 24575,'530'0'0,"-512"1"0,34 6 0,-32-4 0,28 2 0,76-6 0,48 2 0,-114 8 0,-42-6 0,1-1 0,18 1 0,-8-3 0,0 2 0,34 5 0,-20-1 0,0-3 0,1-1 0,41-4 0,-7 0 0,1670 2 0,-1725-1 0,39-8 0,-23 4 0,48-10 0,-43 7 0,76-4 0,-8 3 0,9 1 0,1263 7 0,-632 2 0,-717-2 0,32-6 0,30-2 0,1161 10 0,-1243 0 0,-1 0 0,23 5 0,-22-3 0,0-1 0,16 2 0,61-4 0,-49-1 0,0 1 0,67 11 0,-84-8 0,0-1 0,26 0 0,-26-2 0,46 6 0,62 7 0,-43-6 0,7 0 0,107-6 0,-89-3 0,902 2 0,-995-1 0,36-6 0,-36 3 0,35-1 0,257 6 0,-296-2 0,-1 0 0,19-5 0,-17 2 0,28-1 0,54 7 0,-51-1 0,49-4 0,-54-5 0,-32 5 0,-1 1 0,21-2 0,341 3 0,-182 2 0,428-1-6784,-596 1 8211,1 2 1,26 5-1,-39-6-1421,2 0-5701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24T12:40:58.2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0 138 24575,'650'0'0,"-633"1"0,0 0 0,19 6 0,-17-4 0,28 2 0,-19-4 0,46 8 0,-51-6 0,0-1 0,30-1 0,-32-1 0,1 0 0,41 7 0,-22 0 0,1-3 0,-1-1 0,63-5 0,-25 1 0,653 1 0,-721-1 0,0 0 0,0-1 0,12-3 0,24-3 0,3 0 0,2-1 0,17 0 0,-45 5 0,37-1 0,-45 4 0,-1 0 0,18-5 0,22-2 0,1 0 0,-41 4 0,0 2 0,18-1 0,47-6 0,-54 5 0,38-1 0,-51 5 0,1-2 0,21-4 0,-21 3 0,29-2 0,8 5 0,-29 0 0,1 0 0,-1-1 0,38-8 0,-32 5 0,-1 0 0,1 2 0,0 2 0,30 2 0,5-1 0,-45-2 0,1 0 0,21-6 0,-22 3 0,1 2 0,20-1 0,-37 3 0,18 0 0,0-1 0,0-1 0,28-5 0,-30 4 0,0 1 0,0 0 0,37 3 0,16-2 0,-25-7 0,-33 5 0,0 0 0,17 0 0,297 2 81,-160 2-1527,-152-1-5380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A6D457-D595-D74A-B943-9BE89BF18156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A9FDB8-D5FC-364C-AEB4-B7B4513895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34968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81842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72760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1051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63723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56362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28940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15598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4504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67217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29874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804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97445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5309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 flipV="1">
            <a:off x="0" y="6487888"/>
            <a:ext cx="12192000" cy="370112"/>
            <a:chOff x="0" y="-40730"/>
            <a:chExt cx="12192000" cy="370112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-40730"/>
              <a:ext cx="12192000" cy="37011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0" y="-40730"/>
              <a:ext cx="12192000" cy="285614"/>
            </a:xfrm>
            <a:prstGeom prst="rect">
              <a:avLst/>
            </a:prstGeom>
            <a:solidFill>
              <a:srgbClr val="005C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</p:grpSp>
      <p:sp>
        <p:nvSpPr>
          <p:cNvPr id="96" name="菱形 95"/>
          <p:cNvSpPr/>
          <p:nvPr userDrawn="1"/>
        </p:nvSpPr>
        <p:spPr>
          <a:xfrm>
            <a:off x="600451" y="370197"/>
            <a:ext cx="372167" cy="372166"/>
          </a:xfrm>
          <a:prstGeom prst="diamond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005C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97" name="菱形 96"/>
          <p:cNvSpPr/>
          <p:nvPr userDrawn="1"/>
        </p:nvSpPr>
        <p:spPr>
          <a:xfrm>
            <a:off x="356797" y="312627"/>
            <a:ext cx="487308" cy="487307"/>
          </a:xfrm>
          <a:prstGeom prst="diamond">
            <a:avLst/>
          </a:prstGeom>
          <a:solidFill>
            <a:srgbClr val="005CA2"/>
          </a:solidFill>
          <a:ln>
            <a:solidFill>
              <a:srgbClr val="004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0" hasCustomPrompt="1"/>
          </p:nvPr>
        </p:nvSpPr>
        <p:spPr>
          <a:xfrm>
            <a:off x="1078230" y="357505"/>
            <a:ext cx="5685155" cy="4419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005CA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74146-AD47-D54A-ADAE-EACD76BE342A}" type="datetimeFigureOut">
              <a:rPr lang="en-US" smtClean="0"/>
              <a:t>11/2/2023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251F9-74DE-384F-8BBE-4068C9F0724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12.xml"/><Relationship Id="rId7" Type="http://schemas.openxmlformats.org/officeDocument/2006/relationships/customXml" Target="../ink/ink1.xml"/><Relationship Id="rId12" Type="http://schemas.openxmlformats.org/officeDocument/2006/relationships/image" Target="../media/image4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1.png"/><Relationship Id="rId11" Type="http://schemas.openxmlformats.org/officeDocument/2006/relationships/customXml" Target="../ink/ink3.xml"/><Relationship Id="rId5" Type="http://schemas.openxmlformats.org/officeDocument/2006/relationships/notesSlide" Target="../notesSlides/notesSlide4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12.xml"/><Relationship Id="rId9" Type="http://schemas.openxmlformats.org/officeDocument/2006/relationships/customXml" Target="../ink/ink2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0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9" Type="http://schemas.openxmlformats.org/officeDocument/2006/relationships/image" Target="../media/image18.png"/><Relationship Id="rId21" Type="http://schemas.openxmlformats.org/officeDocument/2006/relationships/image" Target="../media/image9.png"/><Relationship Id="rId34" Type="http://schemas.openxmlformats.org/officeDocument/2006/relationships/customXml" Target="../ink/ink17.xml"/><Relationship Id="rId7" Type="http://schemas.openxmlformats.org/officeDocument/2006/relationships/image" Target="../media/image5.png"/><Relationship Id="rId12" Type="http://schemas.openxmlformats.org/officeDocument/2006/relationships/customXml" Target="../ink/ink6.xml"/><Relationship Id="rId17" Type="http://schemas.openxmlformats.org/officeDocument/2006/relationships/image" Target="../media/image7.png"/><Relationship Id="rId25" Type="http://schemas.openxmlformats.org/officeDocument/2006/relationships/image" Target="../media/image11.png"/><Relationship Id="rId33" Type="http://schemas.openxmlformats.org/officeDocument/2006/relationships/image" Target="../media/image15.png"/><Relationship Id="rId38" Type="http://schemas.openxmlformats.org/officeDocument/2006/relationships/customXml" Target="../ink/ink19.xml"/><Relationship Id="rId2" Type="http://schemas.openxmlformats.org/officeDocument/2006/relationships/tags" Target="../tags/tag14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13.png"/><Relationship Id="rId1" Type="http://schemas.openxmlformats.org/officeDocument/2006/relationships/tags" Target="../tags/tag13.xml"/><Relationship Id="rId6" Type="http://schemas.microsoft.com/office/2018/10/relationships/comments" Target="../comments/modernComment_1B3_3C8CC93.xml"/><Relationship Id="rId11" Type="http://schemas.openxmlformats.org/officeDocument/2006/relationships/image" Target="../media/image44.png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37" Type="http://schemas.openxmlformats.org/officeDocument/2006/relationships/image" Target="../media/image17.png"/><Relationship Id="rId40" Type="http://schemas.openxmlformats.org/officeDocument/2006/relationships/image" Target="../media/image19.png"/><Relationship Id="rId5" Type="http://schemas.openxmlformats.org/officeDocument/2006/relationships/notesSlide" Target="../notesSlides/notesSlide5.xml"/><Relationship Id="rId15" Type="http://schemas.openxmlformats.org/officeDocument/2006/relationships/image" Target="../media/image6.png"/><Relationship Id="rId23" Type="http://schemas.openxmlformats.org/officeDocument/2006/relationships/image" Target="../media/image10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10" Type="http://schemas.openxmlformats.org/officeDocument/2006/relationships/customXml" Target="../ink/ink5.xml"/><Relationship Id="rId19" Type="http://schemas.openxmlformats.org/officeDocument/2006/relationships/image" Target="../media/image8.png"/><Relationship Id="rId31" Type="http://schemas.openxmlformats.org/officeDocument/2006/relationships/image" Target="../media/image14.png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310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12.png"/><Relationship Id="rId30" Type="http://schemas.openxmlformats.org/officeDocument/2006/relationships/customXml" Target="../ink/ink15.xml"/><Relationship Id="rId35" Type="http://schemas.openxmlformats.org/officeDocument/2006/relationships/image" Target="../media/image16.png"/><Relationship Id="rId8" Type="http://schemas.openxmlformats.org/officeDocument/2006/relationships/customXml" Target="../ink/ink4.xml"/><Relationship Id="rId3" Type="http://schemas.openxmlformats.org/officeDocument/2006/relationships/tags" Target="../tags/tag1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customXml" Target="../ink/ink23.xml"/><Relationship Id="rId3" Type="http://schemas.openxmlformats.org/officeDocument/2006/relationships/tags" Target="../tags/tag18.xml"/><Relationship Id="rId7" Type="http://schemas.openxmlformats.org/officeDocument/2006/relationships/customXml" Target="../ink/ink20.xml"/><Relationship Id="rId12" Type="http://schemas.openxmlformats.org/officeDocument/2006/relationships/image" Target="../media/image23.png"/><Relationship Id="rId2" Type="http://schemas.openxmlformats.org/officeDocument/2006/relationships/tags" Target="../tags/tag17.xml"/><Relationship Id="rId16" Type="http://schemas.openxmlformats.org/officeDocument/2006/relationships/image" Target="../media/image25.png"/><Relationship Id="rId1" Type="http://schemas.openxmlformats.org/officeDocument/2006/relationships/tags" Target="../tags/tag16.xml"/><Relationship Id="rId6" Type="http://schemas.openxmlformats.org/officeDocument/2006/relationships/image" Target="../media/image20.png"/><Relationship Id="rId11" Type="http://schemas.openxmlformats.org/officeDocument/2006/relationships/customXml" Target="../ink/ink22.xml"/><Relationship Id="rId5" Type="http://schemas.openxmlformats.org/officeDocument/2006/relationships/notesSlide" Target="../notesSlides/notesSlide6.xml"/><Relationship Id="rId15" Type="http://schemas.openxmlformats.org/officeDocument/2006/relationships/customXml" Target="../ink/ink24.xml"/><Relationship Id="rId10" Type="http://schemas.openxmlformats.org/officeDocument/2006/relationships/image" Target="../media/image22.png"/><Relationship Id="rId4" Type="http://schemas.openxmlformats.org/officeDocument/2006/relationships/slideLayout" Target="../slideLayouts/slideLayout12.xml"/><Relationship Id="rId9" Type="http://schemas.openxmlformats.org/officeDocument/2006/relationships/customXml" Target="../ink/ink21.xml"/><Relationship Id="rId1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tags" Target="../tags/tag21.xml"/><Relationship Id="rId7" Type="http://schemas.openxmlformats.org/officeDocument/2006/relationships/image" Target="../media/image26.png"/><Relationship Id="rId12" Type="http://schemas.openxmlformats.org/officeDocument/2006/relationships/image" Target="../media/image29.png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microsoft.com/office/2018/10/relationships/comments" Target="../comments/modernComment_1B5_171B06B1.xml"/><Relationship Id="rId11" Type="http://schemas.openxmlformats.org/officeDocument/2006/relationships/customXml" Target="../ink/ink26.xml"/><Relationship Id="rId5" Type="http://schemas.openxmlformats.org/officeDocument/2006/relationships/notesSlide" Target="../notesSlides/notesSlide7.xml"/><Relationship Id="rId10" Type="http://schemas.openxmlformats.org/officeDocument/2006/relationships/image" Target="../media/image28.png"/><Relationship Id="rId4" Type="http://schemas.openxmlformats.org/officeDocument/2006/relationships/slideLayout" Target="../slideLayouts/slideLayout12.xml"/><Relationship Id="rId9" Type="http://schemas.openxmlformats.org/officeDocument/2006/relationships/customXml" Target="../ink/ink25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0.xml"/><Relationship Id="rId18" Type="http://schemas.openxmlformats.org/officeDocument/2006/relationships/customXml" Target="../ink/ink33.xml"/><Relationship Id="rId26" Type="http://schemas.openxmlformats.org/officeDocument/2006/relationships/image" Target="../media/image34.png"/><Relationship Id="rId39" Type="http://schemas.openxmlformats.org/officeDocument/2006/relationships/customXml" Target="../ink/ink45.xml"/><Relationship Id="rId21" Type="http://schemas.openxmlformats.org/officeDocument/2006/relationships/image" Target="../media/image32.png"/><Relationship Id="rId34" Type="http://schemas.openxmlformats.org/officeDocument/2006/relationships/image" Target="../media/image38.png"/><Relationship Id="rId42" Type="http://schemas.openxmlformats.org/officeDocument/2006/relationships/image" Target="../media/image41.png"/><Relationship Id="rId7" Type="http://schemas.openxmlformats.org/officeDocument/2006/relationships/customXml" Target="../ink/ink27.xml"/><Relationship Id="rId2" Type="http://schemas.openxmlformats.org/officeDocument/2006/relationships/tags" Target="../tags/tag23.xml"/><Relationship Id="rId16" Type="http://schemas.openxmlformats.org/officeDocument/2006/relationships/customXml" Target="../ink/ink32.xml"/><Relationship Id="rId20" Type="http://schemas.openxmlformats.org/officeDocument/2006/relationships/customXml" Target="../ink/ink34.xml"/><Relationship Id="rId29" Type="http://schemas.openxmlformats.org/officeDocument/2006/relationships/customXml" Target="../ink/ink39.xml"/><Relationship Id="rId41" Type="http://schemas.openxmlformats.org/officeDocument/2006/relationships/customXml" Target="../ink/ink46.xml"/><Relationship Id="rId1" Type="http://schemas.openxmlformats.org/officeDocument/2006/relationships/tags" Target="../tags/tag22.xml"/><Relationship Id="rId6" Type="http://schemas.microsoft.com/office/2018/10/relationships/comments" Target="../comments/modernComment_1B6_D5207699.xml"/><Relationship Id="rId11" Type="http://schemas.openxmlformats.org/officeDocument/2006/relationships/customXml" Target="../ink/ink29.xml"/><Relationship Id="rId24" Type="http://schemas.openxmlformats.org/officeDocument/2006/relationships/image" Target="../media/image33.png"/><Relationship Id="rId32" Type="http://schemas.openxmlformats.org/officeDocument/2006/relationships/image" Target="../media/image37.png"/><Relationship Id="rId37" Type="http://schemas.openxmlformats.org/officeDocument/2006/relationships/customXml" Target="../ink/ink44.xml"/><Relationship Id="rId40" Type="http://schemas.openxmlformats.org/officeDocument/2006/relationships/image" Target="../media/image40.png"/><Relationship Id="rId5" Type="http://schemas.openxmlformats.org/officeDocument/2006/relationships/notesSlide" Target="../notesSlides/notesSlide8.xml"/><Relationship Id="rId15" Type="http://schemas.openxmlformats.org/officeDocument/2006/relationships/customXml" Target="../ink/ink31.xml"/><Relationship Id="rId23" Type="http://schemas.openxmlformats.org/officeDocument/2006/relationships/customXml" Target="../ink/ink36.xml"/><Relationship Id="rId28" Type="http://schemas.openxmlformats.org/officeDocument/2006/relationships/image" Target="../media/image35.png"/><Relationship Id="rId36" Type="http://schemas.openxmlformats.org/officeDocument/2006/relationships/customXml" Target="../ink/ink43.xml"/><Relationship Id="rId10" Type="http://schemas.openxmlformats.org/officeDocument/2006/relationships/image" Target="../media/image240.png"/><Relationship Id="rId19" Type="http://schemas.openxmlformats.org/officeDocument/2006/relationships/image" Target="../media/image31.png"/><Relationship Id="rId31" Type="http://schemas.openxmlformats.org/officeDocument/2006/relationships/customXml" Target="../ink/ink40.xml"/><Relationship Id="rId4" Type="http://schemas.openxmlformats.org/officeDocument/2006/relationships/slideLayout" Target="../slideLayouts/slideLayout12.xml"/><Relationship Id="rId9" Type="http://schemas.openxmlformats.org/officeDocument/2006/relationships/customXml" Target="../ink/ink28.xml"/><Relationship Id="rId14" Type="http://schemas.openxmlformats.org/officeDocument/2006/relationships/image" Target="../media/image260.png"/><Relationship Id="rId22" Type="http://schemas.openxmlformats.org/officeDocument/2006/relationships/customXml" Target="../ink/ink35.xml"/><Relationship Id="rId27" Type="http://schemas.openxmlformats.org/officeDocument/2006/relationships/customXml" Target="../ink/ink38.xml"/><Relationship Id="rId30" Type="http://schemas.openxmlformats.org/officeDocument/2006/relationships/image" Target="../media/image36.png"/><Relationship Id="rId35" Type="http://schemas.openxmlformats.org/officeDocument/2006/relationships/customXml" Target="../ink/ink42.xml"/><Relationship Id="rId8" Type="http://schemas.openxmlformats.org/officeDocument/2006/relationships/image" Target="../media/image230.png"/><Relationship Id="rId3" Type="http://schemas.openxmlformats.org/officeDocument/2006/relationships/tags" Target="../tags/tag24.xml"/><Relationship Id="rId12" Type="http://schemas.openxmlformats.org/officeDocument/2006/relationships/image" Target="../media/image250.png"/><Relationship Id="rId17" Type="http://schemas.openxmlformats.org/officeDocument/2006/relationships/image" Target="../media/image30.png"/><Relationship Id="rId25" Type="http://schemas.openxmlformats.org/officeDocument/2006/relationships/customXml" Target="../ink/ink37.xml"/><Relationship Id="rId33" Type="http://schemas.openxmlformats.org/officeDocument/2006/relationships/customXml" Target="../ink/ink41.xml"/><Relationship Id="rId38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0.png"/><Relationship Id="rId3" Type="http://schemas.openxmlformats.org/officeDocument/2006/relationships/tags" Target="../tags/tag27.xml"/><Relationship Id="rId7" Type="http://schemas.openxmlformats.org/officeDocument/2006/relationships/customXml" Target="../ink/ink47.xml"/><Relationship Id="rId12" Type="http://schemas.openxmlformats.org/officeDocument/2006/relationships/image" Target="../media/image300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42.png"/><Relationship Id="rId11" Type="http://schemas.openxmlformats.org/officeDocument/2006/relationships/customXml" Target="../ink/ink49.xml"/><Relationship Id="rId5" Type="http://schemas.openxmlformats.org/officeDocument/2006/relationships/notesSlide" Target="../notesSlides/notesSlide9.xml"/><Relationship Id="rId10" Type="http://schemas.openxmlformats.org/officeDocument/2006/relationships/image" Target="../media/image43.png"/><Relationship Id="rId4" Type="http://schemas.openxmlformats.org/officeDocument/2006/relationships/slideLayout" Target="../slideLayouts/slideLayout12.xml"/><Relationship Id="rId9" Type="http://schemas.openxmlformats.org/officeDocument/2006/relationships/customXml" Target="../ink/ink4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tags" Target="../tags/tag30.xml"/><Relationship Id="rId7" Type="http://schemas.openxmlformats.org/officeDocument/2006/relationships/image" Target="../media/image45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microsoft.com/office/2018/10/relationships/comments" Target="../comments/modernComment_1B8_C15298F0.xml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50.xml"/><Relationship Id="rId3" Type="http://schemas.openxmlformats.org/officeDocument/2006/relationships/tags" Target="../tags/tag33.xml"/><Relationship Id="rId7" Type="http://schemas.openxmlformats.org/officeDocument/2006/relationships/image" Target="../media/image47.pn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microsoft.com/office/2018/10/relationships/comments" Target="../comments/modernComment_1B1_8FD82686.xml"/><Relationship Id="rId5" Type="http://schemas.openxmlformats.org/officeDocument/2006/relationships/notesSlide" Target="../notesSlides/notesSlide11.xml"/><Relationship Id="rId10" Type="http://schemas.openxmlformats.org/officeDocument/2006/relationships/image" Target="../media/image49.png"/><Relationship Id="rId4" Type="http://schemas.openxmlformats.org/officeDocument/2006/relationships/slideLayout" Target="../slideLayouts/slideLayout12.xml"/><Relationship Id="rId9" Type="http://schemas.openxmlformats.org/officeDocument/2006/relationships/image" Target="../media/image4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7" Type="http://schemas.openxmlformats.org/officeDocument/2006/relationships/image" Target="../media/image51.png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microsoft.com/office/2018/10/relationships/comments" Target="../comments/modernComment_1B0_7DA7B9A4.xml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7" Type="http://schemas.openxmlformats.org/officeDocument/2006/relationships/image" Target="../media/image52.png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microsoft.com/office/2018/10/relationships/comments" Target="../comments/modernComment_1B7_80FB7FE2.xml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tags" Target="../tags/tag45.xml"/><Relationship Id="rId7" Type="http://schemas.openxmlformats.org/officeDocument/2006/relationships/image" Target="../media/image57.png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microsoft.com/office/2018/10/relationships/comments" Target="../comments/modernComment_1BB_649CE6A5.xml"/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microsoft.com/office/2018/10/relationships/comments" Target="../comments/modernComment_1AB_0.xml"/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Planed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1838325"/>
            <a:chOff x="839" y="1816"/>
            <a:chExt cx="8083" cy="2895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Planed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Solve the problems left last week.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Results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2275840"/>
            <a:chOff x="839" y="1816"/>
            <a:chExt cx="8083" cy="3584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Results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401"/>
              <a:ext cx="8083" cy="2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Solve the all problems left last week. 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Problems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524635"/>
            <a:ext cx="5132705" cy="1904365"/>
            <a:chOff x="839" y="2401"/>
            <a:chExt cx="8083" cy="299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38" name="文本框 237"/>
            <p:cNvSpPr txBox="1"/>
            <p:nvPr>
              <p:custDataLst>
                <p:tags r:id="rId2"/>
              </p:custDataLst>
            </p:nvPr>
          </p:nvSpPr>
          <p:spPr>
            <a:xfrm>
              <a:off x="839" y="2401"/>
              <a:ext cx="8083" cy="2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There are some problems left last week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53179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Problems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488315" y="1153160"/>
            <a:ext cx="5132705" cy="1874520"/>
            <a:chOff x="769" y="1816"/>
            <a:chExt cx="8083" cy="2952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769" y="2286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merge the functions ‘parseSecHeader32’ and ‘parseSecHeader64’ into one function ‘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parseSecHeader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’ and implements the same features.</a:t>
              </a: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050780C-47DE-7A1F-CFBD-973B20B28F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8300" y="0"/>
            <a:ext cx="6504032" cy="5652653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334339CB-A45C-A11B-7EC5-483BC70DF4DB}"/>
              </a:ext>
            </a:extLst>
          </p:cNvPr>
          <p:cNvGrpSpPr/>
          <p:nvPr/>
        </p:nvGrpSpPr>
        <p:grpSpPr>
          <a:xfrm>
            <a:off x="5808464" y="862775"/>
            <a:ext cx="1423440" cy="728280"/>
            <a:chOff x="5808464" y="862775"/>
            <a:chExt cx="1423440" cy="72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" name="墨迹 2">
                  <a:extLst>
                    <a:ext uri="{FF2B5EF4-FFF2-40B4-BE49-F238E27FC236}">
                      <a16:creationId xmlns:a16="http://schemas.microsoft.com/office/drawing/2014/main" id="{44F92A34-D2C9-D55D-61DA-9872D6163719}"/>
                    </a:ext>
                  </a:extLst>
                </p14:cNvPr>
                <p14:cNvContentPartPr/>
                <p14:nvPr/>
              </p14:nvContentPartPr>
              <p14:xfrm>
                <a:off x="6335504" y="1246535"/>
                <a:ext cx="896400" cy="12600"/>
              </p14:xfrm>
            </p:contentPart>
          </mc:Choice>
          <mc:Fallback xmlns="">
            <p:pic>
              <p:nvPicPr>
                <p:cNvPr id="3" name="墨迹 2">
                  <a:extLst>
                    <a:ext uri="{FF2B5EF4-FFF2-40B4-BE49-F238E27FC236}">
                      <a16:creationId xmlns:a16="http://schemas.microsoft.com/office/drawing/2014/main" id="{44F92A34-D2C9-D55D-61DA-9872D616371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326504" y="1237895"/>
                  <a:ext cx="91404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20925F41-9513-D977-F13B-14C92D522658}"/>
                    </a:ext>
                  </a:extLst>
                </p14:cNvPr>
                <p14:cNvContentPartPr/>
                <p14:nvPr/>
              </p14:nvContentPartPr>
              <p14:xfrm>
                <a:off x="6383024" y="1577735"/>
                <a:ext cx="379440" cy="13320"/>
              </p14:xfrm>
            </p:contentPart>
          </mc:Choice>
          <mc:Fallback xmlns=""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20925F41-9513-D977-F13B-14C92D52265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374024" y="1569095"/>
                  <a:ext cx="3970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089E9775-76BD-26C1-15A5-9758CEFF3D59}"/>
                    </a:ext>
                  </a:extLst>
                </p14:cNvPr>
                <p14:cNvContentPartPr/>
                <p14:nvPr/>
              </p14:nvContentPartPr>
              <p14:xfrm>
                <a:off x="5808464" y="862775"/>
                <a:ext cx="236520" cy="722880"/>
              </p14:xfrm>
            </p:contentPart>
          </mc:Choice>
          <mc:Fallback xmlns=""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089E9775-76BD-26C1-15A5-9758CEFF3D5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799824" y="853775"/>
                  <a:ext cx="254160" cy="7405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Problems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1898015"/>
            <a:chOff x="839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wanted to look up the details about ‘Forwarder Chain’ online, but failed.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 most important question!!!!!!!!!!I need to pay attention to it.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814FB92-21BF-623F-B9A3-081100A3C1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97828" y="0"/>
            <a:ext cx="6194172" cy="4158452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52651D86-1947-9A87-B221-DD28AA5CE49B}"/>
              </a:ext>
            </a:extLst>
          </p:cNvPr>
          <p:cNvSpPr/>
          <p:nvPr/>
        </p:nvSpPr>
        <p:spPr>
          <a:xfrm>
            <a:off x="532765" y="5047013"/>
            <a:ext cx="767583" cy="2434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exe</a:t>
            </a:r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98A04CF-2098-5EC2-99DB-12E93853EBF9}"/>
              </a:ext>
            </a:extLst>
          </p:cNvPr>
          <p:cNvSpPr/>
          <p:nvPr/>
        </p:nvSpPr>
        <p:spPr>
          <a:xfrm>
            <a:off x="1882239" y="4530436"/>
            <a:ext cx="884712" cy="3087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dll1</a:t>
            </a:r>
            <a:endParaRPr lang="zh-CN" altLang="en-US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07AE8694-5BB2-B3A8-D51A-D0F56DA555FF}"/>
              </a:ext>
            </a:extLst>
          </p:cNvPr>
          <p:cNvCxnSpPr>
            <a:stCxn id="5" idx="1"/>
            <a:endCxn id="3" idx="3"/>
          </p:cNvCxnSpPr>
          <p:nvPr/>
        </p:nvCxnSpPr>
        <p:spPr>
          <a:xfrm flipH="1">
            <a:off x="1300348" y="4684816"/>
            <a:ext cx="581891" cy="483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725B8AD-994A-43BD-71E0-3355AA5AAC03}"/>
              </a:ext>
            </a:extLst>
          </p:cNvPr>
          <p:cNvSpPr/>
          <p:nvPr/>
        </p:nvSpPr>
        <p:spPr>
          <a:xfrm>
            <a:off x="3296483" y="4261153"/>
            <a:ext cx="700644" cy="2692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dll2</a:t>
            </a:r>
            <a:endParaRPr lang="zh-CN" altLang="en-US" dirty="0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762259F-4B5C-E709-C7A2-DB82C71EF649}"/>
              </a:ext>
            </a:extLst>
          </p:cNvPr>
          <p:cNvSpPr/>
          <p:nvPr/>
        </p:nvSpPr>
        <p:spPr>
          <a:xfrm>
            <a:off x="3307278" y="4839195"/>
            <a:ext cx="724395" cy="2671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dll3</a:t>
            </a:r>
            <a:endParaRPr lang="zh-CN" altLang="en-US" dirty="0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6F013CF-8C54-D7C0-FACE-EC7414E29A82}"/>
              </a:ext>
            </a:extLst>
          </p:cNvPr>
          <p:cNvCxnSpPr>
            <a:stCxn id="9" idx="1"/>
            <a:endCxn id="5" idx="3"/>
          </p:cNvCxnSpPr>
          <p:nvPr/>
        </p:nvCxnSpPr>
        <p:spPr>
          <a:xfrm flipH="1">
            <a:off x="2766951" y="4395795"/>
            <a:ext cx="529532" cy="2890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05BA6632-7640-775D-63BC-3D5B4B56AC5E}"/>
              </a:ext>
            </a:extLst>
          </p:cNvPr>
          <p:cNvCxnSpPr>
            <a:stCxn id="10" idx="1"/>
            <a:endCxn id="5" idx="3"/>
          </p:cNvCxnSpPr>
          <p:nvPr/>
        </p:nvCxnSpPr>
        <p:spPr>
          <a:xfrm flipH="1" flipV="1">
            <a:off x="2766951" y="4684816"/>
            <a:ext cx="540327" cy="2879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4B55E7A-63F0-5F16-BB6E-047B0BC7BDFA}"/>
              </a:ext>
            </a:extLst>
          </p:cNvPr>
          <p:cNvSpPr/>
          <p:nvPr/>
        </p:nvSpPr>
        <p:spPr>
          <a:xfrm>
            <a:off x="4381995" y="4839195"/>
            <a:ext cx="617517" cy="2671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dll4</a:t>
            </a:r>
            <a:endParaRPr lang="zh-CN" altLang="en-US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521B303B-CA3D-8D5E-F9BE-F465ACF145C3}"/>
              </a:ext>
            </a:extLst>
          </p:cNvPr>
          <p:cNvCxnSpPr>
            <a:stCxn id="15" idx="1"/>
            <a:endCxn id="10" idx="3"/>
          </p:cNvCxnSpPr>
          <p:nvPr/>
        </p:nvCxnSpPr>
        <p:spPr>
          <a:xfrm flipH="1">
            <a:off x="4031673" y="4972793"/>
            <a:ext cx="3503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5AF1968-00D2-3149-D888-80351DEF359C}"/>
              </a:ext>
            </a:extLst>
          </p:cNvPr>
          <p:cNvSpPr/>
          <p:nvPr/>
        </p:nvSpPr>
        <p:spPr>
          <a:xfrm>
            <a:off x="7303325" y="4530436"/>
            <a:ext cx="1045028" cy="153127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CA993B8E-F85E-EDD0-BEC8-1FD138E5CDB8}"/>
              </a:ext>
            </a:extLst>
          </p:cNvPr>
          <p:cNvCxnSpPr/>
          <p:nvPr/>
        </p:nvCxnSpPr>
        <p:spPr>
          <a:xfrm>
            <a:off x="7292530" y="4867621"/>
            <a:ext cx="10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2" name="墨迹 21">
                <a:extLst>
                  <a:ext uri="{FF2B5EF4-FFF2-40B4-BE49-F238E27FC236}">
                    <a16:creationId xmlns:a16="http://schemas.microsoft.com/office/drawing/2014/main" id="{1C2F6D2B-1946-C28E-A7B0-04FF8DB3FDEF}"/>
                  </a:ext>
                </a:extLst>
              </p14:cNvPr>
              <p14:cNvContentPartPr/>
              <p14:nvPr/>
            </p14:nvContentPartPr>
            <p14:xfrm>
              <a:off x="7321184" y="4868495"/>
              <a:ext cx="1020960" cy="13320"/>
            </p14:xfrm>
          </p:contentPart>
        </mc:Choice>
        <mc:Fallback xmlns="">
          <p:pic>
            <p:nvPicPr>
              <p:cNvPr id="22" name="墨迹 21">
                <a:extLst>
                  <a:ext uri="{FF2B5EF4-FFF2-40B4-BE49-F238E27FC236}">
                    <a16:creationId xmlns:a16="http://schemas.microsoft.com/office/drawing/2014/main" id="{1C2F6D2B-1946-C28E-A7B0-04FF8DB3FDE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315064" y="4862375"/>
                <a:ext cx="103320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墨迹 22">
                <a:extLst>
                  <a:ext uri="{FF2B5EF4-FFF2-40B4-BE49-F238E27FC236}">
                    <a16:creationId xmlns:a16="http://schemas.microsoft.com/office/drawing/2014/main" id="{A516C33B-300A-8BF2-0918-65F2B65149DB}"/>
                  </a:ext>
                </a:extLst>
              </p14:cNvPr>
              <p14:cNvContentPartPr/>
              <p14:nvPr/>
            </p14:nvContentPartPr>
            <p14:xfrm>
              <a:off x="7291304" y="5200775"/>
              <a:ext cx="1080360" cy="24480"/>
            </p14:xfrm>
          </p:contentPart>
        </mc:Choice>
        <mc:Fallback xmlns="">
          <p:pic>
            <p:nvPicPr>
              <p:cNvPr id="23" name="墨迹 22">
                <a:extLst>
                  <a:ext uri="{FF2B5EF4-FFF2-40B4-BE49-F238E27FC236}">
                    <a16:creationId xmlns:a16="http://schemas.microsoft.com/office/drawing/2014/main" id="{A516C33B-300A-8BF2-0918-65F2B65149D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285184" y="5194655"/>
                <a:ext cx="109260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4" name="墨迹 23">
                <a:extLst>
                  <a:ext uri="{FF2B5EF4-FFF2-40B4-BE49-F238E27FC236}">
                    <a16:creationId xmlns:a16="http://schemas.microsoft.com/office/drawing/2014/main" id="{1465152F-C7C2-1711-4942-F44E646CCFB5}"/>
                  </a:ext>
                </a:extLst>
              </p14:cNvPr>
              <p14:cNvContentPartPr/>
              <p14:nvPr/>
            </p14:nvContentPartPr>
            <p14:xfrm>
              <a:off x="7314704" y="5491655"/>
              <a:ext cx="1015560" cy="54360"/>
            </p14:xfrm>
          </p:contentPart>
        </mc:Choice>
        <mc:Fallback xmlns="">
          <p:pic>
            <p:nvPicPr>
              <p:cNvPr id="24" name="墨迹 23">
                <a:extLst>
                  <a:ext uri="{FF2B5EF4-FFF2-40B4-BE49-F238E27FC236}">
                    <a16:creationId xmlns:a16="http://schemas.microsoft.com/office/drawing/2014/main" id="{1465152F-C7C2-1711-4942-F44E646CCFB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308584" y="5485535"/>
                <a:ext cx="1027800" cy="6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5" name="墨迹 24">
                <a:extLst>
                  <a:ext uri="{FF2B5EF4-FFF2-40B4-BE49-F238E27FC236}">
                    <a16:creationId xmlns:a16="http://schemas.microsoft.com/office/drawing/2014/main" id="{EA7054A5-429B-A271-B670-B49B05ED8B6E}"/>
                  </a:ext>
                </a:extLst>
              </p14:cNvPr>
              <p14:cNvContentPartPr/>
              <p14:nvPr/>
            </p14:nvContentPartPr>
            <p14:xfrm>
              <a:off x="7308944" y="5824655"/>
              <a:ext cx="1044720" cy="6840"/>
            </p14:xfrm>
          </p:contentPart>
        </mc:Choice>
        <mc:Fallback xmlns="">
          <p:pic>
            <p:nvPicPr>
              <p:cNvPr id="25" name="墨迹 24">
                <a:extLst>
                  <a:ext uri="{FF2B5EF4-FFF2-40B4-BE49-F238E27FC236}">
                    <a16:creationId xmlns:a16="http://schemas.microsoft.com/office/drawing/2014/main" id="{EA7054A5-429B-A271-B670-B49B05ED8B6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302824" y="5818535"/>
                <a:ext cx="105696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8" name="墨迹 27">
                <a:extLst>
                  <a:ext uri="{FF2B5EF4-FFF2-40B4-BE49-F238E27FC236}">
                    <a16:creationId xmlns:a16="http://schemas.microsoft.com/office/drawing/2014/main" id="{238E8028-89EC-B157-C9CD-5E117A373F25}"/>
                  </a:ext>
                </a:extLst>
              </p14:cNvPr>
              <p14:cNvContentPartPr/>
              <p14:nvPr/>
            </p14:nvContentPartPr>
            <p14:xfrm>
              <a:off x="8473184" y="5367095"/>
              <a:ext cx="88920" cy="93600"/>
            </p14:xfrm>
          </p:contentPart>
        </mc:Choice>
        <mc:Fallback xmlns="">
          <p:pic>
            <p:nvPicPr>
              <p:cNvPr id="28" name="墨迹 27">
                <a:extLst>
                  <a:ext uri="{FF2B5EF4-FFF2-40B4-BE49-F238E27FC236}">
                    <a16:creationId xmlns:a16="http://schemas.microsoft.com/office/drawing/2014/main" id="{238E8028-89EC-B157-C9CD-5E117A373F2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467064" y="5360975"/>
                <a:ext cx="10116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9" name="墨迹 28">
                <a:extLst>
                  <a:ext uri="{FF2B5EF4-FFF2-40B4-BE49-F238E27FC236}">
                    <a16:creationId xmlns:a16="http://schemas.microsoft.com/office/drawing/2014/main" id="{BC6C2DC9-097D-ED13-D4E1-402001FA79E8}"/>
                  </a:ext>
                </a:extLst>
              </p14:cNvPr>
              <p14:cNvContentPartPr/>
              <p14:nvPr/>
            </p14:nvContentPartPr>
            <p14:xfrm>
              <a:off x="8498024" y="5628455"/>
              <a:ext cx="41760" cy="179280"/>
            </p14:xfrm>
          </p:contentPart>
        </mc:Choice>
        <mc:Fallback xmlns="">
          <p:pic>
            <p:nvPicPr>
              <p:cNvPr id="29" name="墨迹 28">
                <a:extLst>
                  <a:ext uri="{FF2B5EF4-FFF2-40B4-BE49-F238E27FC236}">
                    <a16:creationId xmlns:a16="http://schemas.microsoft.com/office/drawing/2014/main" id="{BC6C2DC9-097D-ED13-D4E1-402001FA79E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491904" y="5622335"/>
                <a:ext cx="54000" cy="19152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组合 38">
            <a:extLst>
              <a:ext uri="{FF2B5EF4-FFF2-40B4-BE49-F238E27FC236}">
                <a16:creationId xmlns:a16="http://schemas.microsoft.com/office/drawing/2014/main" id="{08FC9CC0-0DA4-A217-A563-8677D6CB0C4B}"/>
              </a:ext>
            </a:extLst>
          </p:cNvPr>
          <p:cNvGrpSpPr/>
          <p:nvPr/>
        </p:nvGrpSpPr>
        <p:grpSpPr>
          <a:xfrm>
            <a:off x="8460944" y="4649255"/>
            <a:ext cx="974160" cy="420840"/>
            <a:chOff x="8460944" y="4649255"/>
            <a:chExt cx="974160" cy="420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96027D07-390E-311E-F948-A98DE9EC483D}"/>
                    </a:ext>
                  </a:extLst>
                </p14:cNvPr>
                <p14:cNvContentPartPr/>
                <p14:nvPr/>
              </p14:nvContentPartPr>
              <p14:xfrm>
                <a:off x="8460944" y="4692095"/>
                <a:ext cx="96480" cy="95400"/>
              </p14:xfrm>
            </p:contentPart>
          </mc:Choice>
          <mc:Fallback xmlns=""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96027D07-390E-311E-F948-A98DE9EC483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454824" y="4685975"/>
                  <a:ext cx="1087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DF3917B4-4681-DFE6-DF9A-A0A5906BBCA4}"/>
                    </a:ext>
                  </a:extLst>
                </p14:cNvPr>
                <p14:cNvContentPartPr/>
                <p14:nvPr/>
              </p14:nvContentPartPr>
              <p14:xfrm>
                <a:off x="8526104" y="4946255"/>
                <a:ext cx="12240" cy="123840"/>
              </p14:xfrm>
            </p:contentPart>
          </mc:Choice>
          <mc:Fallback xmlns=""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DF3917B4-4681-DFE6-DF9A-A0A5906BBCA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519984" y="4940135"/>
                  <a:ext cx="244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860AF5BB-4669-E2E8-6A10-DE50E71AD2FC}"/>
                    </a:ext>
                  </a:extLst>
                </p14:cNvPr>
                <p14:cNvContentPartPr/>
                <p14:nvPr/>
              </p14:nvContentPartPr>
              <p14:xfrm>
                <a:off x="8775584" y="4696775"/>
                <a:ext cx="36000" cy="70920"/>
              </p14:xfrm>
            </p:contentPart>
          </mc:Choice>
          <mc:Fallback xmlns=""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860AF5BB-4669-E2E8-6A10-DE50E71AD2F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769464" y="4690655"/>
                  <a:ext cx="482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D5A72E54-7F7D-634F-077B-E2C177092801}"/>
                    </a:ext>
                  </a:extLst>
                </p14:cNvPr>
                <p14:cNvContentPartPr/>
                <p14:nvPr/>
              </p14:nvContentPartPr>
              <p14:xfrm>
                <a:off x="8811224" y="4649255"/>
                <a:ext cx="1440" cy="360"/>
              </p14:xfrm>
            </p:contentPart>
          </mc:Choice>
          <mc:Fallback xmlns=""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D5A72E54-7F7D-634F-077B-E2C17709280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805104" y="4643135"/>
                  <a:ext cx="136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062BA3D4-92F1-8020-312E-505C644487E2}"/>
                    </a:ext>
                  </a:extLst>
                </p14:cNvPr>
                <p14:cNvContentPartPr/>
                <p14:nvPr/>
              </p14:nvContentPartPr>
              <p14:xfrm>
                <a:off x="8912024" y="4745735"/>
                <a:ext cx="6480" cy="22680"/>
              </p14:xfrm>
            </p:contentPart>
          </mc:Choice>
          <mc:Fallback xmlns=""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062BA3D4-92F1-8020-312E-505C644487E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905904" y="4739615"/>
                  <a:ext cx="187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46D0B235-DF6C-A152-6DCF-BD1DB79AE943}"/>
                    </a:ext>
                  </a:extLst>
                </p14:cNvPr>
                <p14:cNvContentPartPr/>
                <p14:nvPr/>
              </p14:nvContentPartPr>
              <p14:xfrm>
                <a:off x="8891504" y="4731695"/>
                <a:ext cx="123840" cy="85320"/>
              </p14:xfrm>
            </p:contentPart>
          </mc:Choice>
          <mc:Fallback xmlns=""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46D0B235-DF6C-A152-6DCF-BD1DB79AE94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885384" y="4725575"/>
                  <a:ext cx="1360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BDFACA27-FBA7-2398-DC76-533C2E1BE737}"/>
                    </a:ext>
                  </a:extLst>
                </p14:cNvPr>
                <p14:cNvContentPartPr/>
                <p14:nvPr/>
              </p14:nvContentPartPr>
              <p14:xfrm>
                <a:off x="9047384" y="4683095"/>
                <a:ext cx="283320" cy="228600"/>
              </p14:xfrm>
            </p:contentPart>
          </mc:Choice>
          <mc:Fallback xmlns=""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BDFACA27-FBA7-2398-DC76-533C2E1BE73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041264" y="4676975"/>
                  <a:ext cx="2955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A4AB5D79-7E11-765A-66D9-B7097DC31E52}"/>
                    </a:ext>
                  </a:extLst>
                </p14:cNvPr>
                <p14:cNvContentPartPr/>
                <p14:nvPr/>
              </p14:nvContentPartPr>
              <p14:xfrm>
                <a:off x="9191024" y="4791095"/>
                <a:ext cx="171720" cy="132840"/>
              </p14:xfrm>
            </p:contentPart>
          </mc:Choice>
          <mc:Fallback xmlns=""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A4AB5D79-7E11-765A-66D9-B7097DC31E5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184904" y="4784975"/>
                  <a:ext cx="1839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FF85A66E-93EC-420F-AE71-F4324C9A367C}"/>
                    </a:ext>
                  </a:extLst>
                </p14:cNvPr>
                <p14:cNvContentPartPr/>
                <p14:nvPr/>
              </p14:nvContentPartPr>
              <p14:xfrm>
                <a:off x="9381464" y="4862735"/>
                <a:ext cx="44280" cy="99000"/>
              </p14:xfrm>
            </p:contentPart>
          </mc:Choice>
          <mc:Fallback xmlns=""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FF85A66E-93EC-420F-AE71-F4324C9A367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375344" y="4856615"/>
                  <a:ext cx="565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8" name="墨迹 37">
                  <a:extLst>
                    <a:ext uri="{FF2B5EF4-FFF2-40B4-BE49-F238E27FC236}">
                      <a16:creationId xmlns:a16="http://schemas.microsoft.com/office/drawing/2014/main" id="{6987172F-36E7-8FB9-6117-26CA2FB69A6C}"/>
                    </a:ext>
                  </a:extLst>
                </p14:cNvPr>
                <p14:cNvContentPartPr/>
                <p14:nvPr/>
              </p14:nvContentPartPr>
              <p14:xfrm>
                <a:off x="9352304" y="4868855"/>
                <a:ext cx="82800" cy="58680"/>
              </p14:xfrm>
            </p:contentPart>
          </mc:Choice>
          <mc:Fallback xmlns="">
            <p:pic>
              <p:nvPicPr>
                <p:cNvPr id="38" name="墨迹 37">
                  <a:extLst>
                    <a:ext uri="{FF2B5EF4-FFF2-40B4-BE49-F238E27FC236}">
                      <a16:creationId xmlns:a16="http://schemas.microsoft.com/office/drawing/2014/main" id="{6987172F-36E7-8FB9-6117-26CA2FB69A6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346184" y="4862735"/>
                  <a:ext cx="95040" cy="709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6324CE87-0849-9A41-95DC-B199123DB955}"/>
              </a:ext>
            </a:extLst>
          </p:cNvPr>
          <p:cNvSpPr/>
          <p:nvPr/>
        </p:nvSpPr>
        <p:spPr>
          <a:xfrm>
            <a:off x="5106391" y="4709716"/>
            <a:ext cx="1472540" cy="17326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The array of the actual address of the functions.</a:t>
            </a:r>
            <a:endParaRPr lang="zh-CN" altLang="en-US" dirty="0"/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F3771751-E1F8-D33B-5920-118D84DD8EB3}"/>
              </a:ext>
            </a:extLst>
          </p:cNvPr>
          <p:cNvCxnSpPr>
            <a:cxnSpLocks/>
          </p:cNvCxnSpPr>
          <p:nvPr/>
        </p:nvCxnSpPr>
        <p:spPr>
          <a:xfrm flipH="1">
            <a:off x="6578930" y="4709716"/>
            <a:ext cx="754083" cy="1720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2B40E3BD-B338-6C2B-DB41-B9D56445888A}"/>
              </a:ext>
            </a:extLst>
          </p:cNvPr>
          <p:cNvSpPr txBox="1"/>
          <p:nvPr/>
        </p:nvSpPr>
        <p:spPr>
          <a:xfrm>
            <a:off x="7462209" y="4507562"/>
            <a:ext cx="754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RVA</a:t>
            </a:r>
            <a:endParaRPr lang="zh-CN" altLang="en-US" dirty="0"/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76D011C8-151A-3860-79B5-E4A96765276F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315310" y="5576039"/>
            <a:ext cx="4408758" cy="134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9121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Problems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1898015"/>
            <a:chOff x="839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Merge two functions ‘RVATOFOA32’ and ‘RVATOFOA64’ into ‘RVATOFOA’, and implements the same features.</a:t>
              </a: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BF55B65-23EC-F122-C58F-C84BE69C13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9899" y="0"/>
            <a:ext cx="6292101" cy="629392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D9E64163-0567-FD01-BDE7-EDF782D437F6}"/>
                  </a:ext>
                </a:extLst>
              </p14:cNvPr>
              <p14:cNvContentPartPr/>
              <p14:nvPr/>
            </p14:nvContentPartPr>
            <p14:xfrm>
              <a:off x="6628495" y="2312531"/>
              <a:ext cx="240120" cy="3168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D9E64163-0567-FD01-BDE7-EDF782D437F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619495" y="2303531"/>
                <a:ext cx="25776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02B9245F-4262-071B-AB49-2759635347E1}"/>
                  </a:ext>
                </a:extLst>
              </p14:cNvPr>
              <p14:cNvContentPartPr/>
              <p14:nvPr/>
            </p14:nvContentPartPr>
            <p14:xfrm>
              <a:off x="6646495" y="1221731"/>
              <a:ext cx="237600" cy="36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02B9245F-4262-071B-AB49-2759635347E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637855" y="1212731"/>
                <a:ext cx="25524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EE325E6F-8106-A9AC-838B-08333950BBF6}"/>
                  </a:ext>
                </a:extLst>
              </p14:cNvPr>
              <p14:cNvContentPartPr/>
              <p14:nvPr/>
            </p14:nvContentPartPr>
            <p14:xfrm>
              <a:off x="7269295" y="3527171"/>
              <a:ext cx="875160" cy="864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EE325E6F-8106-A9AC-838B-08333950BBF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260295" y="3518171"/>
                <a:ext cx="89280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5AA54EF6-803C-5C3B-BB56-4D79979BE812}"/>
                  </a:ext>
                </a:extLst>
              </p14:cNvPr>
              <p14:cNvContentPartPr/>
              <p14:nvPr/>
            </p14:nvContentPartPr>
            <p14:xfrm>
              <a:off x="7983895" y="4198211"/>
              <a:ext cx="563040" cy="2052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5AA54EF6-803C-5C3B-BB56-4D79979BE81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974895" y="4189571"/>
                <a:ext cx="58068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4EF4E13B-01CC-D3A1-3A9F-64F41FCF7F23}"/>
                  </a:ext>
                </a:extLst>
              </p14:cNvPr>
              <p14:cNvContentPartPr/>
              <p14:nvPr/>
            </p14:nvContentPartPr>
            <p14:xfrm>
              <a:off x="6915415" y="2941811"/>
              <a:ext cx="621720" cy="1692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4EF4E13B-01CC-D3A1-3A9F-64F41FCF7F2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906415" y="2933171"/>
                <a:ext cx="639360" cy="3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2230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Programs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1898015"/>
            <a:chOff x="839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 last meeting, I found that I have parsed the two structures ‘IMAGE_THUNK_DATA32’ and ÍMIAGE_THUNK_DATA64’ , but I just showed you one screenshot……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0F904A0-5B59-C83F-46FA-0AFFD30F19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0724" y="403412"/>
            <a:ext cx="7968946" cy="530142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3A846B3-472A-64B3-2132-4849482E02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1642" y="456965"/>
            <a:ext cx="9208028" cy="527865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F4DD4132-E158-7123-E8C6-A2AA9DA86637}"/>
                  </a:ext>
                </a:extLst>
              </p14:cNvPr>
              <p14:cNvContentPartPr/>
              <p14:nvPr/>
            </p14:nvContentPartPr>
            <p14:xfrm>
              <a:off x="6815844" y="2842872"/>
              <a:ext cx="276120" cy="36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F4DD4132-E158-7123-E8C6-A2AA9DA8663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806844" y="2833872"/>
                <a:ext cx="2937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E461B502-97D9-91C8-D36D-2F8BEDD78654}"/>
                  </a:ext>
                </a:extLst>
              </p14:cNvPr>
              <p14:cNvContentPartPr/>
              <p14:nvPr/>
            </p14:nvContentPartPr>
            <p14:xfrm>
              <a:off x="5048244" y="1605552"/>
              <a:ext cx="514440" cy="4716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E461B502-97D9-91C8-D36D-2F8BEDD7865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039244" y="1596912"/>
                <a:ext cx="532080" cy="6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764715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-445519" y="127256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Problems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496896" y="761809"/>
            <a:ext cx="5132705" cy="2470039"/>
            <a:chOff x="839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 structure of the bound import table.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Each  ‘IMAGE_BOUND_IMPORT_DESCRIPTOR’ means a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dll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that bounded directly. And each ‘IMAGE_BOUND_FORWARDER_REF’ stored the information of the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dll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that used by the bounded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dll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.</a:t>
              </a: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E9E10F-6CEC-DC8A-F327-CF2C541CF7A1}"/>
              </a:ext>
            </a:extLst>
          </p:cNvPr>
          <p:cNvSpPr/>
          <p:nvPr/>
        </p:nvSpPr>
        <p:spPr>
          <a:xfrm>
            <a:off x="8247413" y="194038"/>
            <a:ext cx="2907962" cy="4401713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74733ADF-E980-2EAA-B006-4EA854DC0E76}"/>
              </a:ext>
            </a:extLst>
          </p:cNvPr>
          <p:cNvCxnSpPr/>
          <p:nvPr/>
        </p:nvCxnSpPr>
        <p:spPr>
          <a:xfrm>
            <a:off x="8247413" y="712519"/>
            <a:ext cx="2907962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C2249A57-241A-7913-17C0-CC19E8738894}"/>
              </a:ext>
            </a:extLst>
          </p:cNvPr>
          <p:cNvCxnSpPr/>
          <p:nvPr/>
        </p:nvCxnSpPr>
        <p:spPr>
          <a:xfrm>
            <a:off x="8247413" y="1203365"/>
            <a:ext cx="2907962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AF1013C3-9B63-EDD4-EB5B-9F6ACAF965F3}"/>
              </a:ext>
            </a:extLst>
          </p:cNvPr>
          <p:cNvCxnSpPr/>
          <p:nvPr/>
        </p:nvCxnSpPr>
        <p:spPr>
          <a:xfrm>
            <a:off x="8247413" y="1642753"/>
            <a:ext cx="2907962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2D841C8A-E16E-C5AF-22A1-7335A949C9A8}"/>
              </a:ext>
            </a:extLst>
          </p:cNvPr>
          <p:cNvCxnSpPr/>
          <p:nvPr/>
        </p:nvCxnSpPr>
        <p:spPr>
          <a:xfrm>
            <a:off x="8247413" y="2058389"/>
            <a:ext cx="2907962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308E6844-BED3-8015-B9DE-224FFEB678D9}"/>
              </a:ext>
            </a:extLst>
          </p:cNvPr>
          <p:cNvCxnSpPr/>
          <p:nvPr/>
        </p:nvCxnSpPr>
        <p:spPr>
          <a:xfrm>
            <a:off x="8247413" y="2453005"/>
            <a:ext cx="2907962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B80C3D50-05B3-0C69-AB07-46DCB6F72AB9}"/>
              </a:ext>
            </a:extLst>
          </p:cNvPr>
          <p:cNvCxnSpPr/>
          <p:nvPr/>
        </p:nvCxnSpPr>
        <p:spPr>
          <a:xfrm>
            <a:off x="8247413" y="2854036"/>
            <a:ext cx="2907962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CE656A4E-6D4D-D20F-9BA1-9B1373CD2540}"/>
              </a:ext>
            </a:extLst>
          </p:cNvPr>
          <p:cNvCxnSpPr/>
          <p:nvPr/>
        </p:nvCxnSpPr>
        <p:spPr>
          <a:xfrm>
            <a:off x="8247413" y="3270736"/>
            <a:ext cx="2907962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7CAB722B-DC43-6118-E55D-7E05EAA478AA}"/>
              </a:ext>
            </a:extLst>
          </p:cNvPr>
          <p:cNvCxnSpPr/>
          <p:nvPr/>
        </p:nvCxnSpPr>
        <p:spPr>
          <a:xfrm>
            <a:off x="8247413" y="3703122"/>
            <a:ext cx="2907962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ABF9C7D8-9A4A-12A0-E26E-A8A317568FB9}"/>
              </a:ext>
            </a:extLst>
          </p:cNvPr>
          <p:cNvCxnSpPr/>
          <p:nvPr/>
        </p:nvCxnSpPr>
        <p:spPr>
          <a:xfrm>
            <a:off x="8247413" y="4095007"/>
            <a:ext cx="2907962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C9494E47-FCEA-65AF-3036-487D4DB66BE7}"/>
              </a:ext>
            </a:extLst>
          </p:cNvPr>
          <p:cNvSpPr txBox="1"/>
          <p:nvPr/>
        </p:nvSpPr>
        <p:spPr>
          <a:xfrm>
            <a:off x="8247413" y="322636"/>
            <a:ext cx="2907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i="0" dirty="0">
                <a:solidFill>
                  <a:srgbClr val="383A42"/>
                </a:solidFill>
                <a:effectLst/>
                <a:latin typeface="Source Code Pro" panose="020F0502020204030204" pitchFamily="49" charset="0"/>
              </a:rPr>
              <a:t>IMAGE_BOUND_IMPORT_DESCRIPTOR</a:t>
            </a:r>
            <a:endParaRPr lang="zh-CN" altLang="en-US" sz="12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0C9BC95-E1EE-BCB2-4D43-5880E8421B4D}"/>
              </a:ext>
            </a:extLst>
          </p:cNvPr>
          <p:cNvSpPr txBox="1"/>
          <p:nvPr/>
        </p:nvSpPr>
        <p:spPr>
          <a:xfrm>
            <a:off x="8247413" y="2136083"/>
            <a:ext cx="2907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i="0" dirty="0">
                <a:solidFill>
                  <a:srgbClr val="383A42"/>
                </a:solidFill>
                <a:effectLst/>
                <a:latin typeface="Source Code Pro" panose="020F0502020204030204" pitchFamily="49" charset="0"/>
              </a:rPr>
              <a:t>IMAGE_BOUND_IMPORT_DESCRIPTOR</a:t>
            </a:r>
            <a:endParaRPr lang="zh-CN" altLang="en-US" sz="12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F927724-CB33-1ACD-5551-0ED9873F08B9}"/>
              </a:ext>
            </a:extLst>
          </p:cNvPr>
          <p:cNvSpPr txBox="1"/>
          <p:nvPr/>
        </p:nvSpPr>
        <p:spPr>
          <a:xfrm>
            <a:off x="8247413" y="2528940"/>
            <a:ext cx="2907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i="0" dirty="0">
                <a:solidFill>
                  <a:srgbClr val="383A42"/>
                </a:solidFill>
                <a:effectLst/>
                <a:latin typeface="Source Code Pro" panose="020F0502020204030204" pitchFamily="49" charset="0"/>
              </a:rPr>
              <a:t>IMAGE_BOUND_IMPORT_DESCRIPTOR</a:t>
            </a:r>
            <a:endParaRPr lang="zh-CN" altLang="en-US" sz="120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8225AD4-9421-E154-F1E3-B24EF5C79605}"/>
              </a:ext>
            </a:extLst>
          </p:cNvPr>
          <p:cNvSpPr txBox="1"/>
          <p:nvPr/>
        </p:nvSpPr>
        <p:spPr>
          <a:xfrm>
            <a:off x="8304810" y="3760565"/>
            <a:ext cx="2907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i="0" dirty="0">
                <a:solidFill>
                  <a:srgbClr val="383A42"/>
                </a:solidFill>
                <a:effectLst/>
                <a:latin typeface="Source Code Pro" panose="020F0502020204030204" pitchFamily="49" charset="0"/>
              </a:rPr>
              <a:t>IMAGE_BOUND_IMPORT_DESCRIPTOR</a:t>
            </a:r>
            <a:endParaRPr lang="zh-CN" altLang="en-US" sz="12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31F8142-B28A-80ED-EC90-2FE2B715C846}"/>
              </a:ext>
            </a:extLst>
          </p:cNvPr>
          <p:cNvSpPr txBox="1"/>
          <p:nvPr/>
        </p:nvSpPr>
        <p:spPr>
          <a:xfrm>
            <a:off x="8304810" y="4197268"/>
            <a:ext cx="2907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i="0" dirty="0">
                <a:solidFill>
                  <a:srgbClr val="383A42"/>
                </a:solidFill>
                <a:effectLst/>
                <a:latin typeface="Source Code Pro" panose="020F0502020204030204" pitchFamily="49" charset="0"/>
              </a:rPr>
              <a:t>00000000000000000000000000000</a:t>
            </a:r>
            <a:endParaRPr lang="zh-CN" altLang="en-US" sz="12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2FDD85A3-8B9F-D3F8-2A39-DD04E87B378D}"/>
              </a:ext>
            </a:extLst>
          </p:cNvPr>
          <p:cNvSpPr txBox="1"/>
          <p:nvPr/>
        </p:nvSpPr>
        <p:spPr>
          <a:xfrm>
            <a:off x="8304810" y="3362196"/>
            <a:ext cx="2907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i="0" dirty="0">
                <a:solidFill>
                  <a:srgbClr val="383A42"/>
                </a:solidFill>
                <a:effectLst/>
                <a:latin typeface="Source Code Pro" panose="020F0502020204030204" pitchFamily="49" charset="0"/>
              </a:rPr>
              <a:t>00000000000000000000000000000</a:t>
            </a:r>
            <a:endParaRPr lang="zh-CN" altLang="en-US" sz="12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71B992E-CE6F-D06E-2A29-AF27E5D26403}"/>
              </a:ext>
            </a:extLst>
          </p:cNvPr>
          <p:cNvSpPr txBox="1"/>
          <p:nvPr/>
        </p:nvSpPr>
        <p:spPr>
          <a:xfrm>
            <a:off x="8247413" y="1719830"/>
            <a:ext cx="2907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i="0" dirty="0">
                <a:solidFill>
                  <a:srgbClr val="383A42"/>
                </a:solidFill>
                <a:effectLst/>
                <a:latin typeface="Source Code Pro" panose="020F0502020204030204" pitchFamily="49" charset="0"/>
              </a:rPr>
              <a:t>00000000000000000000000000000</a:t>
            </a:r>
            <a:endParaRPr lang="zh-CN" altLang="en-US" sz="12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2FF76423-6E36-34C1-2DCA-3235FCFA1B97}"/>
              </a:ext>
            </a:extLst>
          </p:cNvPr>
          <p:cNvSpPr txBox="1"/>
          <p:nvPr/>
        </p:nvSpPr>
        <p:spPr>
          <a:xfrm>
            <a:off x="8309353" y="870258"/>
            <a:ext cx="2907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i="0" dirty="0">
                <a:solidFill>
                  <a:srgbClr val="383A42"/>
                </a:solidFill>
                <a:effectLst/>
                <a:latin typeface="Source Code Pro" panose="020B0509030403020204" pitchFamily="49" charset="0"/>
              </a:rPr>
              <a:t>IMAGE_BOUND_FORWARDER_REF</a:t>
            </a:r>
            <a:endParaRPr lang="zh-CN" altLang="en-US" sz="12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4F680DD-9165-0757-A8C6-2414D6A62604}"/>
              </a:ext>
            </a:extLst>
          </p:cNvPr>
          <p:cNvSpPr txBox="1"/>
          <p:nvPr/>
        </p:nvSpPr>
        <p:spPr>
          <a:xfrm>
            <a:off x="8350332" y="1312067"/>
            <a:ext cx="2907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i="0" dirty="0">
                <a:solidFill>
                  <a:srgbClr val="383A42"/>
                </a:solidFill>
                <a:effectLst/>
                <a:latin typeface="Source Code Pro" panose="020B0509030403020204" pitchFamily="49" charset="0"/>
              </a:rPr>
              <a:t>IMAGE_BOUND_FORWARDER_REF</a:t>
            </a:r>
            <a:endParaRPr lang="zh-CN" altLang="en-US" sz="1200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8DD257FD-5903-41BF-69DB-83344BC359B4}"/>
              </a:ext>
            </a:extLst>
          </p:cNvPr>
          <p:cNvSpPr txBox="1"/>
          <p:nvPr/>
        </p:nvSpPr>
        <p:spPr>
          <a:xfrm>
            <a:off x="8304810" y="2945639"/>
            <a:ext cx="2907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i="0" dirty="0">
                <a:solidFill>
                  <a:srgbClr val="383A42"/>
                </a:solidFill>
                <a:effectLst/>
                <a:latin typeface="Source Code Pro" panose="020B0509030403020204" pitchFamily="49" charset="0"/>
              </a:rPr>
              <a:t>IMAGE_BOUND_FORWARDER_REF</a:t>
            </a:r>
            <a:endParaRPr lang="zh-CN" altLang="en-US" sz="1200" dirty="0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C7A9B9A-6720-18B0-2C0E-5E7FCB8564DA}"/>
              </a:ext>
            </a:extLst>
          </p:cNvPr>
          <p:cNvSpPr/>
          <p:nvPr/>
        </p:nvSpPr>
        <p:spPr>
          <a:xfrm>
            <a:off x="6808" y="3651501"/>
            <a:ext cx="3170983" cy="13685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F5C11557-2EC6-AEA2-F229-BDA38B79DA09}"/>
              </a:ext>
            </a:extLst>
          </p:cNvPr>
          <p:cNvCxnSpPr>
            <a:cxnSpLocks/>
            <a:endCxn id="43" idx="3"/>
          </p:cNvCxnSpPr>
          <p:nvPr/>
        </p:nvCxnSpPr>
        <p:spPr>
          <a:xfrm flipV="1">
            <a:off x="626849" y="4335767"/>
            <a:ext cx="2550942" cy="746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8" name="墨迹 47">
                <a:extLst>
                  <a:ext uri="{FF2B5EF4-FFF2-40B4-BE49-F238E27FC236}">
                    <a16:creationId xmlns:a16="http://schemas.microsoft.com/office/drawing/2014/main" id="{CCA31D77-DB04-B3A8-56F3-933F8F1CE4D4}"/>
                  </a:ext>
                </a:extLst>
              </p14:cNvPr>
              <p14:cNvContentPartPr/>
              <p14:nvPr/>
            </p14:nvContentPartPr>
            <p14:xfrm>
              <a:off x="583401" y="4172799"/>
              <a:ext cx="141120" cy="19080"/>
            </p14:xfrm>
          </p:contentPart>
        </mc:Choice>
        <mc:Fallback xmlns="">
          <p:pic>
            <p:nvPicPr>
              <p:cNvPr id="48" name="墨迹 47">
                <a:extLst>
                  <a:ext uri="{FF2B5EF4-FFF2-40B4-BE49-F238E27FC236}">
                    <a16:creationId xmlns:a16="http://schemas.microsoft.com/office/drawing/2014/main" id="{CCA31D77-DB04-B3A8-56F3-933F8F1CE4D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77281" y="4166679"/>
                <a:ext cx="15336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9" name="墨迹 48">
                <a:extLst>
                  <a:ext uri="{FF2B5EF4-FFF2-40B4-BE49-F238E27FC236}">
                    <a16:creationId xmlns:a16="http://schemas.microsoft.com/office/drawing/2014/main" id="{D90451E7-140A-1B95-6989-329523CCE55D}"/>
                  </a:ext>
                </a:extLst>
              </p14:cNvPr>
              <p14:cNvContentPartPr/>
              <p14:nvPr/>
            </p14:nvContentPartPr>
            <p14:xfrm>
              <a:off x="3872361" y="3853839"/>
              <a:ext cx="360" cy="360"/>
            </p14:xfrm>
          </p:contentPart>
        </mc:Choice>
        <mc:Fallback xmlns="">
          <p:pic>
            <p:nvPicPr>
              <p:cNvPr id="49" name="墨迹 48">
                <a:extLst>
                  <a:ext uri="{FF2B5EF4-FFF2-40B4-BE49-F238E27FC236}">
                    <a16:creationId xmlns:a16="http://schemas.microsoft.com/office/drawing/2014/main" id="{D90451E7-140A-1B95-6989-329523CCE55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866241" y="3847719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0" name="墨迹 49">
                <a:extLst>
                  <a:ext uri="{FF2B5EF4-FFF2-40B4-BE49-F238E27FC236}">
                    <a16:creationId xmlns:a16="http://schemas.microsoft.com/office/drawing/2014/main" id="{EF6984B8-7AEC-B8A9-DD41-9FF0F7279BF2}"/>
                  </a:ext>
                </a:extLst>
              </p14:cNvPr>
              <p14:cNvContentPartPr/>
              <p14:nvPr/>
            </p14:nvContentPartPr>
            <p14:xfrm>
              <a:off x="1515441" y="4185039"/>
              <a:ext cx="15120" cy="641880"/>
            </p14:xfrm>
          </p:contentPart>
        </mc:Choice>
        <mc:Fallback xmlns="">
          <p:pic>
            <p:nvPicPr>
              <p:cNvPr id="50" name="墨迹 49">
                <a:extLst>
                  <a:ext uri="{FF2B5EF4-FFF2-40B4-BE49-F238E27FC236}">
                    <a16:creationId xmlns:a16="http://schemas.microsoft.com/office/drawing/2014/main" id="{EF6984B8-7AEC-B8A9-DD41-9FF0F7279BF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509321" y="4178919"/>
                <a:ext cx="27360" cy="654120"/>
              </a:xfrm>
              <a:prstGeom prst="rect">
                <a:avLst/>
              </a:prstGeom>
            </p:spPr>
          </p:pic>
        </mc:Fallback>
      </mc:AlternateContent>
      <p:sp>
        <p:nvSpPr>
          <p:cNvPr id="53" name="文本框 52">
            <a:extLst>
              <a:ext uri="{FF2B5EF4-FFF2-40B4-BE49-F238E27FC236}">
                <a16:creationId xmlns:a16="http://schemas.microsoft.com/office/drawing/2014/main" id="{D34FECB4-C0EC-1993-7E81-45806F3662CA}"/>
              </a:ext>
            </a:extLst>
          </p:cNvPr>
          <p:cNvSpPr txBox="1"/>
          <p:nvPr/>
        </p:nvSpPr>
        <p:spPr>
          <a:xfrm>
            <a:off x="682131" y="3639195"/>
            <a:ext cx="19506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0" i="0" dirty="0" err="1">
                <a:solidFill>
                  <a:srgbClr val="383A42"/>
                </a:solidFill>
                <a:effectLst/>
                <a:latin typeface="Source Code Pro" panose="020B0509030403020204" pitchFamily="49" charset="0"/>
              </a:rPr>
              <a:t>TimeDateStamp</a:t>
            </a:r>
            <a:endParaRPr lang="zh-CN" altLang="en-US" sz="1600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73A50506-1B40-352E-BD1B-579273113BB0}"/>
              </a:ext>
            </a:extLst>
          </p:cNvPr>
          <p:cNvSpPr txBox="1"/>
          <p:nvPr/>
        </p:nvSpPr>
        <p:spPr>
          <a:xfrm>
            <a:off x="1496968" y="4224186"/>
            <a:ext cx="19506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0" i="0" dirty="0" err="1">
                <a:solidFill>
                  <a:srgbClr val="383A42"/>
                </a:solidFill>
                <a:effectLst/>
                <a:latin typeface="Source Code Pro" panose="020B0509030403020204" pitchFamily="49" charset="0"/>
              </a:rPr>
              <a:t>OffsetModuleName</a:t>
            </a:r>
            <a:endParaRPr lang="zh-CN" altLang="en-US" sz="1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7" name="墨迹 56">
                <a:extLst>
                  <a:ext uri="{FF2B5EF4-FFF2-40B4-BE49-F238E27FC236}">
                    <a16:creationId xmlns:a16="http://schemas.microsoft.com/office/drawing/2014/main" id="{4CED9280-0419-03B0-72CD-3DBB9CF795EB}"/>
                  </a:ext>
                </a:extLst>
              </p14:cNvPr>
              <p14:cNvContentPartPr/>
              <p14:nvPr/>
            </p14:nvContentPartPr>
            <p14:xfrm>
              <a:off x="55281" y="4173159"/>
              <a:ext cx="650520" cy="30240"/>
            </p14:xfrm>
          </p:contentPart>
        </mc:Choice>
        <mc:Fallback xmlns="">
          <p:pic>
            <p:nvPicPr>
              <p:cNvPr id="57" name="墨迹 56">
                <a:extLst>
                  <a:ext uri="{FF2B5EF4-FFF2-40B4-BE49-F238E27FC236}">
                    <a16:creationId xmlns:a16="http://schemas.microsoft.com/office/drawing/2014/main" id="{4CED9280-0419-03B0-72CD-3DBB9CF795E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9161" y="4167039"/>
                <a:ext cx="66276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9" name="墨迹 58">
                <a:extLst>
                  <a:ext uri="{FF2B5EF4-FFF2-40B4-BE49-F238E27FC236}">
                    <a16:creationId xmlns:a16="http://schemas.microsoft.com/office/drawing/2014/main" id="{F013AFCF-3E10-E61D-4175-BFC59B90119B}"/>
                  </a:ext>
                </a:extLst>
              </p14:cNvPr>
              <p14:cNvContentPartPr/>
              <p14:nvPr/>
            </p14:nvContentPartPr>
            <p14:xfrm>
              <a:off x="2313561" y="4461159"/>
              <a:ext cx="360" cy="360"/>
            </p14:xfrm>
          </p:contentPart>
        </mc:Choice>
        <mc:Fallback xmlns="">
          <p:pic>
            <p:nvPicPr>
              <p:cNvPr id="59" name="墨迹 58">
                <a:extLst>
                  <a:ext uri="{FF2B5EF4-FFF2-40B4-BE49-F238E27FC236}">
                    <a16:creationId xmlns:a16="http://schemas.microsoft.com/office/drawing/2014/main" id="{F013AFCF-3E10-E61D-4175-BFC59B90119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307441" y="4455039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60" name="文本框 59">
            <a:extLst>
              <a:ext uri="{FF2B5EF4-FFF2-40B4-BE49-F238E27FC236}">
                <a16:creationId xmlns:a16="http://schemas.microsoft.com/office/drawing/2014/main" id="{BAF56C4D-1539-22D5-41F3-6669EE0563C0}"/>
              </a:ext>
            </a:extLst>
          </p:cNvPr>
          <p:cNvSpPr txBox="1"/>
          <p:nvPr/>
        </p:nvSpPr>
        <p:spPr>
          <a:xfrm>
            <a:off x="0" y="4226419"/>
            <a:ext cx="1592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i="0" dirty="0" err="1">
                <a:solidFill>
                  <a:srgbClr val="383A42"/>
                </a:solidFill>
                <a:effectLst/>
                <a:latin typeface="Source Code Pro" panose="020B0509030403020204" pitchFamily="49" charset="0"/>
              </a:rPr>
              <a:t>NumberOfModuleForwarderRefs</a:t>
            </a:r>
            <a:endParaRPr lang="zh-CN" altLang="en-US" sz="1200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C6B8132E-F982-21D7-064D-5F7A5DE149D3}"/>
              </a:ext>
            </a:extLst>
          </p:cNvPr>
          <p:cNvSpPr txBox="1"/>
          <p:nvPr/>
        </p:nvSpPr>
        <p:spPr>
          <a:xfrm>
            <a:off x="168930" y="3285761"/>
            <a:ext cx="2907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i="0" dirty="0">
                <a:solidFill>
                  <a:srgbClr val="383A42"/>
                </a:solidFill>
                <a:effectLst/>
                <a:latin typeface="Source Code Pro" panose="020F0502020204030204" pitchFamily="49" charset="0"/>
              </a:rPr>
              <a:t>IMAGE_BOUND_IMPORT_DESCRIPTOR</a:t>
            </a:r>
            <a:endParaRPr lang="zh-CN" altLang="en-US" sz="1200" dirty="0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9A2F9DC1-7881-A105-6B8A-EB5BE5F881CB}"/>
              </a:ext>
            </a:extLst>
          </p:cNvPr>
          <p:cNvSpPr/>
          <p:nvPr/>
        </p:nvSpPr>
        <p:spPr>
          <a:xfrm>
            <a:off x="3926052" y="3562135"/>
            <a:ext cx="3170983" cy="13685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B3BFE7A1-7BEE-9FD5-8F3B-72ABBE86F852}"/>
              </a:ext>
            </a:extLst>
          </p:cNvPr>
          <p:cNvSpPr txBox="1"/>
          <p:nvPr/>
        </p:nvSpPr>
        <p:spPr>
          <a:xfrm>
            <a:off x="4207658" y="3279890"/>
            <a:ext cx="29079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i="0" dirty="0">
                <a:solidFill>
                  <a:srgbClr val="383A42"/>
                </a:solidFill>
                <a:effectLst/>
                <a:latin typeface="Source Code Pro" panose="020B0509030403020204" pitchFamily="49" charset="0"/>
              </a:rPr>
              <a:t>IMAGE_BOUND_FORWARDER_REF</a:t>
            </a:r>
            <a:endParaRPr lang="zh-CN" altLang="en-US" sz="1200" dirty="0"/>
          </a:p>
        </p:txBody>
      </p:sp>
      <p:cxnSp>
        <p:nvCxnSpPr>
          <p:cNvPr id="192" name="直接连接符 191">
            <a:extLst>
              <a:ext uri="{FF2B5EF4-FFF2-40B4-BE49-F238E27FC236}">
                <a16:creationId xmlns:a16="http://schemas.microsoft.com/office/drawing/2014/main" id="{756F7871-3FDE-4BB2-1458-0E268E18E3D6}"/>
              </a:ext>
            </a:extLst>
          </p:cNvPr>
          <p:cNvCxnSpPr>
            <a:cxnSpLocks/>
            <a:endCxn id="62" idx="3"/>
          </p:cNvCxnSpPr>
          <p:nvPr/>
        </p:nvCxnSpPr>
        <p:spPr>
          <a:xfrm flipV="1">
            <a:off x="3926052" y="4246401"/>
            <a:ext cx="3170983" cy="5183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5" name="直接连接符 194">
            <a:extLst>
              <a:ext uri="{FF2B5EF4-FFF2-40B4-BE49-F238E27FC236}">
                <a16:creationId xmlns:a16="http://schemas.microsoft.com/office/drawing/2014/main" id="{445C0682-E9E7-6CCB-4F89-EB7954D92782}"/>
              </a:ext>
            </a:extLst>
          </p:cNvPr>
          <p:cNvCxnSpPr>
            <a:cxnSpLocks/>
            <a:endCxn id="62" idx="2"/>
          </p:cNvCxnSpPr>
          <p:nvPr/>
        </p:nvCxnSpPr>
        <p:spPr>
          <a:xfrm>
            <a:off x="5511543" y="4256890"/>
            <a:ext cx="1" cy="67377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8" name="文本框 197">
            <a:extLst>
              <a:ext uri="{FF2B5EF4-FFF2-40B4-BE49-F238E27FC236}">
                <a16:creationId xmlns:a16="http://schemas.microsoft.com/office/drawing/2014/main" id="{9F8CADA5-26D2-E644-FCB2-52560FAB7AEE}"/>
              </a:ext>
            </a:extLst>
          </p:cNvPr>
          <p:cNvSpPr txBox="1"/>
          <p:nvPr/>
        </p:nvSpPr>
        <p:spPr>
          <a:xfrm>
            <a:off x="4536240" y="3695085"/>
            <a:ext cx="19506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0" i="0" dirty="0" err="1">
                <a:solidFill>
                  <a:srgbClr val="383A42"/>
                </a:solidFill>
                <a:effectLst/>
                <a:latin typeface="Source Code Pro" panose="020B0509030403020204" pitchFamily="49" charset="0"/>
              </a:rPr>
              <a:t>TimeDateStamp</a:t>
            </a:r>
            <a:endParaRPr lang="zh-CN" altLang="en-US" sz="1600" dirty="0"/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B42A4837-907F-65F7-4217-EE94900A4ECD}"/>
              </a:ext>
            </a:extLst>
          </p:cNvPr>
          <p:cNvSpPr txBox="1"/>
          <p:nvPr/>
        </p:nvSpPr>
        <p:spPr>
          <a:xfrm>
            <a:off x="5319806" y="4335767"/>
            <a:ext cx="19506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0" i="0" dirty="0" err="1">
                <a:solidFill>
                  <a:srgbClr val="383A42"/>
                </a:solidFill>
                <a:effectLst/>
                <a:latin typeface="Source Code Pro" panose="020B0509030403020204" pitchFamily="49" charset="0"/>
              </a:rPr>
              <a:t>OffsetModuleName</a:t>
            </a:r>
            <a:endParaRPr lang="zh-CN" altLang="en-US" sz="1400" dirty="0"/>
          </a:p>
        </p:txBody>
      </p:sp>
      <p:sp>
        <p:nvSpPr>
          <p:cNvPr id="200" name="文本框 199">
            <a:extLst>
              <a:ext uri="{FF2B5EF4-FFF2-40B4-BE49-F238E27FC236}">
                <a16:creationId xmlns:a16="http://schemas.microsoft.com/office/drawing/2014/main" id="{95D27962-54A3-5A1A-7911-3EF054DAFF8C}"/>
              </a:ext>
            </a:extLst>
          </p:cNvPr>
          <p:cNvSpPr txBox="1"/>
          <p:nvPr/>
        </p:nvSpPr>
        <p:spPr>
          <a:xfrm>
            <a:off x="4048984" y="4303362"/>
            <a:ext cx="10955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0" i="0" dirty="0">
                <a:solidFill>
                  <a:srgbClr val="383A42"/>
                </a:solidFill>
                <a:effectLst/>
                <a:latin typeface="Source Code Pro" panose="020B0509030403020204" pitchFamily="49" charset="0"/>
              </a:rPr>
              <a:t>Reserved</a:t>
            </a:r>
            <a:endParaRPr lang="zh-CN" altLang="en-US" sz="1400" dirty="0"/>
          </a:p>
        </p:txBody>
      </p:sp>
      <p:sp>
        <p:nvSpPr>
          <p:cNvPr id="201" name="文本框 200">
            <a:extLst>
              <a:ext uri="{FF2B5EF4-FFF2-40B4-BE49-F238E27FC236}">
                <a16:creationId xmlns:a16="http://schemas.microsoft.com/office/drawing/2014/main" id="{81313B8F-11A4-158C-C905-8CD1EDB5A840}"/>
              </a:ext>
            </a:extLst>
          </p:cNvPr>
          <p:cNvSpPr txBox="1"/>
          <p:nvPr/>
        </p:nvSpPr>
        <p:spPr>
          <a:xfrm>
            <a:off x="7270411" y="273936"/>
            <a:ext cx="1436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START</a:t>
            </a:r>
            <a:endParaRPr lang="zh-CN" altLang="en-US" dirty="0"/>
          </a:p>
        </p:txBody>
      </p:sp>
      <p:sp>
        <p:nvSpPr>
          <p:cNvPr id="202" name="文本框 201">
            <a:extLst>
              <a:ext uri="{FF2B5EF4-FFF2-40B4-BE49-F238E27FC236}">
                <a16:creationId xmlns:a16="http://schemas.microsoft.com/office/drawing/2014/main" id="{EEEE1B32-AB14-D0D5-2CCE-958339C1290F}"/>
              </a:ext>
            </a:extLst>
          </p:cNvPr>
          <p:cNvSpPr txBox="1"/>
          <p:nvPr/>
        </p:nvSpPr>
        <p:spPr>
          <a:xfrm>
            <a:off x="7270411" y="4162631"/>
            <a:ext cx="1436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END</a:t>
            </a:r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16A06162-6283-2290-5A84-E041B6DC498D}"/>
                  </a:ext>
                </a:extLst>
              </p14:cNvPr>
              <p14:cNvContentPartPr/>
              <p14:nvPr/>
            </p14:nvContentPartPr>
            <p14:xfrm>
              <a:off x="3596215" y="-445789"/>
              <a:ext cx="360" cy="36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16A06162-6283-2290-5A84-E041B6DC498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587215" y="-454789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CC54F41F-90E5-E3B4-7CAB-670BF1878CEE}"/>
                  </a:ext>
                </a:extLst>
              </p14:cNvPr>
              <p14:cNvContentPartPr/>
              <p14:nvPr/>
            </p14:nvContentPartPr>
            <p14:xfrm>
              <a:off x="5447695" y="4633091"/>
              <a:ext cx="1329120" cy="31320"/>
            </p14:xfrm>
          </p:contentPart>
        </mc:Choice>
        <mc:Fallback xmlns=""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CC54F41F-90E5-E3B4-7CAB-670BF1878CE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438695" y="4624091"/>
                <a:ext cx="134676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B25F2201-C6F6-5E68-EAC5-82A684728D17}"/>
                  </a:ext>
                </a:extLst>
              </p14:cNvPr>
              <p14:cNvContentPartPr/>
              <p14:nvPr/>
            </p14:nvContentPartPr>
            <p14:xfrm>
              <a:off x="7228975" y="144611"/>
              <a:ext cx="986400" cy="616680"/>
            </p14:xfrm>
          </p:contentPart>
        </mc:Choice>
        <mc:Fallback xmlns=""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B25F2201-C6F6-5E68-EAC5-82A684728D1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219975" y="135611"/>
                <a:ext cx="1004040" cy="63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7" name="墨迹 16">
                <a:extLst>
                  <a:ext uri="{FF2B5EF4-FFF2-40B4-BE49-F238E27FC236}">
                    <a16:creationId xmlns:a16="http://schemas.microsoft.com/office/drawing/2014/main" id="{015EAF1B-608E-4F12-A3EB-3624DC81F530}"/>
                  </a:ext>
                </a:extLst>
              </p14:cNvPr>
              <p14:cNvContentPartPr/>
              <p14:nvPr/>
            </p14:nvContentPartPr>
            <p14:xfrm>
              <a:off x="8982535" y="468611"/>
              <a:ext cx="360" cy="360"/>
            </p14:xfrm>
          </p:contentPart>
        </mc:Choice>
        <mc:Fallback xmlns="">
          <p:pic>
            <p:nvPicPr>
              <p:cNvPr id="17" name="墨迹 16">
                <a:extLst>
                  <a:ext uri="{FF2B5EF4-FFF2-40B4-BE49-F238E27FC236}">
                    <a16:creationId xmlns:a16="http://schemas.microsoft.com/office/drawing/2014/main" id="{015EAF1B-608E-4F12-A3EB-3624DC81F53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973535" y="459611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组合 18">
            <a:extLst>
              <a:ext uri="{FF2B5EF4-FFF2-40B4-BE49-F238E27FC236}">
                <a16:creationId xmlns:a16="http://schemas.microsoft.com/office/drawing/2014/main" id="{33D574A5-A1D1-E88B-71FD-E11C42F1C6CD}"/>
              </a:ext>
            </a:extLst>
          </p:cNvPr>
          <p:cNvGrpSpPr/>
          <p:nvPr/>
        </p:nvGrpSpPr>
        <p:grpSpPr>
          <a:xfrm>
            <a:off x="7697695" y="413171"/>
            <a:ext cx="1714680" cy="1062720"/>
            <a:chOff x="7697695" y="413171"/>
            <a:chExt cx="1714680" cy="106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9452DA9A-A775-D1D5-07CA-88299361D4F3}"/>
                    </a:ext>
                  </a:extLst>
                </p14:cNvPr>
                <p14:cNvContentPartPr/>
                <p14:nvPr/>
              </p14:nvContentPartPr>
              <p14:xfrm>
                <a:off x="8024935" y="883331"/>
                <a:ext cx="211680" cy="592560"/>
              </p14:xfrm>
            </p:contentPart>
          </mc:Choice>
          <mc:Fallback xmlns=""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9452DA9A-A775-D1D5-07CA-88299361D4F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015935" y="874331"/>
                  <a:ext cx="229320" cy="61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DEE3F905-6014-AE02-2A84-EF92C3D2B227}"/>
                    </a:ext>
                  </a:extLst>
                </p14:cNvPr>
                <p14:cNvContentPartPr/>
                <p14:nvPr/>
              </p14:nvContentPartPr>
              <p14:xfrm>
                <a:off x="7697695" y="583811"/>
                <a:ext cx="454320" cy="555120"/>
              </p14:xfrm>
            </p:contentPart>
          </mc:Choice>
          <mc:Fallback xmlns=""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DEE3F905-6014-AE02-2A84-EF92C3D2B22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689055" y="575171"/>
                  <a:ext cx="471960" cy="57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7D7D8FBB-C044-FB32-64FD-669A09E41B64}"/>
                    </a:ext>
                  </a:extLst>
                </p14:cNvPr>
                <p14:cNvContentPartPr/>
                <p14:nvPr/>
              </p14:nvContentPartPr>
              <p14:xfrm>
                <a:off x="8083255" y="498491"/>
                <a:ext cx="176760" cy="167040"/>
              </p14:xfrm>
            </p:contentPart>
          </mc:Choice>
          <mc:Fallback xmlns=""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7D7D8FBB-C044-FB32-64FD-669A09E41B6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074615" y="489851"/>
                  <a:ext cx="1944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3AF69A72-3950-2B7E-ECED-C12F33A3FF57}"/>
                    </a:ext>
                  </a:extLst>
                </p14:cNvPr>
                <p14:cNvContentPartPr/>
                <p14:nvPr/>
              </p14:nvContentPartPr>
              <p14:xfrm>
                <a:off x="8459815" y="629891"/>
                <a:ext cx="272880" cy="8280"/>
              </p14:xfrm>
            </p:contentPart>
          </mc:Choice>
          <mc:Fallback xmlns=""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3AF69A72-3950-2B7E-ECED-C12F33A3FF57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451175" y="621251"/>
                  <a:ext cx="2905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405C947E-1AA2-A042-50CB-8FAACD12FB7E}"/>
                    </a:ext>
                  </a:extLst>
                </p14:cNvPr>
                <p14:cNvContentPartPr/>
                <p14:nvPr/>
              </p14:nvContentPartPr>
              <p14:xfrm>
                <a:off x="8290615" y="413171"/>
                <a:ext cx="360" cy="1800"/>
              </p14:xfrm>
            </p:contentPart>
          </mc:Choice>
          <mc:Fallback xmlns=""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405C947E-1AA2-A042-50CB-8FAACD12FB7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281975" y="404531"/>
                  <a:ext cx="1800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7E1A5A24-5C59-3386-3497-09C6CB0E4647}"/>
                    </a:ext>
                  </a:extLst>
                </p14:cNvPr>
                <p14:cNvContentPartPr/>
                <p14:nvPr/>
              </p14:nvContentPartPr>
              <p14:xfrm>
                <a:off x="8429575" y="1128491"/>
                <a:ext cx="982800" cy="9000"/>
              </p14:xfrm>
            </p:contentPart>
          </mc:Choice>
          <mc:Fallback xmlns=""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7E1A5A24-5C59-3386-3497-09C6CB0E464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420575" y="1119851"/>
                  <a:ext cx="1000440" cy="2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0" name="墨迹 19">
                <a:extLst>
                  <a:ext uri="{FF2B5EF4-FFF2-40B4-BE49-F238E27FC236}">
                    <a16:creationId xmlns:a16="http://schemas.microsoft.com/office/drawing/2014/main" id="{0561211E-3285-13B1-9FB6-4EE8D6701ED7}"/>
                  </a:ext>
                </a:extLst>
              </p14:cNvPr>
              <p14:cNvContentPartPr/>
              <p14:nvPr/>
            </p14:nvContentPartPr>
            <p14:xfrm>
              <a:off x="8482855" y="1605851"/>
              <a:ext cx="360" cy="360"/>
            </p14:xfrm>
          </p:contentPart>
        </mc:Choice>
        <mc:Fallback xmlns="">
          <p:pic>
            <p:nvPicPr>
              <p:cNvPr id="20" name="墨迹 19">
                <a:extLst>
                  <a:ext uri="{FF2B5EF4-FFF2-40B4-BE49-F238E27FC236}">
                    <a16:creationId xmlns:a16="http://schemas.microsoft.com/office/drawing/2014/main" id="{0561211E-3285-13B1-9FB6-4EE8D6701ED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473855" y="159721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54DF1DDE-401C-8C30-353A-541B79A1B726}"/>
                  </a:ext>
                </a:extLst>
              </p14:cNvPr>
              <p14:cNvContentPartPr/>
              <p14:nvPr/>
            </p14:nvContentPartPr>
            <p14:xfrm>
              <a:off x="8413735" y="2435651"/>
              <a:ext cx="360" cy="360"/>
            </p14:xfrm>
          </p:contentPart>
        </mc:Choice>
        <mc:Fallback xmlns=""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54DF1DDE-401C-8C30-353A-541B79A1B72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404735" y="2427011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41" name="墨迹 40">
                <a:extLst>
                  <a:ext uri="{FF2B5EF4-FFF2-40B4-BE49-F238E27FC236}">
                    <a16:creationId xmlns:a16="http://schemas.microsoft.com/office/drawing/2014/main" id="{0A3B33DC-1630-B175-8042-06DBA53D042C}"/>
                  </a:ext>
                </a:extLst>
              </p14:cNvPr>
              <p14:cNvContentPartPr/>
              <p14:nvPr/>
            </p14:nvContentPartPr>
            <p14:xfrm>
              <a:off x="8473184" y="4476464"/>
              <a:ext cx="2614320" cy="78480"/>
            </p14:xfrm>
          </p:contentPart>
        </mc:Choice>
        <mc:Fallback xmlns="">
          <p:pic>
            <p:nvPicPr>
              <p:cNvPr id="41" name="墨迹 40">
                <a:extLst>
                  <a:ext uri="{FF2B5EF4-FFF2-40B4-BE49-F238E27FC236}">
                    <a16:creationId xmlns:a16="http://schemas.microsoft.com/office/drawing/2014/main" id="{0A3B33DC-1630-B175-8042-06DBA53D042C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464184" y="4467824"/>
                <a:ext cx="263196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42" name="墨迹 41">
                <a:extLst>
                  <a:ext uri="{FF2B5EF4-FFF2-40B4-BE49-F238E27FC236}">
                    <a16:creationId xmlns:a16="http://schemas.microsoft.com/office/drawing/2014/main" id="{3FDE74BF-3A1A-A636-20C1-AAC3119A9300}"/>
                  </a:ext>
                </a:extLst>
              </p14:cNvPr>
              <p14:cNvContentPartPr/>
              <p14:nvPr/>
            </p14:nvContentPartPr>
            <p14:xfrm>
              <a:off x="8300744" y="4251104"/>
              <a:ext cx="83520" cy="190080"/>
            </p14:xfrm>
          </p:contentPart>
        </mc:Choice>
        <mc:Fallback xmlns="">
          <p:pic>
            <p:nvPicPr>
              <p:cNvPr id="42" name="墨迹 41">
                <a:extLst>
                  <a:ext uri="{FF2B5EF4-FFF2-40B4-BE49-F238E27FC236}">
                    <a16:creationId xmlns:a16="http://schemas.microsoft.com/office/drawing/2014/main" id="{3FDE74BF-3A1A-A636-20C1-AAC3119A9300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291744" y="4242464"/>
                <a:ext cx="10116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45" name="墨迹 44">
                <a:extLst>
                  <a:ext uri="{FF2B5EF4-FFF2-40B4-BE49-F238E27FC236}">
                    <a16:creationId xmlns:a16="http://schemas.microsoft.com/office/drawing/2014/main" id="{E4D554CE-17B6-A46A-30AD-5E19523872DD}"/>
                  </a:ext>
                </a:extLst>
              </p14:cNvPr>
              <p14:cNvContentPartPr/>
              <p14:nvPr/>
            </p14:nvContentPartPr>
            <p14:xfrm>
              <a:off x="8318744" y="4203224"/>
              <a:ext cx="2922120" cy="328680"/>
            </p14:xfrm>
          </p:contentPart>
        </mc:Choice>
        <mc:Fallback xmlns="">
          <p:pic>
            <p:nvPicPr>
              <p:cNvPr id="45" name="墨迹 44">
                <a:extLst>
                  <a:ext uri="{FF2B5EF4-FFF2-40B4-BE49-F238E27FC236}">
                    <a16:creationId xmlns:a16="http://schemas.microsoft.com/office/drawing/2014/main" id="{E4D554CE-17B6-A46A-30AD-5E19523872DD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8309744" y="4194584"/>
                <a:ext cx="2939760" cy="34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7567452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Problems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1898015"/>
            <a:chOff x="839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Parse the bound import table,  the function has problems before,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DCE2076E-A614-77C3-A70F-9ABAFBCF7D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635729"/>
            <a:ext cx="12192000" cy="376316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4A87B176-EC40-DAEE-3E21-777D81766819}"/>
                  </a:ext>
                </a:extLst>
              </p14:cNvPr>
              <p14:cNvContentPartPr/>
              <p14:nvPr/>
            </p14:nvContentPartPr>
            <p14:xfrm>
              <a:off x="2576744" y="5919695"/>
              <a:ext cx="360" cy="360"/>
            </p14:xfrm>
          </p:contentPart>
        </mc:Choice>
        <mc:Fallback xmlns=""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4A87B176-EC40-DAEE-3E21-777D8176681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567744" y="591069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9E22307F-A297-B2D3-A397-DFDBD29A6AF3}"/>
                  </a:ext>
                </a:extLst>
              </p14:cNvPr>
              <p14:cNvContentPartPr/>
              <p14:nvPr/>
            </p14:nvContentPartPr>
            <p14:xfrm>
              <a:off x="1133860" y="5830238"/>
              <a:ext cx="724320" cy="1944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9E22307F-A297-B2D3-A397-DFDBD29A6AF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24860" y="5821238"/>
                <a:ext cx="74196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DAB1B0D0-8112-59E8-D686-85EA988A7CFF}"/>
                  </a:ext>
                </a:extLst>
              </p14:cNvPr>
              <p14:cNvContentPartPr/>
              <p14:nvPr/>
            </p14:nvContentPartPr>
            <p14:xfrm>
              <a:off x="878264" y="6133175"/>
              <a:ext cx="4282200" cy="3168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DAB1B0D0-8112-59E8-D686-85EA988A7CF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69624" y="6124175"/>
                <a:ext cx="4299840" cy="4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5255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-611320" y="146100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Problems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510540" y="1153160"/>
            <a:ext cx="5110480" cy="1873250"/>
            <a:chOff x="804" y="1816"/>
            <a:chExt cx="8048" cy="2950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04" y="2284"/>
              <a:ext cx="6106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 code is used for my test to find where the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imagebase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and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oep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of a process stores.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want to look for them in the context of current thread, But failed!!!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26321EF-14FE-F6E8-0AF5-BE140D8F92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818633" y="2656798"/>
            <a:ext cx="7146966" cy="259596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E3D146B-F802-BF56-7F17-018A661F69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3550" y="0"/>
            <a:ext cx="7868450" cy="618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41579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Problems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03077" y="1145940"/>
            <a:ext cx="5132705" cy="1870075"/>
            <a:chOff x="839" y="1816"/>
            <a:chExt cx="8083" cy="2945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279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This is how the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api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‘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GetModuleHandle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’ works. I guess the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gs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:[60] pointer a structure maybe it is PEB. And the [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rax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+ 10h] is the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imagebase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of the current process.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What is the I think it points to PEB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gs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:[60h]? </a:t>
              </a: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A8DD800-F2D2-2436-1E60-B9472F2D46E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67970" y="3310020"/>
            <a:ext cx="12192000" cy="316219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51051F4F-396F-AEF6-0633-CAD2329E59BC}"/>
                  </a:ext>
                </a:extLst>
              </p14:cNvPr>
              <p14:cNvContentPartPr/>
              <p14:nvPr/>
            </p14:nvContentPartPr>
            <p14:xfrm>
              <a:off x="3977452" y="5320995"/>
              <a:ext cx="1613880" cy="6912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51051F4F-396F-AEF6-0633-CAD2329E59B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968452" y="5312042"/>
                <a:ext cx="1631520" cy="86669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B05ACC0E-43FE-A375-1BB0-894E8A6E2C0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59043" y="97155"/>
            <a:ext cx="4756116" cy="3507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30752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Problems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1898015"/>
            <a:chOff x="839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[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addr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of PEB + 0x8] is the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ImageBaseAddress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. But it is ptr32! Not 64 and I do not find the 64-bits structure.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773491C-A47C-C37F-050B-2FCB7C400A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6532" y="43980"/>
            <a:ext cx="5635871" cy="6335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14403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Programs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2522253"/>
            <a:chOff x="839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know that the resource table is like the directory. Please look at the screenshot, It has three floors, WindowsProject3.rc to Dialog to IDD_ABOUTBOX, so the most important part is the third floor.</a:t>
              </a: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8D2C7F3-0257-7A96-9F92-E9187C79A5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7046" y="399569"/>
            <a:ext cx="6372225" cy="384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96592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Problems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1898015"/>
            <a:chOff x="839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write two functions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bfs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and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dfs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to parse the resource table.</a:t>
              </a: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82902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Problems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44E3D84-0727-D04F-6288-1D1D6EF620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761" y="-975871"/>
            <a:ext cx="10212684" cy="462578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AFD16D8-1165-2655-627D-C4A4198B89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1761" y="3649917"/>
            <a:ext cx="9669891" cy="3742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7263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Problems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66DCF27-C1BC-2A63-D743-83C8CD312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756" y="-299679"/>
            <a:ext cx="10165482" cy="437902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DEB0AE2-1571-DAE9-50D5-CAC857EBB1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3756" y="4040790"/>
            <a:ext cx="8631588" cy="4379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9931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Problems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1898015"/>
            <a:chOff x="839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write two functions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bfs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and </a:t>
              </a:r>
              <a:r>
                <a:rPr lang="en-US" altLang="zh-CN" sz="1700" dirty="0" err="1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dfs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to parse the resource table.</a:t>
              </a: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BF675A9-1855-198E-C1B4-E6EFCD3538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1338897"/>
            <a:ext cx="8330735" cy="386768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58C54D9-BAD6-4F6C-2892-7360BE7161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3946" y="732775"/>
            <a:ext cx="6888790" cy="447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00426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Plan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88315" y="1153160"/>
            <a:ext cx="5132705" cy="1636395"/>
            <a:chOff x="769" y="1816"/>
            <a:chExt cx="8083" cy="2577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plan 1</a:t>
              </a: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769" y="2181"/>
              <a:ext cx="8083" cy="2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Solve these problems and start to finish asignment1.</a:t>
              </a: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WViYjA4YjczODZkNzY4ZmRmNjg2ZmVlYjE2OGMwNTAifQ=="/>
  <p:tag name="KSO_WPP_MARK_KEY" val="e6c85fa1-cd61-4d87-b6eb-0c65704176e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806</TotalTime>
  <Words>549</Words>
  <Application>Microsoft Office PowerPoint</Application>
  <PresentationFormat>宽屏</PresentationFormat>
  <Paragraphs>118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6" baseType="lpstr">
      <vt:lpstr>微软雅黑</vt:lpstr>
      <vt:lpstr>Arial</vt:lpstr>
      <vt:lpstr>Calibri</vt:lpstr>
      <vt:lpstr>Calibri Light</vt:lpstr>
      <vt:lpstr>Palatino Linotype</vt:lpstr>
      <vt:lpstr>Source Code Pro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Zhong, Fangtian</dc:creator>
  <cp:lastModifiedBy>卓雲 钱</cp:lastModifiedBy>
  <cp:revision>27</cp:revision>
  <dcterms:created xsi:type="dcterms:W3CDTF">2022-09-21T15:51:00Z</dcterms:created>
  <dcterms:modified xsi:type="dcterms:W3CDTF">2023-11-02T02:43:09Z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CC2C0F941B7A40BB95BC861408F20AFB_12</vt:lpwstr>
  </property>
  <property fmtid="{D5CDD505-2E9C-101B-9397-08002B2CF9AE}" pid="3" name="KSOProductBuildVer">
    <vt:lpwstr>2052-11.1.0.14309</vt:lpwstr>
  </property>
</Properties>
</file>