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comments/modernComment_1AF_D3951D19.xml" ContentType="application/vnd.ms-powerpoint.comment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comments/modernComment_1B0_858DD4FF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comments/modernComment_1B1_3AC8570E.xml" ContentType="application/vnd.ms-powerpoint.comment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comments/modernComment_1B3_6DD4CEE4.xml" ContentType="application/vnd.ms-powerpoint.comments+xml"/>
  <Override PartName="/ppt/ink/ink12.xml" ContentType="application/inkml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8.xml" ContentType="application/vnd.openxmlformats-officedocument.presentationml.notesSlide+xml"/>
  <Override PartName="/ppt/comments/modernComment_1B4_1DE605F2.xml" ContentType="application/vnd.ms-powerpoint.comments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9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0.xml" ContentType="application/vnd.openxmlformats-officedocument.presentationml.notesSlide+xml"/>
  <Override PartName="/ppt/comments/modernComment_1B6_3280FDD1.xml" ContentType="application/vnd.ms-powerpoint.comment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1.xml" ContentType="application/vnd.openxmlformats-officedocument.presentationml.notesSlide+xml"/>
  <Override PartName="/ppt/comments/modernComment_1AB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423" r:id="rId2"/>
    <p:sldId id="424" r:id="rId3"/>
    <p:sldId id="431" r:id="rId4"/>
    <p:sldId id="432" r:id="rId5"/>
    <p:sldId id="433" r:id="rId6"/>
    <p:sldId id="434" r:id="rId7"/>
    <p:sldId id="435" r:id="rId8"/>
    <p:sldId id="436" r:id="rId9"/>
    <p:sldId id="437" r:id="rId10"/>
    <p:sldId id="438" r:id="rId11"/>
    <p:sldId id="427" r:id="rId12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9CB068E-0DAD-188A-5234-4F0D95AC1878}" name="卓雲 钱" initials="卓钱" userId="e9c72fbd0d489e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6322"/>
  </p:normalViewPr>
  <p:slideViewPr>
    <p:cSldViewPr snapToGrid="0">
      <p:cViewPr varScale="1">
        <p:scale>
          <a:sx n="71" d="100"/>
          <a:sy n="71" d="100"/>
        </p:scale>
        <p:origin x="55" y="5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omments/modernComment_1A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09A5011-73C0-4A2F-A924-B98B2167624A}" authorId="{E9CB068E-0DAD-188A-5234-4F0D95AC1878}" created="2024-02-01T03:27:49.063">
    <pc:sldMkLst xmlns:pc="http://schemas.microsoft.com/office/powerpoint/2013/main/command">
      <pc:docMk/>
      <pc:sldMk cId="0" sldId="427"/>
    </pc:sldMkLst>
    <p188:txBody>
      <a:bodyPr/>
      <a:lstStyle/>
      <a:p>
        <a:r>
          <a:rPr lang="zh-CN" altLang="en-US"/>
          <a:t>好多东西，还有assignment4没有看完</a:t>
        </a:r>
      </a:p>
    </p188:txBody>
  </p188:cm>
</p188:cmLst>
</file>

<file path=ppt/comments/modernComment_1AF_D3951D1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F95EF51-2F87-4EDB-9117-55E47375B836}" authorId="{E9CB068E-0DAD-188A-5234-4F0D95AC1878}" created="2024-02-01T01:06:48.04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49764889" sldId="431"/>
      <ac:spMk id="238" creationId="{00000000-0000-0000-0000-000000000000}"/>
      <ac:txMk cp="56" len="10">
        <ac:context len="179" hash="3759853826"/>
      </ac:txMk>
    </ac:txMkLst>
    <p188:pos x="4410514" y="1195674"/>
    <p188:replyLst>
      <p188:reply id="{8E53AA88-56B3-40ED-8A0A-4E33ACA757C5}" authorId="{E9CB068E-0DAD-188A-5234-4F0D95AC1878}" created="2024-02-01T01:09:10.172">
        <p188:txBody>
          <a:bodyPr/>
          <a:lstStyle/>
          <a:p>
            <a:r>
              <a:rPr lang="zh-CN" altLang="en-US"/>
              <a:t>Link: https://medium.com/@shivam2003/understanding-stack-smashing-and-the-stack-smash-attack-a5e7fbb1e39d</a:t>
            </a:r>
          </a:p>
        </p188:txBody>
      </p188:reply>
    </p188:replyLst>
    <p188:txBody>
      <a:bodyPr/>
      <a:lstStyle/>
      <a:p>
        <a:r>
          <a:rPr lang="zh-CN" altLang="en-US"/>
          <a:t>The codes is executed in the memory. Actually the stack is used for saving the arguments for safety.  </a:t>
        </a:r>
      </a:p>
    </p188:txBody>
  </p188:cm>
</p188:cmLst>
</file>

<file path=ppt/comments/modernComment_1B0_858DD4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28B0DD8-93BA-4E85-A54D-CC9DCA16A3D2}" authorId="{E9CB068E-0DAD-188A-5234-4F0D95AC1878}" created="2024-01-26T07:51:33.038">
    <pc:sldMkLst xmlns:pc="http://schemas.microsoft.com/office/powerpoint/2013/main/command">
      <pc:docMk/>
      <pc:sldMk cId="2240664831" sldId="432"/>
    </pc:sldMkLst>
    <p188:txBody>
      <a:bodyPr/>
      <a:lstStyle/>
      <a:p>
        <a:r>
          <a:rPr lang="zh-CN" altLang="en-US"/>
          <a:t>从这个实现方式上看，linked_addr和rebased_addr是相同的。</a:t>
        </a:r>
      </a:p>
    </p188:txBody>
  </p188:cm>
</p188:cmLst>
</file>

<file path=ppt/comments/modernComment_1B1_3AC8570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7477BBC-3409-4125-9B27-B4A3169E48BE}" authorId="{E9CB068E-0DAD-188A-5234-4F0D95AC1878}" created="2024-02-01T01:13:50.189">
    <pc:sldMkLst xmlns:pc="http://schemas.microsoft.com/office/powerpoint/2013/main/command">
      <pc:docMk/>
      <pc:sldMk cId="986208014" sldId="433"/>
    </pc:sldMkLst>
    <p188:txBody>
      <a:bodyPr/>
      <a:lstStyle/>
      <a:p>
        <a:r>
          <a:rPr lang="zh-CN" altLang="en-US"/>
          <a:t>The meaning of 'linked_addr' is different between DLL and exe.</a:t>
        </a:r>
      </a:p>
    </p188:txBody>
  </p188:cm>
</p188:cmLst>
</file>

<file path=ppt/comments/modernComment_1B3_6DD4CEE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B7832EF-AD01-49B8-BE0F-F60CE9B9E044}" authorId="{E9CB068E-0DAD-188A-5234-4F0D95AC1878}" created="2024-01-28T07:28:56.037">
    <pc:sldMkLst xmlns:pc="http://schemas.microsoft.com/office/powerpoint/2013/main/command">
      <pc:docMk/>
      <pc:sldMk cId="1842663140" sldId="435"/>
    </pc:sldMkLst>
    <p188:txBody>
      <a:bodyPr/>
      <a:lstStyle/>
      <a:p>
        <a:r>
          <a:rPr lang="zh-CN" altLang="en-US"/>
          <a:t>解决了这个问题，但是不知道为什么，这个的机制是什么？我感觉是之前WinDbg里面没有相关的symbol，需要下载一些东西，才能把_FILE_OBJECT的这个结构体表示出来</a:t>
        </a:r>
      </a:p>
    </p188:txBody>
  </p188:cm>
</p188:cmLst>
</file>

<file path=ppt/comments/modernComment_1B4_1DE605F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44C5A17-96A7-4772-83E0-5978A45933A0}" authorId="{E9CB068E-0DAD-188A-5234-4F0D95AC1878}" created="2024-01-29T11:20:05.538">
    <pc:sldMkLst xmlns:pc="http://schemas.microsoft.com/office/powerpoint/2013/main/command">
      <pc:docMk/>
      <pc:sldMk cId="501614066" sldId="436"/>
    </pc:sldMkLst>
    <p188:txBody>
      <a:bodyPr/>
      <a:lstStyle/>
      <a:p>
        <a:r>
          <a:rPr lang="zh-CN" altLang="en-US"/>
          <a:t>第一个问题就是标红的这三个要搞明白
第二个就是这个self._bytes 和实际的指令不匹配</a:t>
        </a:r>
      </a:p>
    </p188:txBody>
  </p188:cm>
  <p188:cm id="{10CB6BD7-A3E7-42AB-BA5D-CA69BF20A683}" authorId="{E9CB068E-0DAD-188A-5234-4F0D95AC1878}" created="2024-02-01T01:50:05.895">
    <pc:sldMkLst xmlns:pc="http://schemas.microsoft.com/office/powerpoint/2013/main/command">
      <pc:docMk/>
      <pc:sldMk cId="501614066" sldId="436"/>
    </pc:sldMkLst>
    <p188:txBody>
      <a:bodyPr/>
      <a:lstStyle/>
      <a:p>
        <a:r>
          <a:rPr lang="zh-CN" altLang="en-US"/>
          <a:t>再去看一下call跳转地址的两种方式</a:t>
        </a:r>
      </a:p>
    </p188:txBody>
  </p188:cm>
</p188:cmLst>
</file>

<file path=ppt/comments/modernComment_1B6_3280FDD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E858365-0DAB-454C-A8AD-CBFAA263C5EA}" authorId="{E9CB068E-0DAD-188A-5234-4F0D95AC1878}" created="2024-01-31T14:23:31.525">
    <pc:sldMkLst xmlns:pc="http://schemas.microsoft.com/office/powerpoint/2013/main/command">
      <pc:docMk/>
      <pc:sldMk cId="847314385" sldId="438"/>
    </pc:sldMkLst>
    <p188:replyLst>
      <p188:reply id="{E8A8909F-4545-4F91-93B6-55341D513142}" authorId="{E9CB068E-0DAD-188A-5234-4F0D95AC1878}" created="2024-02-01T02:00:49.688">
        <p188:txBody>
          <a:bodyPr/>
          <a:lstStyle/>
          <a:p>
            <a:r>
              <a:rPr lang="zh-CN" altLang="en-US"/>
              <a:t>angr-management 学一下咋用</a:t>
            </a:r>
          </a:p>
        </p188:txBody>
      </p188:reply>
      <p188:reply id="{AA4D1391-B4F5-4BCA-AC0A-C3C71F9B5076}" authorId="{E9CB068E-0DAD-188A-5234-4F0D95AC1878}" created="2024-02-01T02:01:22.462">
        <p188:txBody>
          <a:bodyPr/>
          <a:lstStyle/>
          <a:p>
            <a:r>
              <a:rPr lang="zh-CN" altLang="en-US"/>
              <a:t>小写</a:t>
            </a:r>
          </a:p>
        </p188:txBody>
      </p188:reply>
    </p188:replyLst>
    <p188:txBody>
      <a:bodyPr/>
      <a:lstStyle/>
      <a:p>
        <a:r>
          <a:rPr lang="zh-CN" altLang="en-US"/>
          <a:t>这个图形化界面咋搞出来的，今天折腾了半天都没找到。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31T12:52:30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24575,'72'-1'0,"78"2"0,-64 16 0,-31-9 0,-39-5 0,-1 0 0,18 0 0,427-2 0,-221-2 0,-156 2 0,89-3 0,-126-6 0,-33 5 0,0 1 0,18-2 0,39 5 0,30-2 0,-54-7 0,-33 5 0,0 1 0,17-1 0,21 2-1365,-36 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31T12:52:32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69 24575,'55'1'0,"61"-3"0,-70-6 0,-33 5 0,0 1 0,18-1 0,83 4 0,45-3 0,-103-6 0,-34 5 0,36-3 0,419 7 0,-456-2 0,0-1 0,-1-1 0,29-8 0,-29 5 0,1 2 0,-1 1 0,29-2 0,105 6-1365,-139-1-5461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31T12:52:34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 24575,'257'0'0,"-245"1"0,1 0 0,23 6 0,-23-4 0,1-1 0,16 1 0,341-2 0,-179-2 0,-175 0 0,0-1 0,20-4 0,-19 3 0,30-2 0,209 4 0,-122 2 0,-123-2 0,0 0 0,0-1 0,13-3 0,-12 2 0,0 0 0,19 0 0,-12 2 0,-1 0 0,34-7 0,-34 4 0,30-1 0,-29 4 0,28-6 0,-3 0-1365,-31 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31T12:52:36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24575,'24'0'0,"1"-1"0,-1 1 0,0 2 0,40 7 0,-43-5 0,38 2 0,7 1 0,-44-4 0,-1-1 0,28-1 0,12 0 0,-14 7 0,-34-5 0,0-1 0,17 2 0,364-3 0,-191-3 0,53 2 0,-245 1 0,-1 0 0,1 1 0,12 3 0,24 3 0,21 1 0,-44-5 0,37 1 0,-39-4 0,33 6 0,-34-3 0,34 1 0,202-6 0,-237 0 0,0-1 0,24-6 0,-10 2 0,32-10 75,-49 11-435,0 1 0,1 0 0,18-1 0,-22 5-6466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10:42.7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55 343 24575,'5'-2'0,"11"1"0,0 0 0,0 2 0,0 0 0,29 6 0,-45-7 0,0 0 0,0 0 0,0 0 0,0 0 0,0 0 0,-1 0 0,1 0 0,0 0 0,0 0 0,0 1 0,0-1 0,0 0 0,-1 0 0,1 0 0,0 0 0,0 0 0,0 0 0,0 1 0,0-1 0,0 0 0,0 0 0,0 0 0,0 0 0,-1 0 0,1 1 0,0-1 0,0 0 0,0 0 0,0 0 0,0 0 0,0 1 0,0-1 0,0 0 0,0 0 0,0 0 0,0 0 0,0 1 0,0-1 0,0 0 0,1 0 0,-1 0 0,0 0 0,0 1 0,0-1 0,0 0 0,0 0 0,0 0 0,0 0 0,0 0 0,1 0 0,-1 1 0,0-1 0,0 0 0,0 0 0,0 0 0,0 0 0,0 0 0,1 0 0,-1 0 0,0 0 0,0 0 0,0 0 0,0 0 0,1 0 0,-1 0 0,0 0 0,-10 6 0,-1 0 0,0-1 0,-13 3 0,14-4 0,0 0 0,0 0 0,0 1 0,-18 11 0,25-14 0,1 1 0,-1-1 0,1 1 0,0-1 0,-1 1 0,1 0 0,0-1 0,1 1 0,-1 0 0,0 0 0,1 1 0,0-1 0,-1 0 0,1 0 0,1 1 0,-1-1 0,0 0 0,1 1 0,0-1 0,0 5 0,0 21 0,1-16 0,-1 0 0,0 1 0,-1-1 0,-3 15 0,-1 3 0,2 1 0,1-1 0,3 56 0,1-19 0,-3-13 0,2 60 0,2-95 0,1 0 0,1-1 0,0 1 0,12 24 0,-12-34 0,0 0 0,1-1 0,0 0 0,0 0 0,1 0 0,14 13 0,17 22 0,-30-34 0,1 0 0,1 0 0,0-1 0,0-1 0,1 1 0,23 12 0,-22-13 0,108 65 0,-95-60 0,1 0 0,51 15 0,-75-27 0,25 8 0,1-1 0,0-2 0,1 0 0,0-2 0,30 0 0,214-5 0,-260 2 0,0 0 0,23 6 0,-23-4 0,1-1 0,16 2 0,148-4 0,-83-1 0,-79 0 0,1-1 0,-1-1 0,-1 0 0,25-8 0,10-3 0,-38 11 0,1-1 0,-2 0 0,1-1 0,0 0 0,13-9 0,51-38 0,-56 37 0,14-5 0,-26 16 0,-1 0 0,1 0 0,-1-1 0,8-6 0,-5 1 0,1 0 0,-2-1 0,1 0 0,-1 0 0,-1-1 0,0 0 0,-1 0 0,0-1 0,9-25 0,-11 21 0,-1 0 0,0-1 0,-1 0 0,-1 1 0,0-33 0,-4-23 0,3-109 0,7 135 0,-5 35 0,0-1 0,0-18 0,-2 10 0,-3-162 0,-1 165 0,-1 1 0,-1 0 0,0 0 0,-2 1 0,-8-17 0,15 32 0,-5-9 0,-40-80 0,24 46 0,18 36 0,0 0 0,-1 0 0,0 0 0,-1 0 0,0 1 0,-9-12 0,3 10 0,0 0 0,0 1 0,-1 0 0,0 1 0,0 1 0,-23-9 0,20 8 0,6 4 0,0 0 0,0 1 0,0 0 0,-1 1 0,1 0 0,0 0 0,-11 1 0,5 0 0,1-1 0,-15-3 0,-80-17 0,92 17 0,0 2 0,-19-1 0,17 2 0,-28-6 0,18 2 0,-1 2 0,1 1 0,-53 4 0,20-1 0,2 0 0,-68-2 0,71-7 0,36 4 0,-37-1 0,57 5 0,-19 0 0,0-1 0,0 0 0,-28-7 0,25 5 0,0 0 0,0 1 0,-46 3 0,26 0 0,38-2 0,0 1 0,0 0 0,1 1 0,-1-1 0,0 1 0,0 0 0,0 1 0,1-1 0,-1 1 0,1-1 0,-1 2 0,1-1 0,0 0 0,0 1 0,0 0 0,0-1 0,0 2 0,0-1 0,1 0 0,-1 1 0,1 0 0,0-1 0,0 1 0,1 1 0,-1-1 0,1 0 0,0 0 0,0 1 0,0 0 0,-1 7 0,0-3 22,-1-1 0,0 1 0,0-1 0,-1 0 0,-10 14 0,7-12-521,2 0 0,-8 14 0,10-14-6327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10:48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0 122 24575,'19'0'0,"0"-1"0,0 0 0,33-8 0,-24 4 0,-1 2 0,1 1 0,-1 1 0,34 3 0,2 0 0,-9-1 0,62-3 0,-59-6 0,-36 5 0,38-3 0,-27 5 0,41-8 0,-59 7 0,56-4-607,-43 4-2519,30-4-1,-17 1 5764,1 1-1,76 5 1,-43 0-3687,4 0 1050,86-2 0,-88-10-396,-36 5 241,3-1 155,-20 3 0,48-2 0,-41 6 184,1-1-1,44-8 1,-36 4-184,1 2 0,80 3 0,-46 1 0,233-1 0,-291 1 0,1 1 0,20 4 0,-19-2 0,30 1 0,-21-4 0,48 8 0,-34-4 0,0-2 0,76-3 0,-43-2 0,233 2 0,-294 1 0,0 0 0,22 6 0,-21-4 0,0-1 0,16 2 0,-11-4 0,1 1 0,33 8 0,-33-6 0,0-1 0,0 0 0,21-1 0,-21-2 0,0 2 0,-1 1 0,26 4 0,-18-1 0,1-2 0,0-1 0,-1-1 0,32-3 0,4 0 0,-44 3 0,39 7 0,-38-5 0,35 3 0,19-8 0,57 3 0,-85 8 0,-34-6 0,0-1 0,21 2 0,38-4 0,28 0 0,-53 9 0,-33-7 0,-1 1 0,19 0 0,54-4 0,35 2 0,-74 7 0,-34-5 0,1 0 0,18 0 0,181-2 0,-100-2 0,-99 1 0,0 2 0,23 4 0,-23-3 0,1 0 0,16 0 0,37-3 0,-33 0 0,1 1 0,51 8 0,-64-6 0,0-1 0,36-1 0,10 0 0,-21 7 0,-34-5 0,-1 0 0,19 0 0,374-2 0,-196-3 0,643 2 0,-839 1 0,0 1 0,22 4 0,-21-3 0,0 0 0,16 0 0,3-3 0,-3 1 0,0 0 0,31 7 0,-39-5 0,0-1 0,34-2 0,14 2 0,-24 7 0,-34-6 0,0-1 0,20 2 0,47 4 0,-52-4 0,37 1 0,-29-5 0,-11-1 0,1 1 0,-1 1 0,47 8 0,-44-4 0,0-2 0,0-1 0,1-1 0,31-3 0,4 0 0,-53 2 0,26 0 0,0 1 0,53 8 0,-50-3 0,1-3 0,79-3 0,-44-2 0,760 2 0,-823-1 0,1 0 0,23-6 0,-22 4 0,-1 1 0,18-1 0,374 2 0,-196 2 0,-192-2 0,0 0 0,19-5 0,-17 2 0,28-1 0,222 4 0,-129 2 0,-123-2 0,0 0 0,20-5 0,-19 2 0,29-1 0,73 6 0,50-2 0,-113-8 0,-37 6 0,40-3 0,-43 5 0,15 2 0,-1-3 0,42-6 0,-48 5 0,-1 1 0,46 1 0,15 0 0,1-15-1365,-72 15-5461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10:52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1263 24575,'-7'1'0,"0"-2"0,-1 1 0,1-1 0,-1 0 0,-9-3 0,14 3 0,0 0 0,0-1 0,0 1 0,0-1 0,0 0 0,0 0 0,1 0 0,-1 0 0,0 0 0,1 0 0,0-1 0,0 0 0,-1 1 0,-1-4 0,-21-30 0,17 27 0,1-1 0,1 0 0,-1 0 0,2 0 0,-10-22 0,15 30 0,-37-122 0,32 102 0,1-1 0,1 0 0,0-36 0,2 39 0,-7-38 0,5 37 0,-2-33 0,6-254 0,0 293 0,0 1 0,1-1 0,1 1 0,9-27 0,-9 35 0,0 1 0,0-1 0,1 1 0,-1 0 0,1 0 0,0 0 0,0 1 0,1 0 0,0 0 0,5-4 0,20-20 0,-24 21 0,0 1 0,1 0 0,-1 1 0,1 0 0,0 0 0,1 0 0,-1 1 0,1 0 0,10-3 0,9-3 0,41-8 0,-15 5 0,-28 7 0,27-2 0,-11 1 0,79-9 0,-93 12 0,-1 2 0,49 2 0,18-1 0,-36-7 0,-35 4 0,36-1 0,29 6 0,65-2 0,-96-7 0,-34 4 0,36-1 0,723 5-347,-352 1 694,-413-2-347,0-1 0,23-4 0,-22 2 0,31-2 0,-13 6 0,-6-1 0,0 0 0,32-7 0,-22 3 0,1 2 0,79 3 0,-44 2 0,2089-2 0,-2147 1 0,0 0 0,20 5 0,-18-2 0,28 1 0,58-6 0,46 2 0,-99 8 0,-34-6 0,31 3 0,322-5-1430,-179-2 2860,-179 1-1430,-1 2 0,24 4 0,-22-3 0,0 0 0,16 0 0,307-2 0,-163-2 0,-161 1 0,0 2 0,22 4 0,-21-3 0,0 0 0,16 0 0,364-2 0,-191-2 0,-186 1 0,0 2 0,20 4 0,-19-2 0,30 1 0,-5-5 0,-22 0 0,0 0 0,-1 2 0,35 6 0,-28-4 0,1-1 0,-1-1 0,1-1 0,31-3 0,4 0 0,1744 2 0,-1790 1 0,0 1 0,19 4 0,-17-2 0,28 1 0,290-4-2378,-162-3 4756,-158 3-2378,0 1 0,19 4 0,-17-3 0,28 3 0,-14-6 0,-4 1 0,1 0 0,31 6 0,49 12 0,-9-2 0,-56-10 0,-33-5 0,1 0 0,0 0 0,21 8 0,-6 1 0,79 27 0,-98-35 0,-1 0 0,0 1 0,0 0 0,0 0 0,-1 1 0,10 8 0,-8-7 0,0 0 0,0 0 0,18 8 0,1-2 0,41 25 0,-56-29 0,17 6 0,-23-11 0,0 0 0,-1 0 0,1 1 0,-1 0 0,11 8 0,21 18 0,-25-20 0,21 19 0,-9-10 0,-21-16 0,0-1 0,0 1 0,0 0 0,0 1 0,0-1 0,3 5 0,-1 0 0,1-1 0,0 0 0,13 10 0,-13-12 0,0 1 0,-1-1 0,0 1 0,0 1 0,8 10 0,13 22 0,-15-22 0,13 23 0,-12-13 0,-2 0 0,0 2 0,10 48 0,-17-53 0,-1 0 0,-1 1 0,-1-1 0,-4 35 0,2 0 0,1 231-1365,0-276-5461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10:59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24575,'0'3'0,"0"3"0,2 2 0,2 2 0,0 2 0,-1 2 0,-1 1 0,-1-1-8191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11:03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2976 174 24575,'0'290'0,"0"-277"0,1-1 0,1 0 0,4 13 0,-3-12 0,-1 0 0,2 18 0,-3 341 0,-2-181 0,1 150 0,-1-329 0,0 0 0,-1 0 0,-4 13 0,3-12 0,1 0 0,-2 19 0,4-18 0,0-1 0,0 1 0,-1-1 0,0 1 0,-1-1 0,-1 0 0,0 1 0,-1-2 0,-5 15 0,8-25 0,0 0 0,-1-1 0,1 1 0,0 0 0,0-1 0,-1 1 0,1-1 0,-1 0 0,0 1 0,1-1 0,-1 0 0,0 0 0,0 0 0,0 0 0,0 0 0,0-1 0,0 1 0,0 0 0,-2 0 0,-6 0 0,1 0 0,0-1 0,-13-1 0,16 1 0,-1 0 0,1 0 0,0 0 0,-1 0 0,1 1 0,-11 3 0,-4 6 0,16-8 0,1 1 0,-1-1 0,0 0 0,0 0 0,0-1 0,-5 1 0,-30 7 0,26-6 0,-1 0 0,-17 1 0,-25 4 0,42-4 0,-1-2 0,-15 1 0,12-2 0,-30 7 0,30-4 0,-31 1 0,23-4 0,-48 8 0,42-5 0,0-1 0,0-2 0,-34-3 0,-57 3 0,68 7 0,34-4 0,-36 1 0,-232-5 0,277 0 0,1 2 0,-24 4 0,22-3 0,0 0 0,-16 0 0,-261-2-924,139-3-1508,135 3 2696,0 1 1,-20 4 0,19-2 1016,-30 1 0,-368-4-1281,201-3 0,167 3 0,-57-2 0,104 1 0,-1-1 0,0 1 0,1 0 0,-1-1 0,0 1 0,1-1 0,-1 0 0,1 0 0,-1 1 0,1-1 0,-1 0 0,1 0 0,-1 0 0,1 0 0,0-1 0,0 1 0,-1 0 0,1-1 0,0 1 0,0 0 0,0-1 0,1 1 0,-1-1 0,0 0 0,1 1 0,-1-1 0,1 0 0,-1 1 0,1-1 0,-1-2 0,0-6 0,0-1 0,1 1 0,0 0 0,2-12 0,-1 3 0,2-485 0,-4 274 0,1-333 0,-1 550 0,0 1 0,-6-24 0,4 22 0,1 0 0,-1-16 0,-6-43 0,5 50 0,-1-34 0,6 37 0,-2-1 0,-1 1 0,-5-28 0,-7-40 0,13 87 0,1-1 0,-1 1 0,1 0 0,0-1 0,-1 1 0,1 0 0,0 0 0,0-1 0,0 1 0,0 0 0,0-1 0,0 1 0,1 0 0,-1-1 0,0 1 0,0 0 0,1 0 0,-1-1 0,1 1 0,0 0 0,-1 0 0,1 0 0,0 0 0,1-2 0,0 2 0,0 0 0,0 0 0,0-1 0,0 2 0,0-1 0,0 0 0,0 0 0,1 1 0,-1-1 0,0 1 0,1-1 0,-1 1 0,3 0 0,41-1 0,48 5 0,-38 4 0,-34-4 0,37 1 0,-41-4 0,34 6 0,-33-3 0,28 1 0,25-5-142,-36-1-31,0 2 0,59 9-1,41 7 174,-114-14 104,1-1 0,23-1 0,-26-1 13,1 0-1,35 7 1,-28-3-117,1 0 0,0-3 0,38-1 0,35 2 0,-45 6 0,-35-5 0,36 3 0,1-7 0,-21 0 0,0 2 0,65 9 0,34 8 0,-117-15 0,0-1 0,24 0 0,-25-2 0,1 1 0,27 5 0,-20-2 0,-1-1 0,1-1 0,28-2 0,32 1 0,-30 7 0,-36-4 0,37 1 0,351-5 0,-391-1 0,-1-1 0,19-4 0,-17 3 0,28-2 0,54 5-1365,-86 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11:04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685 8 24575,'1'0'0,"-1"-1"0,0 1 0,0 0 0,0 0 0,0 0 0,0-1 0,0 1 0,0 0 0,0 0 0,0 0 0,0-1 0,0 1 0,0 0 0,0 0 0,0 0 0,0-1 0,0 1 0,0 0 0,0 0 0,0 0 0,0-1 0,0 1 0,-1 0 0,1 0 0,0 0 0,0 0 0,0-1 0,0 1 0,0 0 0,0 0 0,-1 0 0,1 0 0,0 0 0,0 0 0,0-1 0,0 1 0,-1 0 0,1 0 0,0 0 0,0 0 0,0 0 0,-1 0 0,1 0 0,0 0 0,-1 0 0,-8 7 0,-5 14 0,4-6 0,-16 22 0,-3 4 0,-13 27 0,-100 123 0,132-179 0,-15 25 0,18-25 0,-1 0 0,-18 20 0,-69 75-880,29-32 365,36-38 1039,17-20-88,-18 17-1,9-6-435,20-24 0,-1-1 0,1 1 0,-1-1 0,0 1 0,0-1 0,0 0 0,0 0 0,0 0 0,-1-1 0,1 1 0,-7 3 0,-3 2 0,-1-1 0,14-7 0,-1 0 0,1-1 0,-1 1 0,1 0 0,0-1 0,-1 1 0,1 0 0,0-1 0,-1 1 0,1 0 0,0-1 0,-1 1 0,1 0 0,0-1 0,0 1 0,-1-1 0,1 1 0,0-1 0,0 1 0,0-1 0,0 1 0,0-1 0,-1 1 0,1-1 0,0 1 0,0-1 0,0 1 0,0-1 0,0 1 0,1-1 0,-1 1 0,0-1 0,1-64-1365,0 49-5461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11:04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24575,'5'1'0,"-1"-1"0,1 1 0,-1 0 0,0 1 0,1-1 0,-1 1 0,0-1 0,0 1 0,0 1 0,0-1 0,0 0 0,-1 1 0,6 4 0,5 6 0,22 25 0,-33-34 0,36 40 0,66 78 0,48 71 0,-66-74 0,14 17 0,-66-90 0,12 16 0,-14-28 0,-16-17 0,22 28 0,-33-35-1365,-1 0-5461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8T07:16:08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628 199 24575,'-11'0'0,"0"1"0,0-1 0,0 2 0,0 0 0,-15 4 0,19-4 0,0 1 0,1 0 0,-1 1 0,1-1 0,0 1 0,0 0 0,1 1 0,-1-1 0,-7 9 0,-28 23 0,33-30 0,0 0 0,0 1 0,0 1 0,1-1 0,-12 16 0,-4 11 0,-31 34 0,39-51 0,3-4 0,1 0 0,-19 30 0,11-14 0,-42 51 0,43-58 0,5-6 0,-73 83 0,82-95 0,1 0 0,0 0 0,-1 0 0,1 0 0,1 1 0,-1-1 0,1 1 0,0 0 0,0 0 0,0 0 0,0 0 0,1 0 0,0 0 0,0 0 0,0 0 0,1 1 0,0-1 0,0 0 0,0 0 0,1 1 0,-1-1 0,3 8 0,2 1 0,0 1 0,1-1 0,0 0 0,1-1 0,0 0 0,16 20 0,-13-17 0,-1 0 0,9 21 0,-11-22 0,0 0 0,1-1 0,15 21 0,30 39 0,-36-48 0,1-1 0,34 36 0,-36-46 0,23 15 0,-2-2 0,-22-17 0,0-1 0,1-1 0,1-1 0,21 9 0,-9-4 0,-14-8 0,0 1 0,19 3 0,16 5 0,-39-11 0,-1 0 0,1-1 0,-1 0 0,23 1 0,45-5 0,-26 1 0,-34 2 0,38 6 0,-36-3 0,34 1 0,276-6 0,-313 0 0,-1 0 0,20-5 0,-19 2 0,29-1 0,63-6 0,-70 6 0,-2-3 0,-27 5 0,1 1 0,14-2 0,1 1 0,-1-1 0,1-2 0,28-9 0,12-4 0,-12 5 0,41-8 0,-58 15 0,-23 4 0,0 1 0,20-2 0,-4 4 0,56-9 0,-66 6 0,1 1 0,27 1 0,11 0 0,-14-7 0,-33 5 0,1 1 0,16-1 0,-1 0 0,1 0 0,35-10 0,12-2 0,8-2 0,-49 11 0,-1-1 0,46-17 0,51-12 0,-16 5 0,-25 9 0,-9 6 0,-62 13 0,0 1 0,0 0 0,22 2 0,-22 0 0,0-1 0,0 0 0,25-5 0,-26 2 0,31-1 0,-30 4 0,27-6 0,6-3 0,73-3 0,-111 12 0,42-6 0,-35 3 0,34-1 0,-35 4 0,0-1 0,21-5 0,-7 0 0,2 0 0,-23 4 0,1 1 0,22-2 0,50-5 0,-55 5 0,34 0 0,1667 5 0,-1720 0 0,1 0 0,21 5 0,-21-3 0,1 0 0,15 0 0,220-3 0,-118-1 0,-119 2 0,1 0 0,21 6 0,-21-5 0,1 1 0,15 0 0,319-2 0,-168-2 0,-164 0 0,1-1 0,18-4 0,-17 3 0,28-2 0,159 4 0,-97 2 0,-97-1 0,-1-1 0,0-1 0,12-3 0,24-3 0,53-8 0,0-1 0,-80 15 0,25-6 0,-8 1 0,-20 3 0,0-1 0,0 0 0,0-1 0,0-1 0,27-17 0,5-2 0,-43 23 0,1-1 0,-1 0 0,0-1 0,0 1 0,-1-1 0,1 0 0,5-9 0,11-9 0,54-66 0,-68 80 0,-1-2 0,0 1 0,-1-1 0,0 1 0,0-1 0,-1-1 0,-1 1 0,0-1 0,0 1 0,-1-1 0,-1 0 0,0 0 0,-1-23 0,0 33 0,0-15 0,-1 0 0,-5-30 0,5 41 0,-1 0 0,0 0 0,0 1 0,-1-1 0,1 1 0,-1-1 0,0 1 0,-1 0 0,1 0 0,-1 0 0,-6-5 0,5 4 0,0 0 0,-1 1 0,0 0 0,0 0 0,0 1 0,-1-1 0,1 1 0,-1 1 0,0-1 0,0 1 0,0 0 0,-1 1 0,1 0 0,-1 0 0,1 1 0,-1 0 0,0 0 0,-7 0 0,-8 0 0,1-2 0,0 0 0,-32-10 0,8 2 0,29 7 0,1-1 0,-24-12 0,5 3 0,16 7 0,5 1 0,-26-7 0,30 11 0,1-1 0,0-1 0,0 1 0,0-2 0,0 1 0,-15-12 0,17 13 0,0 0 0,0 0 0,0 1 0,0 0 0,-1 0 0,1 1 0,-1 0 0,-7-1 0,-20-3 0,-48-11 0,1 0 0,-1-1 0,45 9 0,16 4 0,-37-12 0,18 3 0,0 2 0,-65-9 0,70 13 0,22 3 0,0 2 0,-21-2 0,-11 4 0,24 1 0,0-1 0,1-2 0,-40-6 0,35 4 0,0 0 0,-1 2 0,1 2 0,-32 2 0,-3-1 0,-615-1 0,663 1 0,1 0 0,-22 6 0,21-4 0,-1-1 0,-15 1 0,-374-2 0,195-2 0,-979 1 0,1174-1 0,1 0 0,-22-6 0,21 5 0,-1-1 0,-16 0 0,-106 4-600,-57-2-85,136-7 1341,37 5-361,-36-3 1,-406 7-258,450-2-38,0 0 0,-23-5 0,22 3 0,-1 0 0,-15 0 0,-352 2 0,185 3 0,183-3 0,1 0 0,-22-6 0,20 4 0,1 1 0,-16-1 0,-154 3 0,85 0 0,85 0 0,1-2 0,-22-4 0,20 3 0,1 1 0,-16-1 0,-374 1 0,195 4 0,145-3 0,-71 2 0,112 3 0,1 1 0,-1 0 0,1 2 0,-28 12 0,8-3 0,-5 4 0,-12 4 0,28-14 0,-35 18 0,42-20 0,19-7 0,1 0 0,-1 0 0,0 0 0,1 1 0,-1-1 0,1 1 0,-1 0 0,1 0 0,0 1 0,-6 4 0,9-7 0,0 0 0,0 0 0,0 1 0,0-1 0,0 0 0,0 0 0,-1 1 0,1-1 0,0 0 0,0 1 0,0-1 0,0 0 0,0 0 0,0 1 0,0-1 0,0 0 0,0 1 0,0-1 0,0 0 0,0 0 0,1 1 0,-1-1 0,0 0 0,0 0 0,0 1 0,0-1 0,0 0 0,1 0 0,-1 1 0,0-1 0,0 0 0,0 0 0,1 1 0,-1-1 0,0 0 0,0 0 0,0 0 0,1 0 0,-1 0 0,0 1 0,0-1 0,1 0 0,-1 0 0,0 0 0,1 0 0,-1 0 0,0 0 0,0 0 0,1 0 0,-1 0 0,0 0 0,1 0 0,18 3 0,-19-3 0,25 0 0,-19 0 0,1 0 0,-1 0 0,0 0 0,1 1 0,-1 0 0,0 0 0,1 0 0,-1 1 0,0 0 0,9 5 0,-14-7 0,-1 0 0,0 0 0,0 0 0,1 0 0,-1 1 0,0-1 0,0 0 0,0 0 0,1 0 0,-1 0 0,0 1 0,0-1 0,0 0 0,0 0 0,1 1 0,-1-1 0,0 0 0,0 0 0,0 1 0,0-1 0,0 0 0,0 0 0,0 1 0,0-1 0,0 0 0,1 0 0,-1 1 0,0-1 0,0 0 0,-1 0 0,1 1 0,0-1 0,0 0 0,0 1 0,0-1 0,0 0 0,0 0 0,0 1 0,-11 7 0,-17 3 0,1-4-1365,17-2-5461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31T14:01:33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463 101 24575,'-3'0'0,"-1"1"0,1 0 0,-1-1 0,1 1 0,0 0 0,-1 1 0,1-1 0,0 0 0,0 1 0,0 0 0,0 0 0,0 0 0,0 0 0,0 0 0,1 1 0,-3 2 0,-6 7 0,1 1 0,-11 16 0,15-20 0,-6 9 0,2-2 0,-1-1 0,-14 15 0,-24 35 0,5-7 0,40-52 0,0-1 0,0 0 0,0 1 0,-3 7 0,3-6 0,1-1 0,-1 1 0,-7 7 0,2-3 0,0 1 0,1 1 0,1-1 0,0 1 0,0 1 0,-5 16 0,-56 166 0,63-180 0,1-1 0,0 1 0,1 0 0,1 0 0,0 17 0,1-20 0,0 1 0,-5 19 0,3-19 0,-2 28 0,5-27 0,1 118 0,1-123 0,-1-1 0,2 0 0,-1 0 0,1 0 0,1 0 0,-1 0 0,2-1 0,-1 1 0,7 7 0,8 12 0,29 29 0,-20-24 0,133 137 0,-137-146 0,-19-20 0,0-1 0,1 0 0,0 0 0,0 0 0,0 0 0,0-1 0,0 0 0,0 0 0,1-1 0,7 1 0,-3 1 0,15 1 0,0-2 0,1 0 0,45-4 0,-14 1 0,-49 1 0,0 0 0,0 0 0,0-1 0,17-2 0,-23 2 0,0 0 0,0 0 0,0-1 0,-1 1 0,1 0 0,0-1 0,0 0 0,-1 0 0,1 0 0,-1 0 0,0 0 0,1 0 0,-1 0 0,3-5 0,59-95 0,-16 39 0,-32 43 0,0 0 0,-1-1 0,16-33 0,27-63 0,-38 79 0,-10 21 0,-1-1 0,9-25 0,-11 24 0,1 1 0,10-19 0,-9 20 0,0 0 0,6-21 0,-9 23 0,12-25 0,-11 28 0,-1-1 0,7-21 0,-11 23 0,3-3 0,-2 0 0,0 0 0,0 0 0,0-20 0,-2 23 0,0-1 0,4-17 0,3-18 0,1-8 0,-6 42 0,0-1 0,0-19 0,-2 14 0,-3-111 0,1 122 0,-1-1 0,0 1 0,-1-1 0,1 1 0,-2 0 0,1 0 0,-1 0 0,-10-14 0,-3-1 0,-26-28 0,36 43 0,0 0 0,-1 1 0,0 0 0,0 1 0,-1 0 0,1 0 0,-1 1 0,-18-8 0,-22-9 0,40 17 0,0 0 0,0 1 0,-1 0 0,1 1 0,-1 0 0,-15-2 0,-18-3 0,29 5 0,-26-3 0,-15-2 0,41 5 0,-1 0 0,-16 0 0,21 3 0,1 0 0,-1 0 0,0 1 0,1 0 0,-1 1 0,1 0 0,-1 0 0,1 1 0,0 0 0,0 1 0,0 0 0,-11 6 0,-1 2-83,17-10-15,-1 0-1,1 0 0,0 1 1,-1 0-1,1 0 0,1 0 1,-1 0-1,0 0 0,1 1 1,-1-1-1,1 1 1,-4 7-1,2-1-6727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31T14:01:34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24575,'36'2'-631,"1"0"1,67 15-1,197 66-319,-265-72 662,-18-7 115,0 2 0,29 13 0,12 7 2267,-44-20-1871,0 1-1,0 0 0,0 1 0,-1 0 0,0 1 0,13 11 0,-27-20-222,1 1 0,0-1 0,-1 1 0,1-1 0,-1 0 0,1 1 0,-1-1 0,1 1 0,-1 0 0,0-1 0,1 1 0,-1-1 0,1 1 0,-1 0 0,0-1 0,0 1 0,1 0 0,-1-1 0,0 1 0,0 0 0,0-1 0,0 1 0,0 0 0,0-1 0,0 1 0,0 0 0,0-1 0,0 1 0,0 0 0,0 0 0,0-1 0,-1 1 0,1 0 0,0-1 0,0 1 0,-1-1 0,1 1 0,-1 0 0,1-1 0,0 1 0,-1-1 0,1 1 0,-1-1 0,1 1 0,-1-1 0,0 1 0,1-1 0,-1 0 0,1 1 0,-1-1 0,0 0 0,1 1 0,-2-1 0,-6 4 0,0-1 0,0 0 0,-15 2 0,12-2 0,-96 22 0,90-22 0,1 2 0,0 0 0,0 0 0,-28 15 0,26-11 0,0-1 0,-30 9 0,33-12 0,0 0 0,1 1 0,0 0 0,0 1 0,-15 10 0,-16 12 0,32-22 0,1 1 0,0 0 0,1 1 0,-12 11 0,17-14 0,0 1 0,0 0 0,0 1 0,1-1 0,1 1 0,-1 0 0,1 0 0,0 1 0,1-1 0,0 1 0,1-1 0,-1 1 0,2 0 0,-2 17 0,-6 43 0,5-47 0,-1 35 0,5-18 0,2 70 0,11-55-1365,-11-42-5461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31T14:01:36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22:34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183 144 24575,'-8'0'0,"1"0"0,-1 0 0,1 0 0,-1-1 0,1 0 0,0-1 0,-1 0 0,1 0 0,0 0 0,0-1 0,-7-4 0,7 5 0,1-1 0,-1 0 0,0 1 0,-7-1 0,7 2 0,1-1 0,0 0 0,-1 0 0,-10-5 0,17 6 0,0 1 0,0 0 0,0 0 0,-1 0 0,1 0 0,0 0 0,0 0 0,0-1 0,-1 1 0,1 0 0,0 0 0,0 0 0,0 0 0,0-1 0,-1 1 0,1 0 0,0 0 0,0 0 0,0-1 0,0 1 0,0 0 0,0 0 0,0-1 0,0 1 0,0 0 0,0 0 0,0-1 0,0 1 0,0 0 0,0 0 0,0-1 0,0 1 0,0 0 0,0 0 0,0-1 0,0 1 0,9-9 0,16-4 0,-23 13 0,4-4 19,-1 1 0,0-1 0,1 0 0,-1 0 0,-1 0 0,6-6 0,-4 4-393,0 1-1,0-1 1,10-6-1,-7 7-6451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22:36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861 1 24575,'-2'1'0,"0"0"0,0 0 0,-1 0 0,1 1 0,0-1 0,1 1 0,-1 0 0,0-1 0,0 1 0,1 0 0,-1 0 0,-1 3 0,-5 4 0,-187 166 0,91-92 0,52-43 0,48-38 0,-134 98 0,38-31-854,-74 42 1708,148-99-777,21-10-318,0 0 1,1 0 0,-1 0 0,1 0-1,-7 5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22:36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24575,'4'0'0,"1"1"0,-1-1 0,1 1 0,-1 0 0,0 0 0,1 1 0,-1-1 0,0 1 0,0 0 0,0 0 0,0 1 0,0-1 0,0 1 0,6 5 0,3 5 0,-1 0 0,17 23 0,10 11 0,-29-35 0,0 1 0,0 1 0,12 22 0,-11-18 0,12 25 0,-14-26 0,0 0 0,15 20 0,-19-29 0,0-1 0,-1 1 0,0 0 0,0 0 0,-1 0 0,0 1 0,-1-1 0,1 1 0,0 13 0,5 14 0,-2-16 0,10 21 0,5 16 0,16 56 0,-16-72 0,-22-38 0,-4-6 0,-3-7 0,-2-13-1365,5 13-5461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22:37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730 3 24575,'0'0'0,"0"0"0,0-1 0,0 1 0,-1 0 0,1 0 0,0 0 0,0-1 0,-1 1 0,1 0 0,0 0 0,0 0 0,-1 0 0,1 0 0,0-1 0,0 1 0,-1 0 0,1 0 0,0 0 0,-1 0 0,1 0 0,0 0 0,-1 0 0,1 0 0,0 0 0,0 0 0,-1 0 0,1 0 0,0 0 0,-1 0 0,1 0 0,0 1 0,0-1 0,-1 0 0,1 0 0,0 0 0,-1 0 0,1 1 0,-19 6 0,11-4 0,-49 17 0,-60 30 0,80-33 0,-32 15 0,-208 82 0,247-105 0,11-4 0,0 2 0,0 0 0,-19 10 0,28-10-1365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22:38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24575,'4'0'0,"0"0"0,-1 0 0,1 1 0,0 0 0,-1-1 0,1 1 0,-1 1 0,1-1 0,-1 0 0,1 1 0,-1 0 0,0 0 0,0 0 0,4 3 0,1 2 0,-1 1 0,0 0 0,10 13 0,9 10 0,5 1 0,-20-22 0,-1 0 0,0 0 0,0 1 0,-2 1 0,1-1 0,8 18 0,-7-11 0,1 0 0,1-1 0,16 19 0,-21-29 0,52 67 0,-45-57 0,25 26 0,-27-32 0,-1 1 0,0 1 0,-1 0 0,14 22 0,-13-16 0,1-1 0,21 24 0,-15-20 0,-2-2-1365,-10-11-5461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22:39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679 1 24575,'-5'0'0,"0"1"0,-1-1 0,1 1 0,-1 1 0,1-1 0,0 1 0,0 0 0,0 0 0,-7 4 0,-5 4 0,-20 16 0,-15 8 0,-196 99-96,195-102-161,36-21 183,1 0 0,-29 11 1,26-13 243,-27 16 1,-3 1 62,28-13-1598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22:40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605 1 24575,'-1'6'-25,"1"0"0,-1 0 0,0-1 0,-1 1 0,1 0 0,-1 0 0,-1-1 0,-3 10 0,-30 43-351,13-23 262,-48 66 114,39-58 0,19-24 261,-13 28 0,7-12-68,11-23-186,0-1-1,0 0 0,-13 11 1,11-11-87,1-1 1,0 1 0,-9 15-1,-18 41-1473,-36 57 3106,44-82-1247,17-23-311,-1-1 1,-26 28-1,32-38 5,1-1 0,-1 1 0,1-1 0,-5 13 0,5-12 0,1 1 0,-1-1 0,-1 0 0,-7 8 0,5-7-1365,2-1-5461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22:42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24575,'644'0'-753,"-628"0"651,1-2 1,18-4-1,-17 3 69,28-2 0,335 4 855,-185 2-520,-184 0-277,1 0 0,21 5 0,-20-3-319,-1 0-1,16 0 1,28-3 133,-25 0 161,0 1 0,46 7 0,-40-3 189,0-2 0,1-1 1,38-4-1,-5 1 23,-55 2-212,1 0 0,21 6 0,-21-4 0,0 0 0,19 0 0,62-4-1365,-84 1-5461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22:44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0 184 24575,'8'-1'0,"-1"0"0,1-1 0,0 0 0,-1 0 0,11-4 0,7-3 0,9-1 0,6-2 0,70-11 0,-68 17 0,-18 2 0,42-2 0,-46 5 0,34-6 0,-33 3 0,32 0 0,-37 2 0,0 1 0,0-2 0,26-7 0,-22 5 0,34-5 0,-7 1 0,-34 6 0,27-3 0,-14 4 0,48-12 0,-52 8 0,0 2 0,1 1 0,24-1 0,21 3 0,95 3 0,-81 14 0,-56-10 0,-1 1 0,48 20 0,2 1 0,-32-16 0,77 29 0,-74-18 0,-33-16 0,-1 0 0,1-1 0,1-1 0,22 7 0,-24-8-1365,-2 0-5461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22:45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0 24575,'0'5'0,"1"1"0,0-1 0,1 0 0,-1 0 0,1 0 0,0 0 0,0 0 0,0-1 0,1 1 0,0 0 0,0-1 0,0 0 0,7 7 0,-5-5 0,0 1 0,0 0 0,-1 0 0,6 11 0,12 58 0,22 29 0,-41-96 0,-3-7 0,1 0 0,0 0 0,0 0 0,-1 1 0,1-1 0,-1 0 0,0 0 0,0 1 0,0 1 0,0-3 0,0 0 0,-1 0 0,1 0 0,-1-1 0,1 1 0,-1 0 0,1 0 0,-1-1 0,0 1 0,1 0 0,-1-1 0,0 1 0,1-1 0,-1 1 0,0-1 0,0 1 0,1-1 0,-1 0 0,0 1 0,0-1 0,0 0 0,0 1 0,0-1 0,0 0 0,1 0 0,-1 0 0,0 0 0,-1 0 0,-20 2 18,0-2 0,-25-1 1,5-1-1439,28 2-5406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22:50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24575,'25'1'0,"1"2"0,-1 1 0,27 7 0,19 3 0,-50-9 0,1 0 0,27 11 0,24 7 0,-30-13 0,78 14 0,-79-17 0,-22-3 0,34 1 0,-38-4 0,-1 1 0,17 4 0,4 1 0,62 10 0,-31-2 0,-46-10 0,40 6 0,-10-2 0,-37-5 0,1-2 0,21 2 0,-18-3 0,0 0 0,35 7 0,-37-6 0,1 1 0,31-1 0,-31-2 0,0 0 0,26 6 0,-11-2 0,-1 0 0,1-2 0,47-4 0,44 4 0,-79 6 0,-32-5 0,1-1 0,17 1 0,12-3 0,-22 0 0,1 1 0,-1 0 0,32 7 0,-38-6 0,-1 0 0,26 0 0,-26-2 0,-1 0 0,1 2 0,18 3 0,-11-1 0,1-1 0,34 2 0,21 3 0,-26 1 0,1-3 0,79 2 0,-104-7 0,39 6 0,-38-3 0,36 0 0,616-5-3141,-1 1 3546,-154 1 2331,-512-2-2736,0 0 0,23-6 0,-22 4 0,0 1 0,16-1 0,58-7 0,-42 3 0,-5 0 0,-26 4 0,0 0 0,17 0 0,-8 3 0,-3 0 0,-1-1 0,0-1 0,23-4 0,-21 2 0,0 1 0,0 2 0,0 0 0,26 3 0,-25-1 0,0-1 0,0 0 0,38-7 0,29-6 0,-63 11 0,0-2 0,41-10 0,-52 10 0,0 1 0,27-2 0,14-3 0,27-10 0,-4-4 0,49-11 0,-98 26 0,-18 4 0,-1 1 0,20-2 0,23-5 0,-39 6 0,0 1 0,16-1 0,-19 2 0,0 0 0,15-5 0,21-2 0,-31 6 0,-1 0 0,0-2 0,17-5 0,-17 4 0,0 1 0,0 1 0,19-2 0,-6 1-1365,-19 1-5461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23:41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1301 1173 24575,'0'2'0,"-1"0"0,1-1 0,-1 1 0,1 0 0,-1-1 0,0 1 0,0-1 0,0 1 0,0-1 0,0 1 0,0-1 0,0 0 0,-1 1 0,-1 0 0,-20 15 0,-2-7 0,0-2 0,-1-1 0,0-1 0,0-2 0,-39 3 0,15 0 0,27-3 0,-36 1 0,-1-4 0,-94-3 0,141 0 0,1-1 0,-1-1 0,1 0 0,0 0 0,1-1 0,-1-1 0,1 1 0,-17-13 0,3 3 0,9 4 0,0-1 0,1-1 0,0 0 0,-23-28 0,2 3 0,19 22 0,-38-28 0,50 40 0,0 0 0,1-1 0,-1 0 0,1 0 0,0 0 0,-3-7 0,-15-17 0,-7-1 0,1-2 0,-31-46 0,15 6 0,-1-11 0,3 7 0,36 65 0,1 0 0,0 0 0,0 0 0,-4-19 0,3 10 0,-5-7 0,8 21 0,0-1 0,1 0 0,0 0 0,0 0 0,-2-14 0,4 19 0,0 0 0,0 0 0,0 0 0,0 0 0,0 1 0,1-1 0,-1 0 0,1 0 0,0 0 0,-1 1 0,1-1 0,0 0 0,0 1 0,0-1 0,0 1 0,0-1 0,0 1 0,1-1 0,-1 1 0,0 0 0,1 0 0,-1 0 0,1-1 0,-1 1 0,1 1 0,0-1 0,-1 0 0,3-1 0,28-10 0,40-10 0,-25 8 0,42-8 0,-40 12 0,27-7 0,-11 3 0,-24 6 0,41-8 0,-69 14 0,1 0 0,0 1 0,18 1 0,-19 0 0,0 0 0,0-1 0,-1 0 0,16-4 0,-9 1 0,1 1 0,0 1 0,0 0 0,34 3 0,-32 0 0,0-1 0,0-1 0,33-5 0,-15 0 0,-1 1 0,1 3 0,62 3 0,-26 1 0,155-2 0,-219-1 0,-1 0 0,1-1 0,12-3 0,-11 2 0,-1 0 0,19 0 0,159 0-7052,1 5 6948,6-1 7260,769-1-8827,-388 0 474,-193 0 4065,-368-1-2868,-1 0 0,20-5 0,-19 2 0,29-1 0,137 5 0,-85 1 0,-86-2 0,1 0 0,21-6 0,-21 5 0,1-1 0,15 0 0,374 2 0,-196 2 0,-181-1 0,0-1 0,38-7 0,-43 5 0,0 1 0,25 1 0,-26 1 0,0-1 0,33-5 0,-31 2 0,0 1 0,30 1 0,0 0 0,-6-6 0,-34 5 0,1 1 0,15-1 0,43-5 0,-49 4 0,34-1 0,-15 5 0,3 1 0,82-11 0,-93 6 0,1 2 0,50 3 0,32-3 0,-61-6 0,-36 4 0,39-2 0,33 8 0,66-3 0,-102-7 0,-35 4 0,37-1 0,603 6 0,-644-2 0,0-1 0,20-4 0,-18 3 0,27-2 0,270 4 0,-151 2 0,-152 0 0,1 0 0,21 6 0,-21-4 0,1-1 0,15 1 0,26-3 0,-32 0 0,1 0 0,-1 1 0,40 8 0,-49-7 0,1 0 0,-1-1 0,24 0 0,-25-2 0,0 1 0,0 1 0,0 0 0,22 5 0,-10 1 0,-1 1 0,32 5 0,-36-8 0,-1 1 0,0 0 0,0 2 0,-1 0 0,33 21 0,24 11 0,35 22 0,-91-51 0,-7-3 0,1 0 0,-1 0 0,18 18 0,69 58 0,-13-12 0,-74-61 0,0-1 0,0-1 0,28 16 0,-14-10 0,2 2 0,0-1 0,35 12 0,-54-23 0,-1 0 0,1 0 0,-1 1 0,0 0 0,0 0 0,-1 1 0,0 0 0,0 0 0,10 16 0,-15-20 0,0 0 0,0-1 0,-1 1 0,0 0 0,0 0 0,1 0 0,-2 0 0,1 0 0,0 0 0,-1 1 0,1-1 0,-1 0 0,0 0 0,0 0 0,0 4 0,-1-2 0,-1 1 0,1-1 0,-1 0 0,1 0 0,-1 0 0,-1 0 0,1 0 0,-5 5 0,-5 6 0,0-1 0,-2 0 0,-26 24 0,35-35 0,-61 61-434,-29 25-36,17-34 470,60-43 82,-1-1 0,-1-1 1,0-1-1,0-1 0,-1 0 0,0-2 0,0 0 1,-1-1-1,1-1 0,-46 3 0,2 4-1447,51-10-5461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22:05.9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0 199 24575,'497'0'-4832,"248"0"3719,-173 0-182,-342-17 1108,-155 2 146,-48 9 42,43-5 1,12 3-2,39-2 0,34-1 1224,-93 5-793,0-1-431,46-2 0,-12 1 0,-6 0 0,-36 8 0,-26 1 0,-1-2 0,44-5 0,-14-1 139,0 2 1,96 5-1,-61 2 295,-33-1-261,15 0-152,-25-4 3911,13-4-3018,37-2-1578,-41 9 664,-21 1 0,0-1 0,65-10 0,-64 5 0,0 1 0,1 3 0,39 3 0,-7-1 0,-7-2 145,70 3 292,-51 14-437,-51-11 0,-4 0 0,50 2 0,-54-6 0,32 6 0,-32-4 0,31 2 0,1273-4-379,-628-3 758,-155 2-7163,-529-1 7488,0 0 0,20-5-1,-18 2 1069,27-1-1,-21 5-871,-5 0-842,1-1-1,-1-1 1,21-4-1,16-9-57,34-6 0,-67 16 0,9-1 0,1 2 0,40-1 0,9 5-1365,-68 0-5461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22:06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1 24575,'0'370'-3392,"0"185"6784,-1-539-3392,-1 1 0,-4 18 0,3-17 0,-2 28 0,6 49 0,-2 40 0,-7-90 0,5-33 0,1 0 0,-1 18 0,2 12 0,1-13 0,-1 1 0,-7 35 0,4-42 0,2 0 0,0 0 0,1 1 0,4 31 0,3-29-1365,-2-15-5461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22:09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3780 119 24575,'-116'1'-1692,"-129"-3"-3573,173-6 4994,-20 0-117,-45-1-524,41 1 373,-131-17-409,58 4 337,91 16 574,-30-3 843,62 3 1686,-48 2-1,52 3-1784,-66-9-1,55 4-2430,0 1 0,-71 5-1,36 1 2603,-101-2 5526,-94 0-5236,79 0-984,190 1-184,-1 0 0,-19 5 0,-19 2 0,18-4 0,-47 11 0,1 0 0,60-11 0,0 1 0,0 1 0,-28 13 0,27-11 0,0 0 0,-36 8 0,35-11 0,-41 16 0,38-11 0,-9 4 0,2 1 0,-49 31 0,39-22 0,-90 45 0,109-59 0,17-7 0,0 0 0,0 0 0,0 1 0,1 0 0,-1 0 0,1 0 0,-8 8 0,-10 9 0,19-17 0,0 0 0,0 0 0,0 1 0,0 0 0,1-1 0,-1 2 0,1-1 0,1 0 0,-1 1 0,1 0 0,0-1 0,-4 13 0,2 4 0,0-3 0,1 1 0,1 0 0,-1 28 0,4-36 0,0 7 0,3 32 0,-1-44 0,-1 0 0,1-1 0,0 1 0,0-1 0,0 0 0,1 0 0,0 0 0,6 9 0,15 18 0,38 44 0,0-1 0,-42-49 0,39 39 0,4 1 0,-43-44 0,2 0 0,0-2 0,34 26 0,-47-42 0,1 1 0,0-2 0,0 0 0,16 5 0,11 4 0,25 19 0,-44-22 0,0-1 0,1 0 0,21 6 0,-25-10 0,-1 1 0,16 8 0,22 9 0,23 2 0,99 18 0,-108-29 0,-33-6 0,51 5 0,100 4-1273,-124-10 1053,28 2-167,-50-9 387,0 1 0,0 3 0,-1 1 0,50 13 0,-62-11-2751,30 3 0,69 3 2449,-78-10 38,125 11 820,-63-1-1882,-36-6 5592,-16-2-4266,35 4 0,4-1-168,-9 0 146,-16-2 1525,114-4 1,-88-4-1916,626 2 773,-705-1-264,-1 0 0,20-5 1,-18 2 32,27-1-1,53 5 152,-40 0 146,88-9 0,-39 2-1484,-73 6 428,51-8 0,-55 6 646,0 0 1,53 3-1,20 0-298,-46-9-1114,-38 6 1370,39-3-1,370 7 2109,-411-2-2083,-1-1 0,20-4 0,-19 3 0,29-2 0,-27 4 0,10 1 0,55-9 0,81-15 1907,-116 17-1907,-26 4 0,37-3 0,-39 5 0,32-6 0,-32 4 0,32-2 0,-52 5 0,30 0 0,0-1 0,38-7 0,-37 4 0,-1 1 0,1 2 0,35 2 0,52-1 0,-68-8 0,-34 5 0,30-2 0,-25 3 0,27-5 0,-28 3 0,36-1 0,-26 3 0,37-6 0,-19 1 0,67-9 0,-70 9 0,-27 3 0,31-1 0,-32 3 0,1 0 0,-1-1 0,27-9 0,4-1 0,133-36 0,-78 19 0,5-1 0,-43 13 0,-42 10 0,34-5 0,-40 8 0,0 0 0,-1-1 0,1-1 0,-1 0 0,-1-1 0,18-12 0,-1 2 0,-28 15 0,-1 0 0,1-1 0,-1 1 0,0-1 0,0 0 0,0 0 0,0 0 0,-1-1 0,0 1 0,0-1 0,0 0 0,0 0 0,-1 0 0,3-5 0,-1-3 0,0 0 0,0-1 0,-1 1 0,1-23 0,-3 31 0,-1 0 0,0 0 0,-1 0 0,1 0 0,-1 0 0,0 0 0,0 0 0,0 0 0,-1 0 0,0 0 0,0 0 0,0 1 0,0-1 0,-6-7 0,-2 0 0,0 1 0,0 0 0,-19-15 0,7 7 0,-77-79 0,57 56 0,29 30 0,-2 1 0,1 0 0,-29-15 0,-5-4 0,-26-17 0,55 35 0,-36-16 0,4 2 0,-1-2-276,-1 2-1,-107-36 0,76 31 277,-29-8 0,-86-17 0,181 51 182,-1 1 1,-28-2-1,-1-1 101,-4-2-283,-1 2 0,-73 0 0,-77 8-5762,0 0 3755,-406-2 7656,124 0-3529,469 2-2120,1 0 0,-23 6 0,22-4 0,-31 3 0,-181-6 0,109 0 0,102 0 0,1 2 0,-19 4 0,17-3 0,-28 2 0,5-4 0,12-1 0,0 1 0,-37 7 0,45-5 0,1-1 0,-27-1 0,27-1 0,0 0 0,-33 7 0,-46 6-1365,85-9-5461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23:14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1 133 24575,'0'-1'0,"0"1"0,1-1 0,-1 0 0,0 0 0,1 1 0,-1-1 0,0 0 0,1 1 0,-1-1 0,1 0 0,-1 1 0,1-1 0,0 1 0,-1-1 0,1 1 0,0-1 0,-1 1 0,1 0 0,0-1 0,-1 1 0,1 0 0,0-1 0,0 1 0,-1 0 0,1 0 0,0 0 0,1-1 0,25-2 0,-24 3 0,243-2 0,-126 4 0,-88-2 0,-8 1 0,0-2 0,0 0 0,43-8 0,-47 5 0,0 2 0,0 0 0,35 2 0,-32 0 0,0 0 0,31-5 0,4-2 0,1 2 0,90 6 0,-59 0 0,2632-1 0,-2706 1 0,1 0 0,18 5 0,-17-2 0,28 1 0,22-6 0,28 2 0,-51 7 0,-33-6 0,0 1 0,18 0 0,373-2 0,-195-2 0,1095 1 0,-1287-1 0,1-1 0,18-4 0,-17 3 0,28-2 0,-5 5 0,-20 0 0,-1-1 0,1 0 0,31-7 0,-26 4 0,1 1 0,0 1 0,0 1 0,29 3 0,5 0 0,-31-2 0,7 1 0,0-2 0,57-9 0,-56 5 0,1 2 0,-1 1 0,39 4 0,-5 0 0,-19-2 0,58-1 0,-66-7 0,-33 5 0,0 1 0,18-1 0,35 2 0,-33 2 0,1-2 0,52-8 0,-47 4 0,0 2 0,0 1 0,40 4 0,-6 0 0,-53-3 0,36-7 0,-35 5 0,34-2 0,243 5 0,-280 0 0,-1-2 0,20-4 0,-18 3 0,27-2 0,87 5-1365,-118 0-5461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23:16.6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0 231 24575,'525'0'0,"-496"-1"-345,34-6-1,-34 3 180,36-1 0,-47 6 364,0-2 0,1 0 0,31-7 0,-24 4-157,1 1 1,0 1-1,0 1 0,30 3 0,3 0-16,-34-2-25,0-2 0,38-6 0,-26 3 0,1 2 0,76 3 0,-44 1 0,721-1 0,-779 0 0,-1-2 0,23-4 0,-22 3 0,0 1 0,16-1 0,375 2 0,-197 2 0,-189-1 0,1 0 0,-1-2 0,32-6 0,-23 4 0,-1 1 0,1 1 0,-1 1 0,32 3 0,3 0 0,-31-4 0,38-5 0,-38 2 0,40 0 0,-57 5 0,0-1 0,20-6 0,-19 5 0,28-4 0,13 6 0,-32 1 0,1-1 0,-1-1 0,40-8 0,-36 5 0,0 1 0,-1 1 0,1 1 0,30 3 0,4-1 0,-60-1 0,20 1 0,1-2 0,-1 0 0,36-7 0,-31 3 0,1 2 0,-1 1 0,1 1 0,30 4 0,4-2 0,-46-1 0,1-1 0,-1 0 0,28-7 0,-17 4 0,1 1 0,-1 1 0,1 1 0,31 3 0,2 0 0,1078-2 0,-1125-1 0,-1 0 0,23-6 0,-22 4 0,1 1 0,15-1 0,-14 2 0,27-6 0,-28 4 0,30-2 0,-3 4 0,-21 2 0,1-2 0,-1 0 0,34-7 0,-28 4 0,1 1 0,-1 1 0,1 1 0,30 3 0,4 0 0,-15-2 0,56-1 0,-58-7 0,-32 5 0,1 1 0,17-1 0,164 3 0,-91 0 0,-74 3-1365,-18 1-5461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50:21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602 728 24575,'-1'5'0,"1"0"0,-1 0 0,-1 0 0,1-1 0,-3 8 0,-4 15 0,-15 69 0,2-13 0,16-48 0,3 0 0,1 1 0,3 36 0,0 1 0,-3-11 0,2 68 0,1-118 0,0 1 0,1-1 0,0 0 0,1 0 0,5 12 0,31 56 0,-39-78 0,12 19 0,24 30 0,-14-21 0,-18-24 0,1 0 0,0 0 0,0-1 0,0 0 0,1 0 0,0 0 0,-1-1 0,11 4 0,22 16 0,-34-21 0,0 1 0,0 0 0,1 0 0,0 0 0,-1-1 0,1 1 0,1-2 0,-1 1 0,0-1 0,1 0 0,10 2 0,40 7 0,-36-7 0,0 0 0,28 1 0,62 5 0,-72-4 0,46-1 0,-9-7 0,83 4 0,-93 8-496,-43-6-1381,37 3 1,-19-7 1816,-26-1 60,0 1 0,0 1 0,0 0 0,25 6 0,-18-3 160,0 0 0,0-1 0,1-2 1,28-1-1,-25 0 647,-1 1 1,49 7-1,-45-3-807,0-2 0,49 0 0,-1 0 0,-9 7 0,-45-6 0,36 2 0,0-6 0,-34-1 0,0 2 0,0 0 0,33 6 0,-30-2 168,0-2 0,32 1 1,-5-2-4959,12 8 3083,-44-6 1565,36 3 0,364-6 874,-204-3-461,720 2 3651,-918 1-3922,0 1 0,25 6 0,-24-4 0,37 3 0,-3-8 419,-38 0-174,-1 1 1,1 0-1,-1 1 0,1 1 1,22 5-1,-22-2-245,1-1 0,0-1 0,31 2 0,61-6 0,-42-1 0,208 2 546,-264-1-546,-1 0 0,1-1 0,18-5 0,-16 3 0,-1 1 0,17-1 0,30 3 0,-39 1 0,1-1 0,41-6 0,64-19 0,0 4 0,-13 1 0,4-7 0,-97 23 0,32-12 0,-14 4 0,49-5 0,68-35 0,-92 30 0,-28 7 0,54-30 0,-19 9 0,-19 9 0,93-67 0,-122 76 0,-18 14 0,1 0 0,-1 0 0,1 0 0,1 1 0,8-5 0,-3 3 0,-1-1 0,0 0 0,0 0 0,-1-2 0,0 1 0,-1-2 0,0 1 0,0-1 0,14-20 0,-21 26 0,0 0 0,0-1 0,-1 1 0,0-1 0,0 0 0,0 0 0,0 0 0,-1 0 0,1 0 0,-1 0 0,-1 0 0,1 0 0,-1 0 0,0-1 0,0 1 0,0 0 0,-1 0 0,1-1 0,-3-6 0,-3-6 0,0 1 0,-2-1 0,-17-32 0,21 44 0,-2-8 0,1 0 0,0 0 0,-6-30 0,8 31 0,-6-26 0,2 0 0,-5-68 0,10 87 0,0 0 0,-6-22 0,-1-5 0,-11-58 0,18 93 0,0 0 0,-1 0 0,0 1 0,-1-1 0,0 1 0,-1 0 0,-1 0 0,1 0 0,-13-15 0,-9-9 0,21 27 0,0-1 0,-1 1 0,0 1 0,0-1 0,-1 1 0,1 0 0,-2 1 0,1 0 0,-12-7 0,-28-11 0,18 9 0,-53-20 0,-62-7 0,57 18 0,66 18 0,0-1 0,-20-9 0,-20-7 0,36 16 0,-29-3 0,-1 0 0,-62-11 0,58 12 0,-18-3 0,45 6-243,-1 3 1,1 0-1,-64 5 0,25 0 32,-668-2-2947,716-1 3327,1-1 0,-23-6 0,20 4-48,-34-3 1,-57 8-953,-41-2-369,89-9 1565,47 6-333,-38-3-1,1 7-31,34 1 0,0-1 0,0-1 0,-33-7 0,30 4 0,-49-3 0,33 4 0,-22-7 0,42 6 0,-36-2 0,31 5 438,7 1 519,1-1-1,-35-5 0,23 1-659,-1 1-1,0 2 1,-40 2 0,-49-3 402,72-7-1159,38 6 374,0 2-1,-18-3 1,-213 3-1584,126 4 1110,-1782-3 2842,1880 3-2042,0 0 1,-28 6-1,26-4-267,-39 4 0,-36-10 27,-40 4 0,49 16 0,27-7 0,42-6 0,0-2 0,-29 2 0,25-4 0,-1 0 0,-45 9 0,48-5 0,-1 1 0,1 1 0,0 0 0,-34 19 0,11-6 0,36-18 0,0 2 0,0-1 0,0 1 0,1 0 0,-1 1 0,1 0 0,-7 6 0,5-1 0,1 1 0,0-1 0,0 2 0,1-1 0,1 1 0,0 0 0,1 0 0,0 0 0,1 1 0,0-1 0,1 1 0,-3 26 0,4-21 0,1-1 0,1 1 0,2 26 0,-1-38 0,0 1 0,1-1 0,0 1 0,0-1 0,0 0 0,1 0 0,-1 0 0,2 0 0,-1 0 0,1-1 0,-1 1 0,7 6 0,20 18 0,65 50 0,40 15 0,-117-83 0,35 17 0,-39-22 0,0 0 0,21 15 0,-20-12 0,1-1 0,-1-1 0,1 0 0,22 7 0,6 4 0,-19-7-52,-14-6-276,1-1-1,-1 0 1,21 6 0,-17-8-6498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1T01:50:23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450 0 24575,'28'0'-552,"-1"2"-1,0 0 0,1 2 1,-1 1-1,30 10 1,-33-8 548,-6-2-9,0 0 1,0 2-1,0 0 1,22 14-1,107 57-39,-4-1 688,-76-41-1495,-47-26 968,-1 0-1,0 0 0,-1 2 1,-1 1-1,23 19 0,-29-22 175,0 0-1,15 8 1,-13-9 232,20 18 0,14 14-96,59 39 1,-57-44-275,59 54 0,-99-82-145,1 0 0,15 9 0,16 13 0,-15-6 0,-10-12 0,-2 2 0,17 19 0,-22-23 0,1 0 0,-1-1 0,23 16 0,11 10 0,-29-20 0,21 29 0,-22-26 0,23 23 0,68 62 0,-97-95 0,1 1 0,8 13 0,-11-15 0,0 0 0,1 0 0,-1 0 0,1-1 0,11 9 0,-11-11 0,1 1 0,0 1 0,0-1 0,0 1 0,11 14 0,-12-14 0,-1 0 0,1 0 0,1-1 0,-1 1 0,1-1 0,0-1 0,10 6 0,8 5 0,-20-11 0,-1 0 0,1 1 0,-1-1 0,0 1 0,0 0 0,5 8 0,17 19 0,16 16 0,-7-7 0,-17-21 0,25 39 0,-28-37 0,30 34 0,-34-43 0,0 1 0,-2 0 0,1 0 0,7 18 0,0-1 0,-14-25 0,0-1 0,0 1 0,0 0 0,0 1 0,-1-1 0,0 0 0,1 11 0,-3-15 0,0-1 0,0 1 0,0 0 0,0 0 0,0-1 0,0 1 0,-1 0 0,1 0 0,0-1 0,-1 1 0,0 0 0,1-1 0,-1 1 0,0-1 0,0 1 0,0-1 0,0 1 0,0-1 0,0 1 0,-1-1 0,1 0 0,0 0 0,-1 0 0,1 0 0,-1 0 0,1 0 0,-1 0 0,1 0 0,-1 0 0,0-1 0,1 1 0,-4 0 0,-12 3 0,-1-2 0,0 1 0,1-2 0,-1 0 0,-34-4 0,4 1 0,-230 2 0,257-2 0,0 0 0,-33-8 0,22 4 0,-9-3-1,19 4-50,-43-4 1,44 7-231,-29-6 0,30 4 305,-38-3 0,-391 6 492,214 2-5229,197 2 4706,0 1 0,-1 2 0,2 2 0,-48 15 0,25-6 3,40-11 1004,-22 10 0,25-8 298,-34 8 1,19-7-1164,-56 24 0,56-19-143,-50 13 1,52-18-468,1 2-1,-1 2 1,2 0-1,-34 22 1,49-27 441,-5 4 536,0 1 1,0 1 0,-25 26-1,12-9-101,14-16-401,1 1 0,1 0 0,1 1 0,0 1 0,1 0 0,-14 29 0,21-37 0,1 1 0,1-1 0,0 1 0,0 0 0,1 0 0,0 1 0,1-1 0,1 0 0,-1 17 0,4 251 0,-2-268 0,1 1 0,1 0 0,0-1 0,1 1 0,0-1 0,1 0 0,0 0 0,1 0 0,0-1 0,9 14 0,10 12 0,41 49 0,-34-48 0,-21-24 0,2-1 0,0 0 0,26 20 0,27 29 0,-23-29 0,73 41 0,-82-54 0,-8-4 0,1-1 0,52 20 0,1-6 0,38 12 0,-94-33-74,37 9-795,131 26 869,-155-32-1164,-24-6 1001,0-1-1,16 2 1,40 6 309,-41-6-19,46 2 0,-45-6-127,-7-2 0,0 2 0,37 6 0,71 19 0,20-4-3258,-120-19 3285,-1 0 0,42-3 1,16 2 616,-18 8 1160,-46-6-526,38 3 0,19-8-873,33 2-441,-60 9 36,-39-7 0,1 0 0,15 1 0,229-2 0,-132-4 0,172 2 0,-281 0 0,-1-2 0,28-6 0,-27 4 0,1 1 0,20-1 0,57-7 0,2 1 0,-66 7 0,0-1 0,-1-2 0,41-12 0,-43 10 0,60-16 0,-55 15 0,-21 6 0,-1 0 0,18-2 0,4 0 0,51-15 0,-74 17 0,38-7 0,-33 8 0,0-2 0,0 1 0,-1-2 0,16-6 0,-12 3 0,1 1 0,26-5 0,18-7 0,-28 5 0,62-32 0,-82 38 0,1 1 0,19-6 0,-21 8 0,-1 0 0,0 0 0,0-2 0,13-8 0,-7 3 0,34-16 0,-37 21 0,-1-1 0,1-1 0,26-21 0,-22 11 0,11-9 0,-18 18 0,-1-1 0,0 0 0,0-1 0,9-14 0,9-7 0,-18 17 0,0 0 0,-1-1 0,18-34 0,-5 7 0,-5 9 0,-3-2 0,21-62 0,-37 98 0,7-21-20,5-41 0,-3 12-897,21-109 1874,-21 111-957,-5 34 0,2-30 0,-4-113 0,-3 81 0,0 69 50,1-1-1,-1 0 1,-1 0 0,0 0-1,0 1 1,0-1-1,-1 1 1,0 0-1,-9-16 1,3 9-773,-18-22-1,0 3-3978,8 11 2819,-40-44 5073,49 57-2320,0 1-1,-1 0 0,0 1 0,-20-12 0,-1 2-869,18 9 0,0 2 0,-28-12 0,-191-50 0,163 45 0,55 17 0,-1 1 0,0 1 0,-1 1 0,1 0 0,-26-2 0,-78-8 0,69 7 0,-78-14 0,76 11 0,29 6 0,-48-5 0,53 8-432,-36-8 0,36 5-1038,-37-3 0,21 6 650,-58-10 1,53 6 1276,0 1 1,-77 5-1,-28-2 3228,79-9-3548,43 6-13,-38-3 1,-160 6-125,101 2 0,99-2 0,-1-1 0,-24-5 0,23 2 0,-36-1 0,-175 6 0,221 1-323,1 0 0,0 1 0,-23 7 0,34-9 250,-13 4-6753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078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5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454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705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57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881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21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239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microsoft.com/office/2018/10/relationships/comments" Target="../comments/modernComment_1AF_D3951D19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customXml" Target="../ink/ink3.xml"/><Relationship Id="rId18" Type="http://schemas.openxmlformats.org/officeDocument/2006/relationships/image" Target="../media/image7.png"/><Relationship Id="rId26" Type="http://schemas.openxmlformats.org/officeDocument/2006/relationships/image" Target="../media/image11.png"/><Relationship Id="rId3" Type="http://schemas.openxmlformats.org/officeDocument/2006/relationships/tags" Target="../tags/tag13.xml"/><Relationship Id="rId21" Type="http://schemas.openxmlformats.org/officeDocument/2006/relationships/customXml" Target="../ink/ink7.xml"/><Relationship Id="rId7" Type="http://schemas.openxmlformats.org/officeDocument/2006/relationships/image" Target="../media/image1.png"/><Relationship Id="rId12" Type="http://schemas.openxmlformats.org/officeDocument/2006/relationships/image" Target="../media/image4.png"/><Relationship Id="rId17" Type="http://schemas.openxmlformats.org/officeDocument/2006/relationships/customXml" Target="../ink/ink5.xml"/><Relationship Id="rId25" Type="http://schemas.openxmlformats.org/officeDocument/2006/relationships/customXml" Target="../ink/ink9.xml"/><Relationship Id="rId2" Type="http://schemas.openxmlformats.org/officeDocument/2006/relationships/tags" Target="../tags/tag12.xml"/><Relationship Id="rId16" Type="http://schemas.openxmlformats.org/officeDocument/2006/relationships/image" Target="../media/image6.png"/><Relationship Id="rId20" Type="http://schemas.openxmlformats.org/officeDocument/2006/relationships/image" Target="../media/image8.png"/><Relationship Id="rId29" Type="http://schemas.openxmlformats.org/officeDocument/2006/relationships/customXml" Target="../ink/ink11.xml"/><Relationship Id="rId1" Type="http://schemas.openxmlformats.org/officeDocument/2006/relationships/tags" Target="../tags/tag11.xml"/><Relationship Id="rId6" Type="http://schemas.microsoft.com/office/2018/10/relationships/comments" Target="../comments/modernComment_1B0_858DD4FF.xml"/><Relationship Id="rId11" Type="http://schemas.openxmlformats.org/officeDocument/2006/relationships/customXml" Target="../ink/ink2.xml"/><Relationship Id="rId24" Type="http://schemas.openxmlformats.org/officeDocument/2006/relationships/image" Target="../media/image10.png"/><Relationship Id="rId5" Type="http://schemas.openxmlformats.org/officeDocument/2006/relationships/notesSlide" Target="../notesSlides/notesSlide4.xml"/><Relationship Id="rId15" Type="http://schemas.openxmlformats.org/officeDocument/2006/relationships/customXml" Target="../ink/ink4.xml"/><Relationship Id="rId23" Type="http://schemas.openxmlformats.org/officeDocument/2006/relationships/customXml" Target="../ink/ink8.xml"/><Relationship Id="rId28" Type="http://schemas.openxmlformats.org/officeDocument/2006/relationships/image" Target="../media/image12.png"/><Relationship Id="rId10" Type="http://schemas.openxmlformats.org/officeDocument/2006/relationships/image" Target="../media/image3.png"/><Relationship Id="rId19" Type="http://schemas.openxmlformats.org/officeDocument/2006/relationships/customXml" Target="../ink/ink6.xml"/><Relationship Id="rId4" Type="http://schemas.openxmlformats.org/officeDocument/2006/relationships/slideLayout" Target="../slideLayouts/slideLayout12.xml"/><Relationship Id="rId9" Type="http://schemas.openxmlformats.org/officeDocument/2006/relationships/customXml" Target="../ink/ink1.xml"/><Relationship Id="rId14" Type="http://schemas.openxmlformats.org/officeDocument/2006/relationships/image" Target="../media/image5.png"/><Relationship Id="rId22" Type="http://schemas.openxmlformats.org/officeDocument/2006/relationships/image" Target="../media/image9.png"/><Relationship Id="rId27" Type="http://schemas.openxmlformats.org/officeDocument/2006/relationships/customXml" Target="../ink/ink10.xml"/><Relationship Id="rId30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14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microsoft.com/office/2018/10/relationships/comments" Target="../comments/modernComment_1B1_3AC8570E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5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tags" Target="../tags/tag22.xml"/><Relationship Id="rId7" Type="http://schemas.openxmlformats.org/officeDocument/2006/relationships/image" Target="../media/image16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microsoft.com/office/2018/10/relationships/comments" Target="../comments/modernComment_1B3_6DD4CEE4.xml"/><Relationship Id="rId5" Type="http://schemas.openxmlformats.org/officeDocument/2006/relationships/notesSlide" Target="../notesSlides/notesSlide7.xml"/><Relationship Id="rId10" Type="http://schemas.openxmlformats.org/officeDocument/2006/relationships/image" Target="../media/image17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5.xml"/><Relationship Id="rId18" Type="http://schemas.openxmlformats.org/officeDocument/2006/relationships/image" Target="../media/image20.png"/><Relationship Id="rId26" Type="http://schemas.openxmlformats.org/officeDocument/2006/relationships/image" Target="../media/image24.png"/><Relationship Id="rId39" Type="http://schemas.openxmlformats.org/officeDocument/2006/relationships/customXml" Target="../ink/ink28.xml"/><Relationship Id="rId21" Type="http://schemas.openxmlformats.org/officeDocument/2006/relationships/customXml" Target="../ink/ink19.xml"/><Relationship Id="rId34" Type="http://schemas.openxmlformats.org/officeDocument/2006/relationships/image" Target="../media/image28.png"/><Relationship Id="rId42" Type="http://schemas.openxmlformats.org/officeDocument/2006/relationships/image" Target="../media/image32.png"/><Relationship Id="rId47" Type="http://schemas.openxmlformats.org/officeDocument/2006/relationships/customXml" Target="../ink/ink32.xml"/><Relationship Id="rId50" Type="http://schemas.openxmlformats.org/officeDocument/2006/relationships/image" Target="../media/image36.png"/><Relationship Id="rId7" Type="http://schemas.microsoft.com/office/2018/10/relationships/comments" Target="../comments/modernComment_1B4_1DE605F2.xml"/><Relationship Id="rId2" Type="http://schemas.openxmlformats.org/officeDocument/2006/relationships/tags" Target="../tags/tag24.xml"/><Relationship Id="rId16" Type="http://schemas.openxmlformats.org/officeDocument/2006/relationships/image" Target="../media/image19.png"/><Relationship Id="rId29" Type="http://schemas.openxmlformats.org/officeDocument/2006/relationships/customXml" Target="../ink/ink23.xml"/><Relationship Id="rId11" Type="http://schemas.openxmlformats.org/officeDocument/2006/relationships/customXml" Target="../ink/ink14.xml"/><Relationship Id="rId24" Type="http://schemas.openxmlformats.org/officeDocument/2006/relationships/image" Target="../media/image23.png"/><Relationship Id="rId32" Type="http://schemas.openxmlformats.org/officeDocument/2006/relationships/image" Target="../media/image27.png"/><Relationship Id="rId37" Type="http://schemas.openxmlformats.org/officeDocument/2006/relationships/customXml" Target="../ink/ink27.xml"/><Relationship Id="rId40" Type="http://schemas.openxmlformats.org/officeDocument/2006/relationships/image" Target="../media/image31.png"/><Relationship Id="rId45" Type="http://schemas.openxmlformats.org/officeDocument/2006/relationships/customXml" Target="../ink/ink31.xml"/><Relationship Id="rId5" Type="http://schemas.openxmlformats.org/officeDocument/2006/relationships/slideLayout" Target="../slideLayouts/slideLayout12.xml"/><Relationship Id="rId15" Type="http://schemas.openxmlformats.org/officeDocument/2006/relationships/customXml" Target="../ink/ink16.xml"/><Relationship Id="rId23" Type="http://schemas.openxmlformats.org/officeDocument/2006/relationships/customXml" Target="../ink/ink20.xml"/><Relationship Id="rId28" Type="http://schemas.openxmlformats.org/officeDocument/2006/relationships/image" Target="../media/image25.png"/><Relationship Id="rId36" Type="http://schemas.openxmlformats.org/officeDocument/2006/relationships/image" Target="../media/image29.png"/><Relationship Id="rId49" Type="http://schemas.openxmlformats.org/officeDocument/2006/relationships/customXml" Target="../ink/ink33.xml"/><Relationship Id="rId10" Type="http://schemas.openxmlformats.org/officeDocument/2006/relationships/image" Target="../media/image130.png"/><Relationship Id="rId19" Type="http://schemas.openxmlformats.org/officeDocument/2006/relationships/customXml" Target="../ink/ink18.xml"/><Relationship Id="rId31" Type="http://schemas.openxmlformats.org/officeDocument/2006/relationships/customXml" Target="../ink/ink24.xml"/><Relationship Id="rId44" Type="http://schemas.openxmlformats.org/officeDocument/2006/relationships/image" Target="../media/image33.png"/><Relationship Id="rId52" Type="http://schemas.openxmlformats.org/officeDocument/2006/relationships/image" Target="../media/image37.png"/><Relationship Id="rId4" Type="http://schemas.openxmlformats.org/officeDocument/2006/relationships/tags" Target="../tags/tag26.xml"/><Relationship Id="rId9" Type="http://schemas.openxmlformats.org/officeDocument/2006/relationships/customXml" Target="../ink/ink13.xml"/><Relationship Id="rId14" Type="http://schemas.openxmlformats.org/officeDocument/2006/relationships/image" Target="../media/image150.png"/><Relationship Id="rId22" Type="http://schemas.openxmlformats.org/officeDocument/2006/relationships/image" Target="../media/image22.png"/><Relationship Id="rId27" Type="http://schemas.openxmlformats.org/officeDocument/2006/relationships/customXml" Target="../ink/ink22.xml"/><Relationship Id="rId30" Type="http://schemas.openxmlformats.org/officeDocument/2006/relationships/image" Target="../media/image26.png"/><Relationship Id="rId35" Type="http://schemas.openxmlformats.org/officeDocument/2006/relationships/customXml" Target="../ink/ink26.xml"/><Relationship Id="rId43" Type="http://schemas.openxmlformats.org/officeDocument/2006/relationships/customXml" Target="../ink/ink30.xml"/><Relationship Id="rId48" Type="http://schemas.openxmlformats.org/officeDocument/2006/relationships/image" Target="../media/image35.png"/><Relationship Id="rId8" Type="http://schemas.openxmlformats.org/officeDocument/2006/relationships/image" Target="../media/image18.png"/><Relationship Id="rId51" Type="http://schemas.openxmlformats.org/officeDocument/2006/relationships/customXml" Target="../ink/ink34.xml"/><Relationship Id="rId3" Type="http://schemas.openxmlformats.org/officeDocument/2006/relationships/tags" Target="../tags/tag25.xml"/><Relationship Id="rId12" Type="http://schemas.openxmlformats.org/officeDocument/2006/relationships/image" Target="../media/image140.png"/><Relationship Id="rId17" Type="http://schemas.openxmlformats.org/officeDocument/2006/relationships/customXml" Target="../ink/ink17.xml"/><Relationship Id="rId25" Type="http://schemas.openxmlformats.org/officeDocument/2006/relationships/customXml" Target="../ink/ink21.xml"/><Relationship Id="rId33" Type="http://schemas.openxmlformats.org/officeDocument/2006/relationships/customXml" Target="../ink/ink25.xml"/><Relationship Id="rId38" Type="http://schemas.openxmlformats.org/officeDocument/2006/relationships/image" Target="../media/image30.png"/><Relationship Id="rId46" Type="http://schemas.openxmlformats.org/officeDocument/2006/relationships/image" Target="../media/image34.png"/><Relationship Id="rId20" Type="http://schemas.openxmlformats.org/officeDocument/2006/relationships/image" Target="../media/image21.png"/><Relationship Id="rId41" Type="http://schemas.openxmlformats.org/officeDocument/2006/relationships/customXml" Target="../ink/ink29.xml"/><Relationship Id="rId1" Type="http://schemas.openxmlformats.org/officeDocument/2006/relationships/tags" Target="../tags/tag2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38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image" Target="../media/image39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microsoft.com/office/2018/10/relationships/comments" Target="../comments/modernComment_1B6_3280FDD1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microsoft.com/office/2018/10/relationships/comments" Target="../comments/modernComment_1AB_0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38325"/>
            <a:chOff x="839" y="1816"/>
            <a:chExt cx="8083" cy="289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Planed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study of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angr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and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WinDbg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(week12-week13) next week.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Do the assignment6 next week.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just finish the week12-week13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4952" y="1147222"/>
            <a:ext cx="5132705" cy="3175396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output of statement ‘</a:t>
              </a:r>
              <a:r>
                <a:rPr lang="en-US" altLang="zh-CN" sz="1700" b="1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print(</a:t>
              </a:r>
              <a:r>
                <a:rPr lang="en-US" altLang="zh-CN" sz="1700" b="1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proj.loader.main_object.execstack</a:t>
              </a:r>
              <a:r>
                <a:rPr lang="en-US" altLang="zh-CN" sz="1700" b="1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)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’ is </a:t>
              </a:r>
              <a:r>
                <a:rPr lang="en-US" altLang="zh-CN" sz="1700" b="1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False.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But I think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angr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can be used to do dynamic analysis, so this binary should have an executable stack.</a:t>
              </a:r>
              <a:endParaRPr lang="zh-CN" altLang="en-US" sz="1700" b="1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F613AF1-A12D-EA7B-75DC-2828E6498D48}"/>
              </a:ext>
            </a:extLst>
          </p:cNvPr>
          <p:cNvSpPr txBox="1"/>
          <p:nvPr/>
        </p:nvSpPr>
        <p:spPr>
          <a:xfrm>
            <a:off x="5482938" y="675465"/>
            <a:ext cx="6544343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import </a:t>
            </a:r>
            <a:r>
              <a:rPr lang="en-US" altLang="zh-CN" dirty="0" err="1"/>
              <a:t>angr</a:t>
            </a:r>
            <a:endParaRPr lang="en-US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archinfo</a:t>
            </a:r>
            <a:endParaRPr lang="en-US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monkeyhex</a:t>
            </a:r>
            <a:endParaRPr lang="en-US" altLang="zh-CN" dirty="0"/>
          </a:p>
          <a:p>
            <a:r>
              <a:rPr lang="en-US" altLang="zh-CN" dirty="0" err="1"/>
              <a:t>proj</a:t>
            </a:r>
            <a:r>
              <a:rPr lang="en-US" altLang="zh-CN" dirty="0"/>
              <a:t> = </a:t>
            </a:r>
            <a:r>
              <a:rPr lang="en-US" altLang="zh-CN" dirty="0" err="1"/>
              <a:t>angr.Project</a:t>
            </a:r>
            <a:r>
              <a:rPr lang="en-US" altLang="zh-CN" dirty="0"/>
              <a:t>(“.\\binaryobject.exe",</a:t>
            </a:r>
            <a:r>
              <a:rPr lang="en-US" altLang="zh-CN" dirty="0" err="1"/>
              <a:t>load_options</a:t>
            </a:r>
            <a:r>
              <a:rPr lang="en-US" altLang="zh-CN" dirty="0"/>
              <a:t>={'</a:t>
            </a:r>
            <a:r>
              <a:rPr lang="en-US" altLang="zh-CN" dirty="0" err="1"/>
              <a:t>auto_load_libs</a:t>
            </a:r>
            <a:r>
              <a:rPr lang="en-US" altLang="zh-CN" dirty="0"/>
              <a:t>': False})</a:t>
            </a:r>
          </a:p>
          <a:p>
            <a:r>
              <a:rPr lang="en-US" altLang="zh-CN" dirty="0"/>
              <a:t>'''</a:t>
            </a:r>
          </a:p>
          <a:p>
            <a:r>
              <a:rPr lang="en-US" altLang="zh-CN" dirty="0"/>
              <a:t>arch information</a:t>
            </a:r>
          </a:p>
          <a:p>
            <a:r>
              <a:rPr lang="en-US" altLang="zh-CN" dirty="0"/>
              <a:t>'''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proj.arch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proj.entry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proj.filename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print(proj.arch.name)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proj.arch.bits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'''</a:t>
            </a:r>
          </a:p>
          <a:p>
            <a:r>
              <a:rPr lang="en-US" altLang="zh-CN" dirty="0"/>
              <a:t>loader</a:t>
            </a:r>
          </a:p>
          <a:p>
            <a:r>
              <a:rPr lang="en-US" altLang="zh-CN" dirty="0"/>
              <a:t>'''</a:t>
            </a:r>
          </a:p>
          <a:p>
            <a:r>
              <a:rPr lang="en-US" altLang="zh-CN" dirty="0"/>
              <a:t>print("-----------------loader---------------------")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proj.loader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proj.loader.all_objects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proj.loader.all_pe_objects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proj.loader.shared_objects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proj.loader.main_object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proj.loader.min_addr</a:t>
            </a:r>
            <a:r>
              <a:rPr lang="en-US" altLang="zh-CN" dirty="0"/>
              <a:t>," ",</a:t>
            </a:r>
            <a:r>
              <a:rPr lang="en-US" altLang="zh-CN" dirty="0" err="1"/>
              <a:t>proj.loader.max_addr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print(proj.loader.main_object.pic) # I this the output is true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print(</a:t>
            </a:r>
            <a:r>
              <a:rPr lang="en-US" altLang="zh-CN" dirty="0" err="1">
                <a:solidFill>
                  <a:srgbClr val="FF0000"/>
                </a:solidFill>
              </a:rPr>
              <a:t>proj.loader.main_object.execstack</a:t>
            </a:r>
            <a:r>
              <a:rPr lang="en-US" altLang="zh-CN" dirty="0">
                <a:solidFill>
                  <a:srgbClr val="FF0000"/>
                </a:solidFill>
              </a:rPr>
              <a:t>) #it is false why?</a:t>
            </a:r>
          </a:p>
        </p:txBody>
      </p:sp>
    </p:spTree>
    <p:extLst>
      <p:ext uri="{BB962C8B-B14F-4D97-AF65-F5344CB8AC3E}">
        <p14:creationId xmlns:p14="http://schemas.microsoft.com/office/powerpoint/2010/main" val="354976488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20890" y="1165035"/>
            <a:ext cx="5132705" cy="3175396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Please look at the picture, it shows the implement of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linked_addr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which translate RVA to LVA.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According to your slide, the ‘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rebased_addr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’ is an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acual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address while the ‘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linked_addr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’ is a relative address, so it is impossible for them to be the same(in this example).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In next slide, the output of ‘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linked_addr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’ and ‘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relative_addr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’ are the same!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0E030AD8-7A85-A4AA-1430-2CB40D593DBC}"/>
              </a:ext>
            </a:extLst>
          </p:cNvPr>
          <p:cNvSpPr/>
          <p:nvPr/>
        </p:nvSpPr>
        <p:spPr>
          <a:xfrm>
            <a:off x="6216693" y="3737380"/>
            <a:ext cx="4743833" cy="986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62083DC-FB6E-8CFF-FAD4-298908C233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6727" y="1104755"/>
            <a:ext cx="6165273" cy="41444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2756598-2E88-A8AE-721C-1B4E45BD36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45010" y="2946776"/>
            <a:ext cx="6982000" cy="355327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E695277F-CA3F-E7D8-F62E-950DF420ADA8}"/>
                  </a:ext>
                </a:extLst>
              </p14:cNvPr>
              <p14:cNvContentPartPr/>
              <p14:nvPr/>
            </p14:nvContentPartPr>
            <p14:xfrm>
              <a:off x="6345570" y="4062054"/>
              <a:ext cx="656280" cy="136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E695277F-CA3F-E7D8-F62E-950DF420ADA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36570" y="4053414"/>
                <a:ext cx="6739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B03399EF-1C1C-0FF4-5866-42F4D963E114}"/>
                  </a:ext>
                </a:extLst>
              </p14:cNvPr>
              <p14:cNvContentPartPr/>
              <p14:nvPr/>
            </p14:nvContentPartPr>
            <p14:xfrm>
              <a:off x="6357810" y="4639134"/>
              <a:ext cx="558360" cy="2520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B03399EF-1C1C-0FF4-5866-42F4D963E11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48810" y="4630134"/>
                <a:ext cx="5760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34DF830F-B69D-8166-89C3-78A3D6CA3ADC}"/>
                  </a:ext>
                </a:extLst>
              </p14:cNvPr>
              <p14:cNvContentPartPr/>
              <p14:nvPr/>
            </p14:nvContentPartPr>
            <p14:xfrm>
              <a:off x="9696090" y="4553094"/>
              <a:ext cx="674640" cy="2592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34DF830F-B69D-8166-89C3-78A3D6CA3AD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687450" y="4544454"/>
                <a:ext cx="6922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D627944C-DD54-E24B-DEF7-AF2362A8A47A}"/>
                  </a:ext>
                </a:extLst>
              </p14:cNvPr>
              <p14:cNvContentPartPr/>
              <p14:nvPr/>
            </p14:nvContentPartPr>
            <p14:xfrm>
              <a:off x="9708330" y="4006974"/>
              <a:ext cx="852480" cy="3744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D627944C-DD54-E24B-DEF7-AF2362A8A47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699690" y="3998334"/>
                <a:ext cx="870120" cy="5508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9B5FCB2D-2778-BD7E-92A2-1B281ED76D20}"/>
              </a:ext>
            </a:extLst>
          </p:cNvPr>
          <p:cNvSpPr/>
          <p:nvPr/>
        </p:nvSpPr>
        <p:spPr>
          <a:xfrm>
            <a:off x="6216693" y="3792612"/>
            <a:ext cx="4743833" cy="8717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3BD70FDE-7AD0-AF76-20D2-A02C46664179}"/>
                  </a:ext>
                </a:extLst>
              </p14:cNvPr>
              <p14:cNvContentPartPr/>
              <p14:nvPr/>
            </p14:nvContentPartPr>
            <p14:xfrm>
              <a:off x="2029987" y="4804239"/>
              <a:ext cx="682920" cy="5475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3BD70FDE-7AD0-AF76-20D2-A02C4666417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021347" y="4795599"/>
                <a:ext cx="700560" cy="56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9AE77F48-DB70-0700-BC8D-1E9C95479862}"/>
                  </a:ext>
                </a:extLst>
              </p14:cNvPr>
              <p14:cNvContentPartPr/>
              <p14:nvPr/>
            </p14:nvContentPartPr>
            <p14:xfrm>
              <a:off x="2061667" y="5252439"/>
              <a:ext cx="4326120" cy="11196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9AE77F48-DB70-0700-BC8D-1E9C9547986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052667" y="5243799"/>
                <a:ext cx="434376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2EB3077C-E563-9CC2-5E2F-0D150A9A834B}"/>
                  </a:ext>
                </a:extLst>
              </p14:cNvPr>
              <p14:cNvContentPartPr/>
              <p14:nvPr/>
            </p14:nvContentPartPr>
            <p14:xfrm>
              <a:off x="1969507" y="4871919"/>
              <a:ext cx="4340880" cy="50364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2EB3077C-E563-9CC2-5E2F-0D150A9A834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960867" y="4862919"/>
                <a:ext cx="4358520" cy="52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6189FCB0-2BE4-9DDA-8F87-D50914230099}"/>
                  </a:ext>
                </a:extLst>
              </p14:cNvPr>
              <p14:cNvContentPartPr/>
              <p14:nvPr/>
            </p14:nvContentPartPr>
            <p14:xfrm>
              <a:off x="3418147" y="4866159"/>
              <a:ext cx="6480" cy="2988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6189FCB0-2BE4-9DDA-8F87-D5091423009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409507" y="4857519"/>
                <a:ext cx="24120" cy="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组合 19">
            <a:extLst>
              <a:ext uri="{FF2B5EF4-FFF2-40B4-BE49-F238E27FC236}">
                <a16:creationId xmlns:a16="http://schemas.microsoft.com/office/drawing/2014/main" id="{3E519CE1-0568-C808-893D-16DBA8876EE1}"/>
              </a:ext>
            </a:extLst>
          </p:cNvPr>
          <p:cNvGrpSpPr/>
          <p:nvPr/>
        </p:nvGrpSpPr>
        <p:grpSpPr>
          <a:xfrm>
            <a:off x="1917307" y="4452519"/>
            <a:ext cx="1078560" cy="973440"/>
            <a:chOff x="1917307" y="4452519"/>
            <a:chExt cx="1078560" cy="97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F3D8590A-5D84-A2F0-CE50-89D9840FA6E2}"/>
                    </a:ext>
                  </a:extLst>
                </p14:cNvPr>
                <p14:cNvContentPartPr/>
                <p14:nvPr/>
              </p14:nvContentPartPr>
              <p14:xfrm>
                <a:off x="1917307" y="4730439"/>
                <a:ext cx="1078560" cy="69552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F3D8590A-5D84-A2F0-CE50-89D9840FA6E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908307" y="4721439"/>
                  <a:ext cx="1096200" cy="71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58F8D54B-5114-701D-DCFE-3156DFA06E0B}"/>
                    </a:ext>
                  </a:extLst>
                </p14:cNvPr>
                <p14:cNvContentPartPr/>
                <p14:nvPr/>
              </p14:nvContentPartPr>
              <p14:xfrm>
                <a:off x="2496547" y="4452519"/>
                <a:ext cx="247320" cy="30240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58F8D54B-5114-701D-DCFE-3156DFA06E0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487547" y="4443879"/>
                  <a:ext cx="264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BBE719CD-0D55-ADF9-FDC1-59240DA77D45}"/>
                    </a:ext>
                  </a:extLst>
                </p14:cNvPr>
                <p14:cNvContentPartPr/>
                <p14:nvPr/>
              </p14:nvContentPartPr>
              <p14:xfrm>
                <a:off x="2503747" y="4492119"/>
                <a:ext cx="281880" cy="33192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BBE719CD-0D55-ADF9-FDC1-59240DA77D4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94747" y="4483119"/>
                  <a:ext cx="299520" cy="34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4066483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4952" y="1147222"/>
            <a:ext cx="5132705" cy="3175396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In this code, the output of ‘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linked_addr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’ and ‘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relative_addr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’ are the same! 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85C7CD-F7CC-E163-19EB-6E056A5841D8}"/>
              </a:ext>
            </a:extLst>
          </p:cNvPr>
          <p:cNvSpPr txBox="1"/>
          <p:nvPr/>
        </p:nvSpPr>
        <p:spPr>
          <a:xfrm>
            <a:off x="6832780" y="60543"/>
            <a:ext cx="609501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proj</a:t>
            </a:r>
            <a:r>
              <a:rPr lang="en-US" altLang="zh-CN" dirty="0"/>
              <a:t> = </a:t>
            </a:r>
            <a:r>
              <a:rPr lang="en-US" altLang="zh-CN" dirty="0" err="1"/>
              <a:t>angr.Project</a:t>
            </a:r>
            <a:r>
              <a:rPr lang="en-US" altLang="zh-CN" dirty="0"/>
              <a:t>("D:\\pythonProject\\binaryobject.exe",load_options={'auto_load_libs': False})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proj.loader.main_object.imports</a:t>
            </a:r>
            <a:r>
              <a:rPr lang="en-US" altLang="zh-CN" dirty="0"/>
              <a:t>['exit'])</a:t>
            </a:r>
          </a:p>
          <a:p>
            <a:r>
              <a:rPr lang="en-US" altLang="zh-CN" dirty="0"/>
              <a:t>print("</a:t>
            </a:r>
            <a:r>
              <a:rPr lang="en-US" altLang="zh-CN" dirty="0" err="1"/>
              <a:t>rebased_addr</a:t>
            </a:r>
            <a:r>
              <a:rPr lang="en-US" altLang="zh-CN" dirty="0"/>
              <a:t>", </a:t>
            </a:r>
            <a:r>
              <a:rPr lang="en-US" altLang="zh-CN" dirty="0" err="1"/>
              <a:t>proj.loader.main_object.imports</a:t>
            </a:r>
            <a:r>
              <a:rPr lang="en-US" altLang="zh-CN" dirty="0"/>
              <a:t>['exit'].</a:t>
            </a:r>
            <a:r>
              <a:rPr lang="en-US" altLang="zh-CN" dirty="0" err="1"/>
              <a:t>rebased_addr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print("</a:t>
            </a:r>
            <a:r>
              <a:rPr lang="en-US" altLang="zh-CN" dirty="0" err="1"/>
              <a:t>linked_addr</a:t>
            </a:r>
            <a:r>
              <a:rPr lang="en-US" altLang="zh-CN" dirty="0"/>
              <a:t>", </a:t>
            </a:r>
            <a:r>
              <a:rPr lang="en-US" altLang="zh-CN" dirty="0" err="1"/>
              <a:t>proj.loader.main_object.imports</a:t>
            </a:r>
            <a:r>
              <a:rPr lang="en-US" altLang="zh-CN" dirty="0"/>
              <a:t>['exit'].</a:t>
            </a:r>
            <a:r>
              <a:rPr lang="en-US" altLang="zh-CN" dirty="0" err="1"/>
              <a:t>linked_addr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en-US" altLang="zh-CN" dirty="0"/>
              <a:t>exit = </a:t>
            </a:r>
            <a:r>
              <a:rPr lang="en-US" altLang="zh-CN" dirty="0" err="1"/>
              <a:t>proj.loader.find_symbol</a:t>
            </a:r>
            <a:r>
              <a:rPr lang="en-US" altLang="zh-CN" dirty="0"/>
              <a:t>('exit')</a:t>
            </a:r>
          </a:p>
          <a:p>
            <a:r>
              <a:rPr lang="en-US" altLang="zh-CN" dirty="0"/>
              <a:t>print(exit)</a:t>
            </a:r>
          </a:p>
          <a:p>
            <a:r>
              <a:rPr lang="en-US" altLang="zh-CN" dirty="0"/>
              <a:t>print(exit.name)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exit.rebased_addr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exit.linked_addr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exit.relative_addr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D367DB-71AA-7BA0-E0A2-A5CC6EB779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1534" y="4307860"/>
            <a:ext cx="6370466" cy="284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080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4952" y="1147222"/>
            <a:ext cx="5132705" cy="3175396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还是有点理解不了。这几个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stash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，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2024/1/26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0B2BC7-B50C-FBFE-D6D1-AF5039A183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739" y="1266044"/>
            <a:ext cx="7910946" cy="347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464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056581" y="83368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4952" y="1147222"/>
            <a:ext cx="5132705" cy="3175396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Have solved! I download some packages of symbols.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60B4850-D0B3-3BAE-8F50-6B957245D6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1622" y="2261680"/>
            <a:ext cx="6534954" cy="38535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97F2DDAE-5813-A580-4D6F-30F39319BE5A}"/>
                  </a:ext>
                </a:extLst>
              </p14:cNvPr>
              <p14:cNvContentPartPr/>
              <p14:nvPr/>
            </p14:nvContentPartPr>
            <p14:xfrm>
              <a:off x="5234168" y="5697979"/>
              <a:ext cx="3040920" cy="5590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97F2DDAE-5813-A580-4D6F-30F39319BE5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25168" y="5688985"/>
                <a:ext cx="3058560" cy="576709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7A69ED11-DEE0-B127-8ADB-1685F9B4C2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6202" y="-129432"/>
            <a:ext cx="6198919" cy="2450563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907E0D1-48B8-0DC8-4153-76F600171572}"/>
              </a:ext>
            </a:extLst>
          </p:cNvPr>
          <p:cNvCxnSpPr>
            <a:stCxn id="6" idx="1"/>
          </p:cNvCxnSpPr>
          <p:nvPr/>
        </p:nvCxnSpPr>
        <p:spPr>
          <a:xfrm flipH="1">
            <a:off x="4257304" y="1095850"/>
            <a:ext cx="1068898" cy="2241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1D1FFE8-CC9D-7836-4D1E-8BA07753D35F}"/>
              </a:ext>
            </a:extLst>
          </p:cNvPr>
          <p:cNvSpPr txBox="1"/>
          <p:nvPr/>
        </p:nvSpPr>
        <p:spPr>
          <a:xfrm>
            <a:off x="3707123" y="1229749"/>
            <a:ext cx="1233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Palatino Linotype" panose="02040502050505030304" charset="0"/>
                <a:cs typeface="Palatino Linotype" panose="02040502050505030304" charset="0"/>
              </a:rPr>
              <a:t>solutions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26631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4952" y="1147222"/>
            <a:ext cx="5132705" cy="3175396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3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4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What does the symbol b represent? And what is the string ‘\xe8\xc5\x03\x00\x00’ represent?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C2B4B311-759C-936E-50C6-C5E4CC26BB5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021285" y="172258"/>
            <a:ext cx="4766310" cy="4150360"/>
          </a:xfrm>
          <a:prstGeom prst="rect">
            <a:avLst/>
          </a:prstGeom>
          <a:solidFill>
            <a:srgbClr val="07A7AF">
              <a:alpha val="5000"/>
            </a:srgbClr>
          </a:solidFill>
          <a:ln>
            <a:solidFill>
              <a:srgbClr val="07A7AF"/>
            </a:solidFill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“””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factory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“””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block = </a:t>
            </a:r>
            <a:r>
              <a:rPr lang="en-US" sz="2400" dirty="0" err="1">
                <a:latin typeface="Times New Roman" panose="02020603050405020304" charset="0"/>
                <a:cs typeface="Times New Roman" panose="02020603050405020304" charset="0"/>
              </a:rPr>
              <a:t>proj.factory.block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en-US" sz="2400" dirty="0" err="1">
                <a:latin typeface="Times New Roman" panose="02020603050405020304" charset="0"/>
                <a:cs typeface="Times New Roman" panose="02020603050405020304" charset="0"/>
              </a:rPr>
              <a:t>proj.entry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print(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block.pp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())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print(</a:t>
            </a:r>
            <a:r>
              <a:rPr lang="en-US" sz="2400" dirty="0" err="1">
                <a:latin typeface="Times New Roman" panose="02020603050405020304" charset="0"/>
                <a:cs typeface="Times New Roman" panose="02020603050405020304" charset="0"/>
              </a:rPr>
              <a:t>block.instructions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print(</a:t>
            </a:r>
            <a:r>
              <a:rPr lang="en-US" sz="2400" dirty="0" err="1">
                <a:latin typeface="Times New Roman" panose="02020603050405020304" charset="0"/>
                <a:cs typeface="Times New Roman" panose="02020603050405020304" charset="0"/>
              </a:rPr>
              <a:t>block.instruction_addrs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print(</a:t>
            </a:r>
            <a:r>
              <a:rPr lang="en-US" sz="2400" dirty="0" err="1">
                <a:latin typeface="Times New Roman" panose="02020603050405020304" charset="0"/>
                <a:cs typeface="Times New Roman" panose="02020603050405020304" charset="0"/>
              </a:rPr>
              <a:t>block.size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sz="2400" dirty="0" err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block.capstone.pp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()</a:t>
            </a:r>
          </a:p>
          <a:p>
            <a:pPr>
              <a:lnSpc>
                <a:spcPct val="110000"/>
              </a:lnSpc>
            </a:pPr>
            <a:r>
              <a:rPr lang="en-US" sz="2400" dirty="0" err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block.vex.pp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()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DB6D31F-CBD1-14D7-B12B-BC4DC9517A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2774" y="4586658"/>
            <a:ext cx="4171950" cy="1971675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81530C1E-0117-480C-EF3B-85976778F041}"/>
              </a:ext>
            </a:extLst>
          </p:cNvPr>
          <p:cNvGrpSpPr/>
          <p:nvPr/>
        </p:nvGrpSpPr>
        <p:grpSpPr>
          <a:xfrm>
            <a:off x="2582864" y="4696775"/>
            <a:ext cx="748800" cy="689760"/>
            <a:chOff x="2582864" y="4696775"/>
            <a:chExt cx="748800" cy="68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D54ADACE-CE25-E2B1-869E-8513A8EBB2BE}"/>
                    </a:ext>
                  </a:extLst>
                </p14:cNvPr>
                <p14:cNvContentPartPr/>
                <p14:nvPr/>
              </p14:nvContentPartPr>
              <p14:xfrm>
                <a:off x="2902904" y="4814855"/>
                <a:ext cx="428760" cy="57168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D54ADACE-CE25-E2B1-869E-8513A8EBB2B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94264" y="4806215"/>
                  <a:ext cx="44640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B2787AE1-1F91-C12A-0C79-1DC6E1E7323D}"/>
                    </a:ext>
                  </a:extLst>
                </p14:cNvPr>
                <p14:cNvContentPartPr/>
                <p14:nvPr/>
              </p14:nvContentPartPr>
              <p14:xfrm>
                <a:off x="2582864" y="4696775"/>
                <a:ext cx="281160" cy="36216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B2787AE1-1F91-C12A-0C79-1DC6E1E7323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74224" y="4687775"/>
                  <a:ext cx="2988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634A3DEF-F5A6-B379-6DF9-35671B884E1C}"/>
                    </a:ext>
                  </a:extLst>
                </p14:cNvPr>
                <p14:cNvContentPartPr/>
                <p14:nvPr/>
              </p14:nvContentPartPr>
              <p14:xfrm>
                <a:off x="2642264" y="5141735"/>
                <a:ext cx="360" cy="36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634A3DEF-F5A6-B379-6DF9-35671B884E1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633264" y="513273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50D7D19D-3C5E-AA07-EDED-6B1D5F6657A0}"/>
                  </a:ext>
                </a:extLst>
              </p14:cNvPr>
              <p14:cNvContentPartPr/>
              <p14:nvPr/>
            </p14:nvContentPartPr>
            <p14:xfrm>
              <a:off x="5551064" y="5761295"/>
              <a:ext cx="65880" cy="5220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50D7D19D-3C5E-AA07-EDED-6B1D5F6657A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542424" y="5752295"/>
                <a:ext cx="8352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组合 29">
            <a:extLst>
              <a:ext uri="{FF2B5EF4-FFF2-40B4-BE49-F238E27FC236}">
                <a16:creationId xmlns:a16="http://schemas.microsoft.com/office/drawing/2014/main" id="{1B33A6AB-11B7-CB5C-7883-6DAC002B13AF}"/>
              </a:ext>
            </a:extLst>
          </p:cNvPr>
          <p:cNvGrpSpPr/>
          <p:nvPr/>
        </p:nvGrpSpPr>
        <p:grpSpPr>
          <a:xfrm>
            <a:off x="1619504" y="3829535"/>
            <a:ext cx="2046240" cy="579600"/>
            <a:chOff x="1619504" y="3829535"/>
            <a:chExt cx="2046240" cy="57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46CFB1DB-81AD-5E2B-871E-07A0DB89A5E4}"/>
                    </a:ext>
                  </a:extLst>
                </p14:cNvPr>
                <p14:cNvContentPartPr/>
                <p14:nvPr/>
              </p14:nvContentPartPr>
              <p14:xfrm>
                <a:off x="1619504" y="3960215"/>
                <a:ext cx="310320" cy="23112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46CFB1DB-81AD-5E2B-871E-07A0DB89A5E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10504" y="3951575"/>
                  <a:ext cx="3279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FD5ED5B4-CF2B-464A-DE83-27AB94AC812C}"/>
                    </a:ext>
                  </a:extLst>
                </p14:cNvPr>
                <p14:cNvContentPartPr/>
                <p14:nvPr/>
              </p14:nvContentPartPr>
              <p14:xfrm>
                <a:off x="1870064" y="4138415"/>
                <a:ext cx="156960" cy="27072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FD5ED5B4-CF2B-464A-DE83-27AB94AC812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61424" y="4129415"/>
                  <a:ext cx="1746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5F7C4B6E-2B48-E4B3-B20E-75F5AD17F02E}"/>
                    </a:ext>
                  </a:extLst>
                </p14:cNvPr>
                <p14:cNvContentPartPr/>
                <p14:nvPr/>
              </p14:nvContentPartPr>
              <p14:xfrm>
                <a:off x="1714184" y="4155335"/>
                <a:ext cx="262800" cy="10728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5F7C4B6E-2B48-E4B3-B20E-75F5AD17F02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705544" y="4146335"/>
                  <a:ext cx="2804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7143AB41-D4E0-A8D7-2C81-53BABC55A293}"/>
                    </a:ext>
                  </a:extLst>
                </p14:cNvPr>
                <p14:cNvContentPartPr/>
                <p14:nvPr/>
              </p14:nvContentPartPr>
              <p14:xfrm>
                <a:off x="2659904" y="4007735"/>
                <a:ext cx="205920" cy="23940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7143AB41-D4E0-A8D7-2C81-53BABC55A29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650904" y="3999095"/>
                  <a:ext cx="2235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5A182754-2C12-9EAB-8B79-9365630BC47C}"/>
                    </a:ext>
                  </a:extLst>
                </p14:cNvPr>
                <p14:cNvContentPartPr/>
                <p14:nvPr/>
              </p14:nvContentPartPr>
              <p14:xfrm>
                <a:off x="2575664" y="4072895"/>
                <a:ext cx="244800" cy="13032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5A182754-2C12-9EAB-8B79-9365630BC47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66664" y="4064255"/>
                  <a:ext cx="2624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96BEF2B5-24A8-722F-76F6-C5B4C5EF739F}"/>
                    </a:ext>
                  </a:extLst>
                </p14:cNvPr>
                <p14:cNvContentPartPr/>
                <p14:nvPr/>
              </p14:nvContentPartPr>
              <p14:xfrm>
                <a:off x="2478104" y="3829535"/>
                <a:ext cx="217800" cy="34056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96BEF2B5-24A8-722F-76F6-C5B4C5EF739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469464" y="3820895"/>
                  <a:ext cx="2354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CB03E1C7-89A2-DBA0-405B-1D2F50EBB8C5}"/>
                    </a:ext>
                  </a:extLst>
                </p14:cNvPr>
                <p14:cNvContentPartPr/>
                <p14:nvPr/>
              </p14:nvContentPartPr>
              <p14:xfrm>
                <a:off x="2434544" y="4280255"/>
                <a:ext cx="789120" cy="1908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CB03E1C7-89A2-DBA0-405B-1D2F50EBB8C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25544" y="4271615"/>
                  <a:ext cx="8067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F4A5EC8C-FBB6-E9BD-4100-D83E42E1DD30}"/>
                    </a:ext>
                  </a:extLst>
                </p14:cNvPr>
                <p14:cNvContentPartPr/>
                <p14:nvPr/>
              </p14:nvContentPartPr>
              <p14:xfrm>
                <a:off x="2986784" y="4096295"/>
                <a:ext cx="667800" cy="7488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F4A5EC8C-FBB6-E9BD-4100-D83E42E1DD3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77784" y="4087655"/>
                  <a:ext cx="685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9E2CD7D4-6C04-0380-3688-17D58122313B}"/>
                    </a:ext>
                  </a:extLst>
                </p14:cNvPr>
                <p14:cNvContentPartPr/>
                <p14:nvPr/>
              </p14:nvContentPartPr>
              <p14:xfrm>
                <a:off x="3604544" y="4108895"/>
                <a:ext cx="61200" cy="12600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9E2CD7D4-6C04-0380-3688-17D58122313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95904" y="4099895"/>
                  <a:ext cx="78840" cy="14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5A7E1104-A310-82C2-F6C2-76F484A40856}"/>
                  </a:ext>
                </a:extLst>
              </p14:cNvPr>
              <p14:cNvContentPartPr/>
              <p14:nvPr/>
            </p14:nvContentPartPr>
            <p14:xfrm>
              <a:off x="1858184" y="3372335"/>
              <a:ext cx="2289240" cy="125280"/>
            </p14:xfrm>
          </p:contentPart>
        </mc:Choice>
        <mc:Fallback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5A7E1104-A310-82C2-F6C2-76F484A4085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849544" y="3363695"/>
                <a:ext cx="230688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F6290B34-012F-F08E-AD9B-1CC0E4C3F82A}"/>
                  </a:ext>
                </a:extLst>
              </p14:cNvPr>
              <p14:cNvContentPartPr/>
              <p14:nvPr/>
            </p14:nvContentPartPr>
            <p14:xfrm>
              <a:off x="3141584" y="4779215"/>
              <a:ext cx="3503520" cy="458640"/>
            </p14:xfrm>
          </p:contentPart>
        </mc:Choice>
        <mc:Fallback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F6290B34-012F-F08E-AD9B-1CC0E4C3F82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132944" y="4770215"/>
                <a:ext cx="3521160" cy="47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组合 38">
            <a:extLst>
              <a:ext uri="{FF2B5EF4-FFF2-40B4-BE49-F238E27FC236}">
                <a16:creationId xmlns:a16="http://schemas.microsoft.com/office/drawing/2014/main" id="{CCBFD401-1579-C0A2-66E0-35B657950AE7}"/>
              </a:ext>
            </a:extLst>
          </p:cNvPr>
          <p:cNvGrpSpPr/>
          <p:nvPr/>
        </p:nvGrpSpPr>
        <p:grpSpPr>
          <a:xfrm>
            <a:off x="3348584" y="4609331"/>
            <a:ext cx="3746880" cy="1738440"/>
            <a:chOff x="3348584" y="4609331"/>
            <a:chExt cx="3746880" cy="173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FA84078F-A276-3B76-3F1D-FC97FC604F3F}"/>
                    </a:ext>
                  </a:extLst>
                </p14:cNvPr>
                <p14:cNvContentPartPr/>
                <p14:nvPr/>
              </p14:nvContentPartPr>
              <p14:xfrm>
                <a:off x="3514904" y="5094215"/>
                <a:ext cx="2944800" cy="7164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FA84078F-A276-3B76-3F1D-FC97FC604F3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505904" y="5085575"/>
                  <a:ext cx="29624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08E384E4-0677-8214-9F06-3D61DB683707}"/>
                    </a:ext>
                  </a:extLst>
                </p14:cNvPr>
                <p14:cNvContentPartPr/>
                <p14:nvPr/>
              </p14:nvContentPartPr>
              <p14:xfrm>
                <a:off x="5723144" y="5183135"/>
                <a:ext cx="18720" cy="62568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08E384E4-0677-8214-9F06-3D61DB68370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714144" y="5174495"/>
                  <a:ext cx="36360" cy="64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F3A69584-6ADC-4D8F-FE67-FE3CCC74A429}"/>
                    </a:ext>
                  </a:extLst>
                </p14:cNvPr>
                <p14:cNvContentPartPr/>
                <p14:nvPr/>
              </p14:nvContentPartPr>
              <p14:xfrm>
                <a:off x="4220864" y="5722775"/>
                <a:ext cx="2874600" cy="58968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F3A69584-6ADC-4D8F-FE67-FE3CCC74A42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212224" y="5713775"/>
                  <a:ext cx="289224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994D51A6-32A6-30A9-5F32-378A5CC011FF}"/>
                    </a:ext>
                  </a:extLst>
                </p14:cNvPr>
                <p14:cNvContentPartPr/>
                <p14:nvPr/>
              </p14:nvContentPartPr>
              <p14:xfrm>
                <a:off x="3348584" y="5201135"/>
                <a:ext cx="3105000" cy="4788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994D51A6-32A6-30A9-5F32-378A5CC011F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339944" y="5192495"/>
                  <a:ext cx="31226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5AC62342-1016-8E84-F647-84C04F0AF285}"/>
                    </a:ext>
                  </a:extLst>
                </p14:cNvPr>
                <p14:cNvContentPartPr/>
                <p14:nvPr/>
              </p14:nvContentPartPr>
              <p14:xfrm>
                <a:off x="4257224" y="6091775"/>
                <a:ext cx="2514960" cy="8352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5AC62342-1016-8E84-F647-84C04F0AF28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248224" y="6083135"/>
                  <a:ext cx="25326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69956412-BAB5-9BCD-C269-88092D230D97}"/>
                    </a:ext>
                  </a:extLst>
                </p14:cNvPr>
                <p14:cNvContentPartPr/>
                <p14:nvPr/>
              </p14:nvContentPartPr>
              <p14:xfrm>
                <a:off x="3840655" y="4609331"/>
                <a:ext cx="2607840" cy="72468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69956412-BAB5-9BCD-C269-88092D230D9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832015" y="4600691"/>
                  <a:ext cx="2625480" cy="74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4976468A-9E93-0B60-D4BA-2CE14EA47737}"/>
                    </a:ext>
                  </a:extLst>
                </p14:cNvPr>
                <p14:cNvContentPartPr/>
                <p14:nvPr/>
              </p14:nvContentPartPr>
              <p14:xfrm>
                <a:off x="4970695" y="5033051"/>
                <a:ext cx="1814760" cy="131472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4976468A-9E93-0B60-D4BA-2CE14EA4773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962055" y="5024051"/>
                  <a:ext cx="1832400" cy="1332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016140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7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4952" y="1147222"/>
            <a:ext cx="5132705" cy="3175396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Haved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solved!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6AC8EC-4C97-7A6F-1AA6-B34D697ACB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388" y="4760698"/>
            <a:ext cx="7720940" cy="121576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200AA0F-49E5-92A9-907D-3292B98C9660}"/>
              </a:ext>
            </a:extLst>
          </p:cNvPr>
          <p:cNvSpPr txBox="1"/>
          <p:nvPr/>
        </p:nvSpPr>
        <p:spPr>
          <a:xfrm>
            <a:off x="5496208" y="1147222"/>
            <a:ext cx="61336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def analyze(</a:t>
            </a:r>
            <a:r>
              <a:rPr lang="en-US" altLang="zh-CN" dirty="0" err="1"/>
              <a:t>b,addr,name</a:t>
            </a:r>
            <a:r>
              <a:rPr lang="en-US" altLang="zh-CN" dirty="0"/>
              <a:t>=None):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start_state</a:t>
            </a:r>
            <a:r>
              <a:rPr lang="en-US" altLang="zh-CN" dirty="0"/>
              <a:t>=</a:t>
            </a:r>
            <a:r>
              <a:rPr lang="en-US" altLang="zh-CN" dirty="0" err="1"/>
              <a:t>b.factory.blank_state</a:t>
            </a:r>
            <a:r>
              <a:rPr lang="en-US" altLang="zh-CN" dirty="0"/>
              <a:t>(</a:t>
            </a:r>
            <a:r>
              <a:rPr lang="en-US" altLang="zh-CN" dirty="0" err="1"/>
              <a:t>addr</a:t>
            </a:r>
            <a:r>
              <a:rPr lang="en-US" altLang="zh-CN" dirty="0"/>
              <a:t>=</a:t>
            </a:r>
            <a:r>
              <a:rPr lang="en-US" altLang="zh-CN" dirty="0" err="1"/>
              <a:t>addr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start_state.stack_push</a:t>
            </a:r>
            <a:r>
              <a:rPr lang="en-US" altLang="zh-CN" dirty="0"/>
              <a:t>(0x0)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plot_cg</a:t>
            </a:r>
            <a:r>
              <a:rPr lang="en-US" altLang="zh-CN" dirty="0"/>
              <a:t>(b.kb,"%s_</a:t>
            </a:r>
            <a:r>
              <a:rPr lang="en-US" altLang="zh-CN" dirty="0" err="1"/>
              <a:t>callgraph</a:t>
            </a:r>
            <a:r>
              <a:rPr lang="en-US" altLang="zh-CN" dirty="0"/>
              <a:t>"%</a:t>
            </a:r>
            <a:r>
              <a:rPr lang="en-US" altLang="zh-CN" dirty="0" err="1"/>
              <a:t>name,format</a:t>
            </a:r>
            <a:r>
              <a:rPr lang="en-US" altLang="zh-CN" dirty="0"/>
              <a:t>="</a:t>
            </a:r>
            <a:r>
              <a:rPr lang="en-US" altLang="zh-CN" dirty="0" err="1"/>
              <a:t>png</a:t>
            </a:r>
            <a:r>
              <a:rPr lang="en-US" altLang="zh-CN" dirty="0"/>
              <a:t>")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plot_cg</a:t>
            </a:r>
            <a:r>
              <a:rPr lang="en-US" altLang="zh-CN" dirty="0"/>
              <a:t>(</a:t>
            </a:r>
            <a:r>
              <a:rPr lang="en-US" altLang="zh-CN" dirty="0" err="1"/>
              <a:t>b.kb</a:t>
            </a:r>
            <a:r>
              <a:rPr lang="en-US" altLang="zh-CN" dirty="0"/>
              <a:t>, "%</a:t>
            </a:r>
            <a:r>
              <a:rPr lang="en-US" altLang="zh-CN" dirty="0" err="1"/>
              <a:t>s_callgraph_verbose</a:t>
            </a:r>
            <a:r>
              <a:rPr lang="en-US" altLang="zh-CN" dirty="0"/>
              <a:t>" % name, format="</a:t>
            </a:r>
            <a:r>
              <a:rPr lang="en-US" altLang="zh-CN" dirty="0" err="1"/>
              <a:t>png</a:t>
            </a:r>
            <a:r>
              <a:rPr lang="en-US" altLang="zh-CN" dirty="0"/>
              <a:t>", verbose=True)</a:t>
            </a:r>
          </a:p>
          <a:p>
            <a:endParaRPr lang="en-US" altLang="zh-CN" dirty="0"/>
          </a:p>
          <a:p>
            <a:r>
              <a:rPr lang="en-US" altLang="zh-CN" dirty="0" err="1"/>
              <a:t>proj</a:t>
            </a:r>
            <a:r>
              <a:rPr lang="en-US" altLang="zh-CN" dirty="0"/>
              <a:t> = </a:t>
            </a:r>
            <a:r>
              <a:rPr lang="en-US" altLang="zh-CN" dirty="0" err="1"/>
              <a:t>angr.Project</a:t>
            </a:r>
            <a:r>
              <a:rPr lang="en-US" altLang="zh-CN" dirty="0"/>
              <a:t>("backdoor1")</a:t>
            </a:r>
          </a:p>
          <a:p>
            <a:r>
              <a:rPr lang="en-US" altLang="zh-CN" dirty="0"/>
              <a:t>analyze(</a:t>
            </a:r>
            <a:r>
              <a:rPr lang="en-US" altLang="zh-CN" dirty="0" err="1"/>
              <a:t>proj,proj.entry,"backdoor</a:t>
            </a:r>
            <a:r>
              <a:rPr lang="en-US" altLang="zh-CN" dirty="0"/>
              <a:t>")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8525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4952" y="1147222"/>
            <a:ext cx="5132705" cy="3175396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How to use </a:t>
              </a:r>
              <a:r>
                <a:rPr lang="en-US" altLang="zh-CN" sz="1600" dirty="0" err="1"/>
                <a:t>angr</a:t>
              </a:r>
              <a:r>
                <a:rPr lang="en-US" altLang="zh-CN" sz="1600" dirty="0"/>
                <a:t>-management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?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3" name="图片 2" descr="welcome_message">
            <a:extLst>
              <a:ext uri="{FF2B5EF4-FFF2-40B4-BE49-F238E27FC236}">
                <a16:creationId xmlns:a16="http://schemas.microsoft.com/office/drawing/2014/main" id="{AE03AD93-9BA6-C581-5C92-5D9EA39A33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6715" y="1310485"/>
            <a:ext cx="7553185" cy="518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143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15290" y="1153159"/>
            <a:ext cx="5205730" cy="2276247"/>
            <a:chOff x="654" y="1816"/>
            <a:chExt cx="8198" cy="2313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654" y="1917"/>
              <a:ext cx="8198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assignment6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study of week15-16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assignment7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797</Words>
  <Application>Microsoft Office PowerPoint</Application>
  <PresentationFormat>宽屏</PresentationFormat>
  <Paragraphs>115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阿里巴巴普惠体 R</vt:lpstr>
      <vt:lpstr>微软雅黑</vt:lpstr>
      <vt:lpstr>Arial</vt:lpstr>
      <vt:lpstr>Calibri</vt:lpstr>
      <vt:lpstr>Calibri Light</vt:lpstr>
      <vt:lpstr>Palatino Linotype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卓雲 钱</cp:lastModifiedBy>
  <cp:revision>40</cp:revision>
  <dcterms:created xsi:type="dcterms:W3CDTF">2022-09-21T15:51:00Z</dcterms:created>
  <dcterms:modified xsi:type="dcterms:W3CDTF">2024-02-01T03:27:54Z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