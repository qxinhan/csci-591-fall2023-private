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432" r:id="rId2"/>
    <p:sldId id="424" r:id="rId3"/>
    <p:sldId id="425" r:id="rId4"/>
    <p:sldId id="428" r:id="rId5"/>
    <p:sldId id="429" r:id="rId6"/>
    <p:sldId id="430" r:id="rId7"/>
    <p:sldId id="431" r:id="rId8"/>
    <p:sldId id="433" r:id="rId9"/>
    <p:sldId id="427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08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966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357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07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671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26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stackoverflow.com/questions/7408710/under-what-circumstances-might-a-windows-critical-section-have-a-negative-lock-c#:~:text=In%20Microsoft%20Windows%202000%2C%20and%20Windows%20XP%2C%20the,starts%20at%20-1%20for%20an%20unlocked%20critical%20section." TargetMode="Externa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At National Day I will finish the study of the video!!! And then have two days off for my holidays.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After it I plan to finish the project4.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529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There is 13 classes left, mainly about the practice of CE and OD, and the hard code.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thread and process.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CC5381-5E11-356E-C979-F180DD450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312" y="1204191"/>
            <a:ext cx="5179621" cy="2545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the video it said, when I enter the critical section the value of the member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LockCount”in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“CRITICAL_SECTION” will change to 0 from -1. But in my test , I found the it is changed to -2 from -1, why? I found that a thread is created the value of it decrements 4.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8B0AFA-C058-C315-29FB-416E9A409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8403" y="1909775"/>
            <a:ext cx="5940834" cy="321364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0BF2E56-4B61-9C55-830F-A9A1D861CE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454" y="4542757"/>
            <a:ext cx="2823730" cy="1856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600" dirty="0">
                  <a:hlinkClick r:id="rId6"/>
                </a:rPr>
                <a:t>c - Under what circumstances might a Windows Critical Section have a negative Lock Count? - Stack Overflow</a:t>
              </a:r>
              <a:endParaRPr lang="en-US" altLang="zh-CN" sz="1600" dirty="0"/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6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am a little confused about it.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D25502-01F0-9E38-A476-978AFBF44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871" y="816776"/>
            <a:ext cx="5499366" cy="520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3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Question: I suppose that the program will print three lines of `1111` and return 0. But actually print five lines of `1111`.(Sorry, the code of print`1111` I forget to provide. Just a loop to print five lines of `1111` ).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Solution: The main reason is that the function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CloseHandle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is just to close the handle of the thread but not actually close the thread.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B8541E-1FB9-F5E0-38E2-644BF2ADA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4249" y="2401587"/>
            <a:ext cx="5310249" cy="18200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13D6A1-382C-A2D8-F1B7-C08259D7B2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352" y="4164882"/>
            <a:ext cx="4936177" cy="21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4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1825" y="1218474"/>
            <a:ext cx="5132705" cy="2540066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有个问题，句柄是用来维护地址的而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内核用来维护线程或者进程的。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Question: The handle is used to preserve the address but the ID is used to preserve the thread or process?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b="1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If child process or child thread has the same ID  as the parent, does it cause the </a:t>
              </a:r>
              <a:r>
                <a:rPr lang="en-US" altLang="zh-CN" sz="1700" b="1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accesss</a:t>
              </a:r>
              <a:r>
                <a:rPr lang="en-US" altLang="zh-CN" sz="1700" b="1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b="1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confict</a:t>
              </a:r>
              <a:r>
                <a:rPr lang="en-US" altLang="zh-CN" sz="1700" b="1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?</a:t>
              </a:r>
              <a:endParaRPr lang="zh-CN" altLang="en-US" sz="1700" b="1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4926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8008" y="1146142"/>
            <a:ext cx="6424295" cy="2606351"/>
            <a:chOff x="-1265" y="1668"/>
            <a:chExt cx="10117" cy="306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-1143" y="1668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-1265" y="225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found I still have some problem about project3.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This is one of them, Why 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baseAddress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is the value of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contx.Ebx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+ 8`.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D521F6-A5EB-4565-D565-F5835F742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295" y="3101625"/>
            <a:ext cx="5035509" cy="31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5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8008" y="1146142"/>
            <a:ext cx="6424295" cy="2606351"/>
            <a:chOff x="-1265" y="1668"/>
            <a:chExt cx="10117" cy="306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-1143" y="1668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-1265" y="225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This code is used to implement a function that it can login in QQ by itself. But there is a problem that I have no idea to find the ID of 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the`Edit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of `username` and `password`. I can not find the `.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rc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file of QQ.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EEECCF-14FF-35BF-0782-E23FA92ED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16" y="1752236"/>
            <a:ext cx="4772794" cy="301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4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are some tests in the video and 13 classes left, plan to finish them before next meeting.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code comments!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Aaaaa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, I suddenly find that I have a lot of things to do.[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sad,sad,sad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].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510</Words>
  <Application>Microsoft Office PowerPoint</Application>
  <PresentationFormat>宽屏</PresentationFormat>
  <Paragraphs>53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28</cp:revision>
  <dcterms:created xsi:type="dcterms:W3CDTF">2022-09-21T15:51:00Z</dcterms:created>
  <dcterms:modified xsi:type="dcterms:W3CDTF">2023-10-07T10:16:49Z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