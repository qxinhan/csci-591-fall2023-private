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423" r:id="rId2"/>
    <p:sldId id="424" r:id="rId3"/>
    <p:sldId id="425" r:id="rId4"/>
    <p:sldId id="42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familiarity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with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compiling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process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familiarity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with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executable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parsing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familiarity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with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compiling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process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familiarity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with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executable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parsing 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No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Install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analysis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tools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Analyze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multiple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Android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Malware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locate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their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malicious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code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segments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PresentationFormat>宽屏</PresentationFormat>
  <Paragraphs>23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13</cp:revision>
  <dcterms:created xsi:type="dcterms:W3CDTF">2022-09-21T15:51:00Z</dcterms:created>
  <dcterms:modified xsi:type="dcterms:W3CDTF">2023-09-27T01:55:33Z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