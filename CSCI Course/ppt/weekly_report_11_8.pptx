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comments/modernComment_1A8_0.xml" ContentType="application/vnd.ms-powerpoint.comment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comments/modernComment_1AF_EF6F9F90.xml" ContentType="application/vnd.ms-powerpoint.comment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comments/modernComment_1AD_63A943CB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comments/modernComment_1A9_0.xml" ContentType="application/vnd.ms-powerpoint.comments+xml"/>
  <Override PartName="/ppt/ink/ink7.xml" ContentType="application/inkml+xml"/>
  <Override PartName="/ppt/ink/ink8.xml" ContentType="application/inkml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8.xml" ContentType="application/vnd.openxmlformats-officedocument.presentationml.notesSlide+xml"/>
  <Override PartName="/ppt/comments/modernComment_1B0_34B7AE0B.xml" ContentType="application/vnd.ms-powerpoint.comments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ppt/ink/ink26.xml" ContentType="application/inkml+xml"/>
  <Override PartName="/ppt/ink/ink27.xml" ContentType="application/inkml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0.xml" ContentType="application/vnd.openxmlformats-officedocument.presentationml.notesSlide+xml"/>
  <Override PartName="/ppt/ink/ink28.xml" ContentType="application/inkml+xml"/>
  <Override PartName="/ppt/ink/ink29.xml" ContentType="application/inkml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1.xml" ContentType="application/vnd.openxmlformats-officedocument.presentationml.notesSlide+xml"/>
  <Override PartName="/ppt/comments/modernComment_1B3_B61645D7.xml" ContentType="application/vnd.ms-powerpoint.comments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2.xml" ContentType="application/vnd.openxmlformats-officedocument.presentationml.notesSlide+xml"/>
  <Override PartName="/ppt/comments/modernComment_1B4_1511FBFD.xml" ContentType="application/vnd.ms-powerpoint.comments+xml"/>
  <Override PartName="/ppt/ink/ink43.xml" ContentType="application/inkml+xml"/>
  <Override PartName="/ppt/ink/ink44.xml" ContentType="application/inkml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3.xml" ContentType="application/vnd.openxmlformats-officedocument.presentationml.notesSlide+xml"/>
  <Override PartName="/ppt/comments/modernComment_1B5_1EED08A2.xml" ContentType="application/vnd.ms-powerpoint.comments+xml"/>
  <Override PartName="/ppt/ink/ink45.xml" ContentType="application/inkml+xml"/>
  <Override PartName="/ppt/ink/ink46.xml" ContentType="application/inkml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4.xml" ContentType="application/vnd.openxmlformats-officedocument.presentationml.notesSlide+xml"/>
  <Override PartName="/ppt/comments/modernComment_1AB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423" r:id="rId2"/>
    <p:sldId id="424" r:id="rId3"/>
    <p:sldId id="431" r:id="rId4"/>
    <p:sldId id="430" r:id="rId5"/>
    <p:sldId id="429" r:id="rId6"/>
    <p:sldId id="425" r:id="rId7"/>
    <p:sldId id="428" r:id="rId8"/>
    <p:sldId id="432" r:id="rId9"/>
    <p:sldId id="433" r:id="rId10"/>
    <p:sldId id="434" r:id="rId11"/>
    <p:sldId id="435" r:id="rId12"/>
    <p:sldId id="436" r:id="rId13"/>
    <p:sldId id="437" r:id="rId14"/>
    <p:sldId id="427" r:id="rId15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9CB068E-0DAD-188A-5234-4F0D95AC1878}" name="卓雲 钱" initials="卓钱" userId="e9c72fbd0d489e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6322"/>
  </p:normalViewPr>
  <p:slideViewPr>
    <p:cSldViewPr snapToGrid="0">
      <p:cViewPr varScale="1">
        <p:scale>
          <a:sx n="47" d="100"/>
          <a:sy n="47" d="100"/>
        </p:scale>
        <p:origin x="4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omments/modernComment_1A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BEC627-B150-45E6-A8C6-44F6518EDFD7}" authorId="{E9CB068E-0DAD-188A-5234-4F0D95AC1878}" created="2023-11-09T01:06:20.730">
    <pc:sldMkLst xmlns:pc="http://schemas.microsoft.com/office/powerpoint/2013/main/command">
      <pc:docMk/>
      <pc:sldMk cId="0" sldId="424"/>
    </pc:sldMkLst>
    <p188:txBody>
      <a:bodyPr/>
      <a:lstStyle/>
      <a:p>
        <a:r>
          <a:rPr lang="zh-CN" altLang="en-US"/>
          <a:t>PTR64                           ThreadLocalStoragePointer;          //0x0058 
PTR64                           Win32ThreadInfo;                    //0x0078
这两个元素很重要，study
QWORD                           FastPebLock;                        //0x0038
important
 QWORD                           TlsBitmap;                          //0x0078
    DWORD                           TlsBitmapBits[2];                   //0x0080
DWORD                           NumberOfProcessors;                 //0x00B8</a:t>
        </a:r>
      </a:p>
    </p188:txBody>
  </p188:cm>
</p188:cmLst>
</file>

<file path=ppt/comments/modernComment_1A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36BE7C0-B46F-47DE-A8C7-A2898942E31E}" authorId="{E9CB068E-0DAD-188A-5234-4F0D95AC1878}" created="2023-11-09T00:58:55.104">
    <pc:sldMkLst xmlns:pc="http://schemas.microsoft.com/office/powerpoint/2013/main/command">
      <pc:docMk/>
      <pc:sldMk cId="0" sldId="425"/>
    </pc:sldMkLst>
    <p188:txBody>
      <a:bodyPr/>
      <a:lstStyle/>
      <a:p>
        <a:r>
          <a:rPr lang="zh-CN" altLang="en-US"/>
          <a:t>Is there some tools to parse the resource?有没有用来解析最后一层这些二进制信息的工具？现在仅仅知道这些二进制信息代表什么，但是不知道怎么通过一定格式将这个资源还原，比如这些二进制信息存储了图片，如何通过这个二进制信息得到图片。</a:t>
        </a:r>
      </a:p>
    </p188:txBody>
  </p188:cm>
  <p188:cm id="{77AB619A-AFB0-497C-BE86-C3C06D308808}" authorId="{E9CB068E-0DAD-188A-5234-4F0D95AC1878}" created="2023-11-09T01:42:24.378">
    <pc:sldMkLst xmlns:pc="http://schemas.microsoft.com/office/powerpoint/2013/main/command">
      <pc:docMk/>
      <pc:sldMk cId="0" sldId="425"/>
    </pc:sldMkLst>
    <p188:txBody>
      <a:bodyPr/>
      <a:lstStyle/>
      <a:p>
        <a:r>
          <a:rPr lang="zh-CN" altLang="en-US"/>
          <a:t>Bit map to image 开完会后自己解决</a:t>
        </a:r>
      </a:p>
    </p188:txBody>
  </p188:cm>
  <p188:cm id="{1628A192-4B01-4176-A50C-4F5D0C94AEDF}" authorId="{E9CB068E-0DAD-188A-5234-4F0D95AC1878}" created="2023-11-09T01:44:38.859">
    <pc:sldMkLst xmlns:pc="http://schemas.microsoft.com/office/powerpoint/2013/main/command">
      <pc:docMk/>
      <pc:sldMk cId="0" sldId="425"/>
    </pc:sldMkLst>
    <p188:replyLst>
      <p188:reply id="{0E7B100B-9F29-4CA2-9FA5-0EA127A3B6AC}" authorId="{E9CB068E-0DAD-188A-5234-4F0D95AC1878}" created="2023-11-09T01:45:06.444">
        <p188:txBody>
          <a:bodyPr/>
          <a:lstStyle/>
          <a:p>
            <a:r>
              <a:rPr lang="zh-CN" altLang="en-US"/>
              <a:t>fangtian.zhong@montana.edu</a:t>
            </a:r>
          </a:p>
        </p188:txBody>
      </p188:reply>
    </p188:replyLst>
    <p188:txBody>
      <a:bodyPr/>
      <a:lstStyle/>
      <a:p>
        <a:r>
          <a:rPr lang="zh-CN" altLang="en-US"/>
          <a:t>回去测试一下dfsparseresource这个函数，没问题的话说一下</a:t>
        </a:r>
      </a:p>
    </p188:txBody>
  </p188:cm>
</p188:cmLst>
</file>

<file path=ppt/comments/modernComment_1A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38F9160-6BDF-42B4-9730-B8B4DF00034E}" authorId="{E9CB068E-0DAD-188A-5234-4F0D95AC1878}" created="2023-11-08T13:57:48.519">
    <pc:sldMkLst xmlns:pc="http://schemas.microsoft.com/office/powerpoint/2013/main/command">
      <pc:docMk/>
      <pc:sldMk cId="0" sldId="427"/>
    </pc:sldMkLst>
    <p188:replyLst>
      <p188:reply id="{C8F46DA4-A5A7-4E73-B7F8-A3561828BB5E}" authorId="{E9CB068E-0DAD-188A-5234-4F0D95AC1878}" created="2023-11-08T13:58:09.364">
        <p188:txBody>
          <a:bodyPr/>
          <a:lstStyle/>
          <a:p>
            <a:r>
              <a:rPr lang="zh-CN" altLang="en-US"/>
              <a:t>I will try my best to do that</a:t>
            </a:r>
          </a:p>
        </p188:txBody>
      </p188:reply>
      <p188:reply id="{39389D69-F105-4228-AF93-9C363244B9FB}" authorId="{E9CB068E-0DAD-188A-5234-4F0D95AC1878}" created="2023-11-08T14:02:02.475">
        <p188:txBody>
          <a:bodyPr/>
          <a:lstStyle/>
          <a:p>
            <a:r>
              <a:rPr lang="zh-CN" altLang="en-US"/>
              <a:t>但是目前对TEB和PEB有了一个基础的了解，至少知道怎么去找里面的一些重要元素了，其实我有想法写project3 64位版本的时候用到这两个结构体，应该会很方便，我去试试</a:t>
            </a:r>
          </a:p>
        </p188:txBody>
      </p188:reply>
    </p188:replyLst>
    <p188:txBody>
      <a:bodyPr/>
      <a:lstStyle/>
      <a:p>
        <a:r>
          <a:rPr lang="zh-CN" altLang="en-US"/>
          <a:t>不行了，累死了，这周尽力了，这周一把游戏都没玩，都没干完上周的东西。然后这周六周天的培训，还要准备，这周太可怕了【冲】。</a:t>
        </a:r>
      </a:p>
    </p188:txBody>
  </p188:cm>
  <p188:cm id="{A4EBBA9A-C523-4A18-B9BA-9640C9D76904}" authorId="{E9CB068E-0DAD-188A-5234-4F0D95AC1878}" created="2023-11-09T03:05:12.919">
    <pc:sldMkLst xmlns:pc="http://schemas.microsoft.com/office/powerpoint/2013/main/command">
      <pc:docMk/>
      <pc:sldMk cId="0" sldId="427"/>
    </pc:sldMkLst>
    <p188:txBody>
      <a:bodyPr/>
      <a:lstStyle/>
      <a:p>
        <a:r>
          <a:rPr lang="zh-CN" altLang="en-US"/>
          <a:t>测试一下code，这周得写完了</a:t>
        </a:r>
      </a:p>
    </p188:txBody>
  </p188:cm>
  <p188:cm id="{E26C24F9-58CA-4D2F-A51E-3BFEB05196AB}" authorId="{E9CB068E-0DAD-188A-5234-4F0D95AC1878}" created="2023-11-09T03:13:17.083">
    <pc:sldMkLst xmlns:pc="http://schemas.microsoft.com/office/powerpoint/2013/main/command">
      <pc:docMk/>
      <pc:sldMk cId="0" sldId="427"/>
    </pc:sldMkLst>
    <p188:txBody>
      <a:bodyPr/>
      <a:lstStyle/>
      <a:p>
        <a:r>
          <a:rPr lang="zh-CN" altLang="en-US"/>
          <a:t>看一下那个课程，知道怎么用vs写汇编</a:t>
        </a:r>
      </a:p>
    </p188:txBody>
  </p188:cm>
</p188:cmLst>
</file>

<file path=ppt/comments/modernComment_1AD_63A943C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B56D883-A88D-4E1A-BFF9-4BA095AD5F54}" authorId="{E9CB068E-0DAD-188A-5234-4F0D95AC1878}" created="2023-11-04T02:30:05.44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672037323" sldId="429"/>
      <ac:spMk id="238" creationId="{00000000-0000-0000-0000-000000000000}"/>
      <ac:txMk cp="50" len="26">
        <ac:context len="251" hash="1036621137"/>
      </ac:txMk>
    </ac:txMkLst>
    <p188:pos x="3439880" y="814737"/>
    <p188:txBody>
      <a:bodyPr/>
      <a:lstStyle/>
      <a:p>
        <a:r>
          <a:rPr lang="zh-CN" altLang="en-US"/>
          <a:t>root下的第一层应该都是ID，这些ID已经被定义在了头文件Winuser.h中。</a:t>
        </a:r>
      </a:p>
    </p188:txBody>
  </p188:cm>
  <p188:cm id="{EC23F6A8-857C-4511-874A-F72CB3C873F4}" authorId="{E9CB068E-0DAD-188A-5234-4F0D95AC1878}" created="2023-11-04T02:40:33.93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672037323" sldId="429"/>
      <ac:spMk id="238" creationId="{00000000-0000-0000-0000-000000000000}"/>
      <ac:txMk cp="50" len="26">
        <ac:context len="251" hash="1036621137"/>
      </ac:txMk>
    </ac:txMkLst>
    <p188:pos x="3439880" y="814737"/>
    <p188:txBody>
      <a:bodyPr/>
      <a:lstStyle/>
      <a:p>
        <a:r>
          <a:rPr lang="zh-CN" altLang="en-US"/>
          <a:t>最后的OffsetToData指向的数据就是资源的二进制信息</a:t>
        </a:r>
      </a:p>
    </p188:txBody>
  </p188:cm>
  <p188:cm id="{F2439982-0734-43E3-9BF1-34A04260CEF8}" authorId="{E9CB068E-0DAD-188A-5234-4F0D95AC1878}" created="2023-11-04T11:40:23.214">
    <pc:sldMkLst xmlns:pc="http://schemas.microsoft.com/office/powerpoint/2013/main/command">
      <pc:docMk/>
      <pc:sldMk cId="1672037323" sldId="429"/>
    </pc:sldMkLst>
    <p188:replyLst>
      <p188:reply id="{5FC369A6-B019-4115-8546-B2FE08861A21}" authorId="{E9CB068E-0DAD-188A-5234-4F0D95AC1878}" created="2023-11-04T12:03:18.508">
        <p188:txBody>
          <a:bodyPr/>
          <a:lstStyle/>
          <a:p>
            <a:r>
              <a:rPr lang="zh-CN" altLang="en-US"/>
              <a:t>我感觉有点小问题，解析出来的目录结构不能和开发时的目录结构完全对等，还是需要根据解析结果的到最终结果。</a:t>
            </a:r>
          </a:p>
        </p188:txBody>
      </p188:reply>
    </p188:replyLst>
    <p188:txBody>
      <a:bodyPr/>
      <a:lstStyle/>
      <a:p>
        <a:r>
          <a:rPr lang="zh-CN" altLang="en-US"/>
          <a:t>这里的这个问题困扰了我很久，明明只有两个文件但是却有18个entries。目前不知道是怎么一一对应起来的。</a:t>
        </a:r>
      </a:p>
    </p188:txBody>
  </p188:cm>
  <p188:cm id="{0AA1845E-2F06-4E11-A54E-14BD403C96D4}" authorId="{E9CB068E-0DAD-188A-5234-4F0D95AC1878}" created="2023-11-09T01:28:21.65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72037323" sldId="429"/>
      <ac:picMk id="6" creationId="{4F1DDAC9-A394-6641-8077-EE5D98F454F8}"/>
    </ac:deMkLst>
    <p188:txBody>
      <a:bodyPr/>
      <a:lstStyle/>
      <a:p>
        <a:r>
          <a:rPr lang="zh-CN" altLang="en-US"/>
          <a:t>Bit map存储方式，去了解一下这种存储方式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3-11-09T01:28:24.024" authorId="{E9CB068E-0DAD-188A-5234-4F0D95AC1878}"/>
          </p223:rxn>
        </p223:reactions>
      </p:ext>
    </p188:extLst>
  </p188:cm>
  <p188:cm id="{8571A99E-C309-4E33-9EAF-C244A58BE86D}" authorId="{E9CB068E-0DAD-188A-5234-4F0D95AC1878}" created="2023-11-09T01:30:02.44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72037323" sldId="429"/>
      <ac:picMk id="4" creationId="{F0160AE4-5A04-3145-24B2-B74B27468505}"/>
    </ac:deMkLst>
    <p188:txBody>
      <a:bodyPr/>
      <a:lstStyle/>
      <a:p>
        <a:r>
          <a:rPr lang="zh-CN" altLang="en-US"/>
          <a:t>Send the code to</a:t>
        </a:r>
      </a:p>
    </p188:txBody>
  </p188:cm>
</p188:cmLst>
</file>

<file path=ppt/comments/modernComment_1AF_EF6F9F9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6E77876-C0C6-432F-88F3-40466D94EEC8}" authorId="{E9CB068E-0DAD-188A-5234-4F0D95AC1878}" created="2023-11-03T09:22:04.757">
    <pc:sldMkLst xmlns:pc="http://schemas.microsoft.com/office/powerpoint/2013/main/command">
      <pc:docMk/>
      <pc:sldMk cId="4017069968" sldId="431"/>
    </pc:sldMkLst>
    <p188:txBody>
      <a:bodyPr/>
      <a:lstStyle/>
      <a:p>
        <a:r>
          <a:rPr lang="zh-CN" altLang="en-US"/>
          <a:t>十月十九那次weekly_report的时候，我当时不知道每个IMAGE_BOUND_IMPORT_DESCRIPTOR结构体之后跟着的IMAGE_BOUND_FORWARDER_REF这些结构体具体存什么信息。你回答说是这个dll被绑定的函数。但今天在我解析绑定导入表的时候没有解析到一个函数，所以说IMAGE_BOUND_FORWARDER_REF这个结构体存储的信息应该是某个被该dll引用的dll的信息，比如dll1引用了dll2里面的函数，然后dll1是被绑定了，那么就会出现第二张截图那种情况</a:t>
        </a:r>
      </a:p>
    </p188:txBody>
  </p188:cm>
</p188:cmLst>
</file>

<file path=ppt/comments/modernComment_1B0_34B7AE0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97342C4-42EA-409B-B4F3-CB87201E33F7}" authorId="{E9CB068E-0DAD-188A-5234-4F0D95AC1878}" created="2023-11-06T13:43:10.240">
    <pc:sldMkLst xmlns:pc="http://schemas.microsoft.com/office/powerpoint/2013/main/command">
      <pc:docMk/>
      <pc:sldMk cId="884452875" sldId="432"/>
    </pc:sldMkLst>
    <p188:txBody>
      <a:bodyPr/>
      <a:lstStyle/>
      <a:p>
        <a:r>
          <a:rPr lang="zh-CN" altLang="en-US"/>
          <a:t>奇怪了，咋这么多，我还以为只有一个字符串，咋这么多串</a:t>
        </a:r>
      </a:p>
    </p188:txBody>
  </p188:cm>
</p188:cmLst>
</file>

<file path=ppt/comments/modernComment_1B3_B61645D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F819F9B-0159-466A-B74D-91447E99F7B6}" authorId="{E9CB068E-0DAD-188A-5234-4F0D95AC1878}" created="2023-11-07T08:29:37.262">
    <pc:sldMkLst xmlns:pc="http://schemas.microsoft.com/office/powerpoint/2013/main/command">
      <pc:docMk/>
      <pc:sldMk cId="3054912983" sldId="435"/>
    </pc:sldMkLst>
    <p188:replyLst>
      <p188:reply id="{2C993822-E5B8-436D-995B-1C70DFD7C77B}" authorId="{E9CB068E-0DAD-188A-5234-4F0D95AC1878}" created="2023-11-07T08:36:50.162">
        <p188:txBody>
          <a:bodyPr/>
          <a:lstStyle/>
          <a:p>
            <a:r>
              <a:rPr lang="zh-CN" altLang="en-US"/>
              <a:t>https://stackoverflow.com/questions/77015887 我在这个链接里面找到了一些答案，我待会看看，别忘了别忘了别忘了。</a:t>
            </a:r>
          </a:p>
        </p188:txBody>
        <p188:extLst>
          <p:ext xmlns:p="http://schemas.openxmlformats.org/presentationml/2006/main" uri="{57CB4572-C831-44C2-8A1C-0ADB6CCDFE69}">
            <p223:reactions xmlns:p223="http://schemas.microsoft.com/office/powerpoint/2022/03/main">
              <p223:rxn type="👍">
                <p223:instance time="2023-11-09T00:42:59.570" authorId="{E9CB068E-0DAD-188A-5234-4F0D95AC1878}"/>
              </p223:rxn>
            </p223:reactions>
          </p:ext>
        </p188:extLst>
      </p188:reply>
      <p188:reply id="{C41726D5-987C-433F-A28D-62E18B097CD0}" authorId="{E9CB068E-0DAD-188A-5234-4F0D95AC1878}" created="2023-11-07T08:37:55.092">
        <p188:txBody>
          <a:bodyPr/>
          <a:lstStyle/>
          <a:p>
            <a:r>
              <a:rPr lang="zh-CN" altLang="en-US"/>
              <a:t>这个好像是一个hash值，需要相关计算才能得到一个字符串。</a:t>
            </a:r>
          </a:p>
        </p188:txBody>
      </p188:reply>
      <p188:reply id="{ACDEF485-6704-4BAB-B897-BC88FA99DD66}" authorId="{E9CB068E-0DAD-188A-5234-4F0D95AC1878}" created="2023-11-09T00:43:12.090">
        <p188:txBody>
          <a:bodyPr/>
          <a:lstStyle/>
          <a:p>
            <a:r>
              <a:rPr lang="zh-CN" altLang="en-US"/>
              <a:t>完蛋了，忘记看链接了</a:t>
            </a:r>
          </a:p>
        </p188:txBody>
      </p188:reply>
    </p188:replyLst>
    <p188:txBody>
      <a:bodyPr/>
      <a:lstStyle/>
      <a:p>
        <a:r>
          <a:rPr lang="zh-CN" altLang="en-US"/>
          <a:t>建个note防止自己忘了。BaseDllName这个元素，不知道它存储的信息是啥。奇怪了，查也没查到。</a:t>
        </a:r>
      </a:p>
    </p188:txBody>
  </p188:cm>
  <p188:cm id="{34612121-A241-4F46-BD23-0D625AAA5BAA}" authorId="{E9CB068E-0DAD-188A-5234-4F0D95AC1878}" created="2023-11-09T02:18:43.922">
    <pc:sldMkLst xmlns:pc="http://schemas.microsoft.com/office/powerpoint/2013/main/command">
      <pc:docMk/>
      <pc:sldMk cId="3054912983" sldId="435"/>
    </pc:sldMkLst>
    <p188:txBody>
      <a:bodyPr/>
      <a:lstStyle/>
      <a:p>
        <a:r>
          <a:rPr lang="zh-CN" altLang="en-US"/>
          <a:t>去找怎么计算这个hash值</a:t>
        </a:r>
      </a:p>
    </p188:txBody>
  </p188:cm>
</p188:cmLst>
</file>

<file path=ppt/comments/modernComment_1B4_1511FBF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2D6392D-875F-46F4-8DB6-10C773EEBECD}" authorId="{E9CB068E-0DAD-188A-5234-4F0D95AC1878}" created="2023-11-08T13:25:54.123">
    <pc:sldMkLst xmlns:pc="http://schemas.microsoft.com/office/powerpoint/2013/main/command">
      <pc:docMk/>
      <pc:sldMk cId="353500157" sldId="436"/>
    </pc:sldMkLst>
    <p188:replyLst>
      <p188:reply id="{B8A01623-2072-4F41-BCE9-68600F5BAE98}" authorId="{E9CB068E-0DAD-188A-5234-4F0D95AC1878}" created="2023-11-08T13:29:19.184">
        <p188:txBody>
          <a:bodyPr/>
          <a:lstStyle/>
          <a:p>
            <a:r>
              <a:rPr lang="zh-CN" altLang="en-US"/>
              <a:t>而且，第二道题里面，那个占十字节的数不知道是浮点数还是整数，如果是浮点数应该可以用“%Lf”格式化输出，如果是整数的话，现在还不知道怎么格式化输出，输入也不知道，因为我现在用的输入输出函数是scanf和printf。</a:t>
            </a:r>
          </a:p>
        </p188:txBody>
      </p188:reply>
    </p188:replyLst>
    <p188:txBody>
      <a:bodyPr/>
      <a:lstStyle/>
      <a:p>
        <a:r>
          <a:rPr lang="zh-CN" altLang="en-US"/>
          <a:t>第一道题用一种取巧的方式写的，写的很生硬因为不知道这个十个字节大小的变量怎么传参，从昨天想到今天【悲】。
之前想过传给xmm0，这个是128位的寄存器完全能够储存，但是不知道怎么将xmm0传参给printf。</a:t>
        </a:r>
      </a:p>
    </p188:txBody>
  </p188:cm>
  <p188:cm id="{29D92544-3BF0-433B-84F3-439DE73CE300}" authorId="{E9CB068E-0DAD-188A-5234-4F0D95AC1878}" created="2023-11-09T02:25:37.831">
    <pc:sldMkLst xmlns:pc="http://schemas.microsoft.com/office/powerpoint/2013/main/command">
      <pc:docMk/>
      <pc:sldMk cId="353500157" sldId="436"/>
    </pc:sldMkLst>
    <p188:txBody>
      <a:bodyPr/>
      <a:lstStyle/>
      <a:p>
        <a:r>
          <a:rPr lang="zh-CN" altLang="en-US"/>
          <a:t>%Le 1.234567e20</a:t>
        </a:r>
      </a:p>
    </p188:txBody>
  </p188:cm>
  <p188:cm id="{B261ED92-2BA7-4F25-83DB-2827D9C4482D}" authorId="{E9CB068E-0DAD-188A-5234-4F0D95AC1878}" created="2023-11-09T02:30:31.387">
    <pc:sldMkLst xmlns:pc="http://schemas.microsoft.com/office/powerpoint/2013/main/command">
      <pc:docMk/>
      <pc:sldMk cId="353500157" sldId="436"/>
    </pc:sldMkLst>
    <p188:txBody>
      <a:bodyPr/>
      <a:lstStyle/>
      <a:p>
        <a:r>
          <a:rPr lang="zh-CN" altLang="en-US"/>
          <a:t>tword可以用字符串打印出来，回去解决这个，这周需要解决这个</a:t>
        </a:r>
      </a:p>
    </p188:txBody>
  </p188:cm>
</p188:cmLst>
</file>

<file path=ppt/comments/modernComment_1B5_1EED08A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5BFE9F1-542D-4FCD-8AE4-96C803A7D4C3}" authorId="{E9CB068E-0DAD-188A-5234-4F0D95AC1878}" created="2023-11-09T00:51:41.260">
    <pc:sldMkLst xmlns:pc="http://schemas.microsoft.com/office/powerpoint/2013/main/command">
      <pc:docMk/>
      <pc:sldMk cId="518850722" sldId="437"/>
    </pc:sldMkLst>
    <p188:txBody>
      <a:bodyPr/>
      <a:lstStyle/>
      <a:p>
        <a:r>
          <a:rPr lang="zh-CN" altLang="en-US"/>
          <a:t>I planed to make a chart to show the difference between the x64 CONTEXT and x86 CONTEXT, bu t I forget it!!!!!!!!!!!!!!!!!!!!!!!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4T11:40:48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0 299 24575,'2'4'0,"-1"0"0,0 1 0,1-1 0,0 0 0,0 0 0,1 0 0,-1 0 0,1 0 0,-1-1 0,1 1 0,4 3 0,2 3 0,-4-2 0,1-1 0,0 1 0,1-1 0,0-1 0,9 8 0,-12-11 0,0-1 0,1 1 0,-1-1 0,1 0 0,0 0 0,0-1 0,-1 0 0,1 1 0,0-1 0,0-1 0,8 1 0,12 0 0,0-1 0,-1-1 0,1-1 0,-1-1 0,45-12 0,-63 12 0,1 0 0,-1 0 0,-1-1 0,1 1 0,0-1 0,-1-1 0,0 1 0,0-1 0,0 0 0,-1 0 0,1 0 0,-1-1 0,0 0 0,5-10 0,-1 0 0,0-1 0,-1 0 0,-1-1 0,5-21 0,-7 27 0,-2-1 0,0 1 0,0 0 0,-1-1 0,-2-19 0,1 29 0,0-1 0,-1 0 0,1 1 0,-1-1 0,0 1 0,0-1 0,-1 1 0,1 0 0,-1-1 0,1 1 0,-1 0 0,0 0 0,0 0 0,0 0 0,-1 0 0,1 1 0,-1-1 0,0 1 0,1-1 0,-1 1 0,0 0 0,0 0 0,-5-2 0,-13-4 0,0 0 0,0 2 0,0 0 0,-43-5 0,25 2 0,27 6 0,1 0 0,-24-2 0,32 5 0,0 0 0,-1 0 0,1 1 0,0-1 0,0 0 0,0 1 0,0 0 0,0 0 0,0 0 0,0 0 0,0 0 0,0 1 0,1-1 0,-1 1 0,-4 3 0,1 1 6,0 0-1,1 0 0,0 1 0,0-1 1,0 1-1,1 1 0,0-1 1,-6 15-1,0 7-136,-7 34 1,5-19-1022,5-21-5674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4T11:40:50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24575,'1301'0'-1365,"-1282"0"-5461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4T11:40:53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88 24575,'124'-9'0,"-43"2"0,456 0-1,-324 9-1128,-177-3-756,0-1 1,48-9-1,-40 5 3932,0 3 0,76 2-1,-71 2-1402,-33-2-644,0-1 0,0 0 0,0-1 0,25-9 0,-19 6 0,30-6 0,13 7 0,108 4 0,-77 3 0,480-2 0,-417 10 0,-35-1 0,508-5 0,-353-6 0,-271 2-227,0-1-1,0 1 1,0-1-1,0-1 1,8-2-1,-3-1-6598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4T11:40:55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24575,'14'36'0,"2"-1"0,2-1 0,41 62 0,-52-85 0,163 226 30,18-5-692,-9-12-199,286 403-1152,-56 42 2165,-256-355-152,-108-206 0,32 117 0,-42-89 0,-7 2 0,18 205 0,-21 278 0,-32-217-68,-67 455 1,51-691-271,-87 317 1,45-271 1849,-97 289 979,126-418-2439,-2-1 0,-66 100 1,99-172-49,-105 211-4,82-159 0,-34 86 0,-55 200 0,106-312 0,-2 0 0,-2 0 0,-30 51 0,5-16 0,4-4 0,-77 103 0,106-160-124,0 0 0,-1-1 0,1 1 0,-1-2 0,-1 1 0,1-1-1,-1 0 1,-1-1 0,1 0 0,-19 7 0,13-8-6702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4T11:40:56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0 108 24575,'1'0'0,"0"0"0,1-1 0,-1 1 0,0 0 0,0-1 0,0 1 0,1 0 0,-1-1 0,0 1 0,0-1 0,0 0 0,2-1 0,5-3 0,116-50 0,-99 45 0,2 1 0,53-10 0,-72 18 0,1 0 0,0 1 0,-1 0 0,1 0 0,0 1 0,-1 0 0,1 1 0,-1-1 0,1 2 0,-1-1 0,0 1 0,0 0 0,0 1 0,0 0 0,-1 0 0,1 1 0,-1 0 0,0 0 0,10 11 0,-14-14 0,-1 1 0,0 0 0,0 0 0,0 0 0,-1 1 0,1-1 0,-1 0 0,1 0 0,-1 1 0,0-1 0,0 1 0,-1-1 0,1 1 0,-1 4 0,0-2 0,0 0 0,-1 0 0,0-1 0,0 1 0,-1-1 0,1 1 0,-1-1 0,-3 7 0,-3 2 0,0 0 0,-1 0 0,0-1 0,-1 0 0,-16 15 0,22-24 0,0-1 0,0 2 0,1-1 0,-1 0 0,1 1 0,0-1 0,1 1 0,-1 0 0,1 0 0,0 0 0,0 0 0,0 1 0,-1 5 0,-3 31 0,1 0 0,3 0 0,1 0 0,5 49 0,-3-81-227,0 0-1,1 0 1,1 0-1,-1-1 1,7 15-1,0-6-6598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4T11:40:57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15 24575,'19'4'0,"-19"-4"0,0 0 0,-1 1 0,1-1 0,0 0 0,0 0 0,0 0 0,0 0 0,-1 0 0,1 0 0,0 0 0,0 1 0,0-1 0,0 0 0,0 0 0,-1 0 0,1 0 0,0 0 0,0 1 0,0-1 0,0 0 0,0 0 0,0 0 0,0 1 0,0-1 0,0 0 0,0 0 0,0 0 0,0 1 0,0-1 0,0 0 0,0 0 0,0 0 0,0 1 0,0-1 0,0 0 0,0 0 0,0 0 0,0 1 0,0-1 0,0 0 0,0 0 0,0 0 0,0 1 0,1-1 0,-1 0 0,0 0 0,0 0 0,0 0 0,0 0 0,0 1 0,1-1 0,-1 0 0,0 0 0,0 0 0,0 0 0,0 0 0,1 0 0,-11 3 0,-1-1 0,1 0 0,-1 0 0,1-2 0,-1 1 0,0-1 0,1-1 0,-20-2 0,22-2 0,13 2 0,14-2 0,0 4 0,-1 1 0,29 5 0,-45-5 0,-14-4-108,6 3-49,1 0 0,0-1-1,-1 0 1,1 0 0,0-1 0,0 0 0,-7-4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4T11:37:48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145 744 24575,'384'13'0,"149"7"0,6-19 0,-396-1 0,-128-1 0,0-1 0,1 0 0,23-7 0,20-3 0,46 3 0,139 8 0,-138 3 0,-40-3 0,1 4 0,90 15 0,140 19 0,2-27 0,-242-8 0,111 7 0,-75-3 0,-7 1 0,40 2 0,374-10 0,-478 0 0,-1 0 0,1-2 0,-1-1 0,0 0 0,27-11 0,99-46 0,-119 49 0,-1-2 0,-1-1 0,0-1 0,-1-1 0,0-1 0,-2-1 0,29-30 0,-49 46 0,-1-1 0,0 0 0,1 1 0,-1-1 0,0 0 0,-1 0 0,1 0 0,-1 0 0,0 0 0,0 0 0,0 0 0,0-6 0,0-7 0,-2-31 0,0 21 0,1 0 0,-1 1 0,-1-1 0,-1 1 0,-11-39 0,12 58 0,0 0 0,0 0 0,-1 0 0,0 1 0,0-1 0,-1 1 0,0 0 0,0 0 0,0 0 0,-1 1 0,0 0 0,0 0 0,0 0 0,0 0 0,-1 1 0,0-1 0,0 2 0,0-1 0,0 1 0,-1-1 0,0 2 0,-7-3 0,-160-33 0,112 26 0,-69-11 0,-139-5 0,116 23 0,-28-3 0,-227 1 0,265 8 0,-819-1 0,949-1 0,0 0 0,0-1 0,-16-5 0,-11-2 0,-29 1 0,1 3 0,-1 3 0,-134 14 0,-143-4 0,214-9 0,-212 1 0,326 1 0,0 2 0,0 0 0,0 1 0,0 1 0,0 1 0,-34 16 0,23-10 0,-35 9 0,-67 12 0,125-30 0,0-1 0,0 2 0,0-1 0,1 1 0,0 0 0,-1 0 0,2 1 0,-1 0 0,0 0 0,1 0 0,0 1 0,-7 9 0,4-5 0,-331 449 0,337-456 0,0-1 0,1 0 0,0 1 0,-1-1 0,1 1 0,0-1 0,0 1 0,0 2 0,1-3 0,0-1 0,0 1 0,0 0 0,0-1 0,0 1 0,1-1 0,-1 1 0,1-1 0,-1 1 0,1-1 0,-1 1 0,1-1 0,0 1 0,0-1 0,1 2 0,10 17-682,14 33-1,-19-35-6143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4T11:38:32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391 1226 24575,'1152'0'-2393,"1534"0"2471,-2012-36 2237,-185 22-2315,-384 15 0,-37-4 0,122-21 0,-31 1 0,-122 20 0,0-3 0,0 0 0,51-18 0,-82 22 0,1-1 0,-1 0 0,0-1 0,0 0 0,-1 0 0,1 0 0,-1 0 0,0-1 0,0 0 0,0 0 0,5-8 0,-8 10 0,-1 0 0,0 0 0,0 0 0,-1 0 0,1 0 0,0 0 0,-1 0 0,0 0 0,0 0 0,0 0 0,0 0 0,0-1 0,-1 1 0,1 0 0,-1 0 0,0 0 0,0 0 0,-2-3 0,-2-8 0,-1 0 0,-14-20 0,-8-8 6,-1 1 0,-3 1 0,-1 2-1,-2 1 1,-65-53 0,22 30-530,-167-97 0,100 78 390,-4 7-1,-2 6 1,-304-86-1,411 142 135,0 2 0,-60-4 0,-89 7 0,143 5 0,-1077 2-404,285 2 1956,696-5-1267,-639 12-167,488-5-118,90-4 0,143 0 0,0 3 0,1 3 0,0 3 0,0 2 0,-66 24 0,104-29 0,1 2 0,0 1 0,1 1 0,0 1 0,1 1 0,0 1 0,1 1 0,1 1 0,1 0 0,0 2 0,-27 33 0,28-27 0,1 0 0,1 1 0,1 0 0,-15 38 0,28-60 0,1 0 0,1 1 0,-1-1 0,1 1 0,-1-1 0,1 0 0,0 1 0,1-1 0,-1 1 0,1-1 0,0 1 0,0-1 0,1 0 0,-1 0 0,1 0 0,0 0 0,0 0 0,0 0 0,0 0 0,6 6 0,5 6 0,0-1 0,1-1 0,21 17 0,-25-22 0,7 4 0,1 0 0,39 21 0,-26-16 0,-28-15 0,0 0 0,0 0 0,0 0 0,0 0 0,0 1 0,-1-1 0,1 1 0,-1 0 0,0 0 0,3 8 0,1 2 0,11 15-273,-2 2 0,-1-1 0,-2 2 0,13 47 0,-22-60-6553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13:39.2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0 184 24575,'35'-13'0,"35"-5"0,-8 0 0,-36 12 0,-15 3 0,0 0 0,23-1 0,45-7 0,-44 5 0,3-1 0,-25 4 0,1 0 0,21 0 0,453 2 0,-234 2 0,-206-2 0,52 2 0,-55 7 0,-33-5 0,0-1 0,18 2 0,47 4 0,-51-4 0,36 0 0,-45-4 0,4 0 0,1 0 0,-1 1 0,37 8 0,-39-6 0,0-1 0,0 0 0,38-2 0,-37-1 0,0 1 0,0 0 0,30 7 0,-10-1 0,0-2 0,-1-2 0,64-3 0,-28-1 0,1146 2 0,-1209 1 0,1 0 0,21 6 0,-21-4 0,1-1 0,15 1 0,198-2 0,-107-2 0,-108 2 0,0 0 0,23 5 0,-22-3 0,0-1 0,17 2 0,373-3 0,-195-3 0,550 2 0,-745-1 0,-1 0 0,22-5 0,-20 3 0,-1 1 0,16-2 0,87 6 0,49-4 0,-121-5 0,-32 4 0,1 0 0,17 0 0,373 2 0,-196 2 0,1954-1 0,-2149 0 0,1-2 0,21-4 0,-21 3 0,1 1 0,15-1 0,-10 2 0,-1 0 0,34-7 0,63-9 0,-87 13 0,0 1 0,0 1 0,52 4 0,-19-1 0,236-1 0,-280 1 0,-1 1 0,19 4 0,-17-3 0,28 2 0,159-4 0,-97-2 0,-95 1 0,-1 2 0,23 4 0,-22-3 0,0-1 0,16 1 0,13-2 0,-21-2 0,-1 2 0,0 0 0,33 7 0,-32-5 0,-1 0 0,1-1 0,0-1 0,29-3 0,-20 0 0,31 4 0,-17 6 0,-32-5 0,1-1 0,17 1 0,87-4 0,46 2 0,-108 7 0,-34-4 0,35 1 0,28-7 0,63 4 0,-92 5 0,-34-3 0,35 1 0,710-4 0,-344-2 0,-410 0 0,1 0 0,21-6 0,-21 4 0,1 1 0,15-1 0,209 2 0,-113 2 0,-112-2 0,-1 0 0,22-5 0,-20 3 0,-1 1 0,16-2 0,-29 4 0,32 0 0,52-9 0,-59 6 0,1 0 0,46 3 0,19-1 0,-46-7 0,-33 5 0,0 1 0,18-1 0,-29 3 0,30-1 0,53-8 0,-20 2 0,-43 5 0,32-5 0,-33 3 0,-1 2 0,0 1 0,37 2 0,21-2 0,-32-7 0,-33 5 0,1 1 0,16-1 0,1 2 0,-1-1 0,28-6 0,-38 6 0,0 0 0,25 0 0,6 1 0,-5-7 0,-33 5 0,1 1 0,15-1 0,5 2 0,-4 1 0,0-2 0,29-5 0,-17 2 0,0 2 0,81 3 0,-45 2 0,-44-2 0,1-1 0,47-8 0,-58 6 0,27-1 0,-29 3 0,-1-1 0,21-5 0,-13 3 0,-1 1 0,1 1 0,53 4 0,-20-1 0,-47-1 0,11-1 0,-1 1 0,0 2 0,0 0 0,0 1 0,0 1 0,25 9 0,-35-9 0,0-1 0,25 3 0,5 1 0,-25-3 0,27 0 0,-27-3 0,29 6 0,-29-4 0,0 0 0,1-2 0,35-2 0,24 2 0,-35 7 0,-32-5 0,-1 0 0,21 0 0,24-3 0,-33 0 0,0 0 0,-1 1 0,42 8 0,-51-7 0,0 0 0,27 0 0,-28-2 0,1 1 0,-1 0 0,20 4 0,-10 0 0,37 3 0,-2-1 0,-14-2 0,-1-2 0,76-3 0,-40-2 0,-52 2 0,0 2 0,38 6 0,-26-3 0,0-2 0,1-1 0,38-4 0,-6 0 0,820 2 0,-874 0 0,-1-2 0,19-4 0,-17 3 0,28-2 0,-35 5-86,24-3-1193,-25-1-5547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13:40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13:40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30:04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1 126 24575,'826'0'0,"-814"-2"0,1-3 0,21-18 0,-21 12 0,1 3 0,15-3 0,-14 6 0,27-20 0,-28 14 0,30-8 0,403 15 0,-217 10 0,347-6 0,-564 2 0,-1 3 0,22 18 0,-20-12 0,-1-3 0,16 3 0,374-7 0,-195-9 0,-134 10 0,82-12 0,-111-21 0,-33 18 0,0 1 0,18-3 0,119 14-1365,-135-2-5461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30:15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1 269 24575,'0'-4'0,"0"0"0,-1 0 0,2 1 0,-1-1 0,0 0 0,1 0 0,0 1 0,0-1 0,0 0 0,0 1 0,0-1 0,1 1 0,-1-1 0,1 1 0,0 0 0,0 0 0,1 0 0,-1 0 0,1 0 0,-1 0 0,1 1 0,4-4 0,23-21 0,-1-1 0,49-62 0,-75 86 0,0 1 0,1-1 0,-1 1 0,1 0 0,0 0 0,0 1 0,0-1 0,0 1 0,0 0 0,1 0 0,-1 0 0,1 0 0,-1 1 0,1 0 0,0 0 0,5-1 0,11 1 0,-1 0 0,33 3 0,-13 0 0,-23-2 0,0 1 0,1 1 0,-1 1 0,25 7 0,-31-7 0,0 1 0,-1 0 0,0 1 0,1 0 0,-2 1 0,1 0 0,17 14 0,-26-19 0,0 0 0,0 0 0,1 1 0,-1-1 0,0 0 0,-1 1 0,1-1 0,0 0 0,0 1 0,-1-1 0,1 1 0,0 0 0,-1-1 0,0 1 0,1-1 0,-1 1 0,0 0 0,0-1 0,0 1 0,0 0 0,0-1 0,0 1 0,0 0 0,-1 1 0,-1 4 0,-1 0 0,0 0 0,0 0 0,-6 9 0,-7 19 0,12-19 0,1 0 0,-1 19 0,-2 8 0,-16 45 0,8-41 0,11-38 0,-1 0 0,0-1 0,-1 0 0,0 1 0,0-2 0,-1 1 0,-7 7 0,0 2 0,10-13 0,0-1 0,0 1 0,1 0 0,0-1 0,-1 1 0,1 0 0,1 1 0,-1-1 0,1 0 0,-1 0 0,1 1 0,1-1 0,-1 1 0,0-1 0,1 1 0,0-1 0,0 1 0,1-1 0,-1 1 0,1-1 0,0 0 0,0 1 0,0-1 0,1 0 0,3 8 0,-1-3 0,2-1 0,-1 1 0,1-1 0,11 13 0,44 47 0,-60-68-58,-1 1 11,0-1 0,1 0 1,-1 0-1,0 0 0,1 1 1,-1-1-1,0 0 0,0 1 1,1-1-1,-1 0 0,0 0 1,0 1-1,0-1 0,0 0 1,1 1-1,-1-1 0,0 1 1,0-1-1,0 0 0,0 1 1,0-1-1,0 0 0,0 1 1,0-1-1,0 1 0,0-1 1,0 1-1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34:57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39:56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1 167 24575,'643'0'0,"-629"-1"0,0-1 0,26-5 0,-9 0 0,117-26 0,-64 17 0,-46 10 0,-14 1 0,45-1 0,-55 5 0,-1 0 0,19-5 0,-18 3 0,28-2 0,-31 5 0,8 0 0,1-1 0,36-7 0,-29 3 0,0 2 0,0 1 0,1 2 0,27 2 0,6-1 0,-30-1 0,-8 1 0,-1-1 0,1-1 0,0-1 0,26-6 0,-35 5 0,-1 1 0,1 1 0,0 0 0,14 1 0,-14 1 0,-1-1 0,0-1 0,1 0 0,17-5 0,-4 1 0,1 1 0,0 1 0,-1 2 0,52 3 0,-14-1 0,974-1 0,-1022 0 0,-1-2 0,20-4 0,-18 3 0,27-2 0,369 4 0,-201 2 0,364-1-1365,-563 0-5461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40:03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 24575,'16'0'0,"0"-1"0,0-1 0,24-5 0,60-10 0,-73 13 0,1 1 0,0 1 0,52 4 0,-18-1 0,-48-1 0,8 1 0,0-2 0,0 0 0,36-8 0,-31 5 0,-1 1 0,1 1 0,-1 1 0,32 3 0,3 0 0,1770-2 0,-1819 0 0,0 2 0,23 4 0,-22-3 0,0-1 0,17 1 0,2-2 0,-3-1 0,0 2 0,29 5 0,-34-4 0,-1 0 0,39-2 0,-60-1-24,-4 0 82,-7 0-1457,-1 0-5427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40:09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1 459 24575,'-1'-70'0,"3"-75"0,-1 137 0,1 0 0,0-1 0,0 1 0,1 0 0,3-8 0,-2 9 0,-1-1 0,0 0 0,-1 0 0,0-1 0,1-10 0,5-33 94,-4 36-824,1-30 1,-5 32-6097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40:13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235 711 24575,'-64'1'0,"-70"-2"0,133 0 0,-1 1 0,0 0 0,1-1 0,-1 1 0,1-1 0,-1 1 0,1-1 0,-1 0 0,1 1 0,-1-1 0,1 0 0,-1 0 0,1 0 0,0 0 0,0 0 0,0-1 0,0 1 0,-1 0 0,1-1 0,1 1 0,-1 0 0,0-1 0,0 1 0,1-1 0,-1 1 0,0-1 0,1 0 0,0 1 0,-1-1 0,1-2 0,-1-6 0,0 0 0,1 0 0,0 0 0,2-10 0,-1 2 0,-1-29 0,0 33 0,-1-1 0,2 0 0,0 1 0,1 0 0,0-1 0,1 1 0,0 0 0,8-19 0,-7 24 0,-1-1 0,0 0 0,-1 1 0,0-1 0,0-20 0,4-18 0,-2 21 0,-1-1 0,-1 1 0,-3-45 0,-1 18 0,2 44-323,-1 1-1,-1-1 0,-4-17 0,5 27 254,-1-12-6756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39:58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1 175 24575,'12'0'0,"1"-1"0,21-6 0,-21 4 0,1 1 0,15-1 0,40 4 0,28-2 0,-52-7 0,-33 5 0,0 1 0,18-2 0,45 5 0,32-2 0,-63-7 0,-32 6 0,1-1 0,16 0 0,60 4 0,37-2 0,-82-7 0,-31 5 0,-1 1 0,18-1 0,230 2 0,-124 2 0,-120-2 0,1 0 0,18-5 0,-17 2 0,28-1 0,368 4 0,-201 3 0,711-2 0,-908-1 0,0-1 0,20-4 0,-18 3 0,27-2 0,369 4 0,-201 2 0,249-1 0,-450 0 0,1-2 0,21-4 0,-20 3 0,-1 1 0,16-1 0,-11 2 0,-1 0 0,0-1 0,21-5 0,43-10 0,-60 13 0,27-2 0,9 0 0,-20 1 50,-25 5-522,-1-2 1,22-4-1,-23 2-6354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40:00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24575,'578'0'0,"-566"1"0,1 0 0,21 6 0,-21-4 0,1-1 0,15 1 0,374-2 0,-196-2 0,-163 1-1365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40:15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24575,'3'0'0,"4"0"0,3 0 0,3 0 0,1 0 0,3 0 0,0 0 0,0 0 0,0 0 0,-2 0-8191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40:17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381 519 24575,'-32'0'0,"-2"-1"0,0 2 0,-65 10 0,87-8 0,-1-1 0,1 0 0,-1-1 0,-18-1 0,28 0 0,0 0 0,0 0 0,0-1 0,0 0 0,0 1 0,0-1 0,0 0 0,0 0 0,0-1 0,1 1 0,-1-1 0,0 1 0,1-1 0,-1 0 0,1 0 0,-1 0 0,1 0 0,0 0 0,0-1 0,0 1 0,0-1 0,1 1 0,-3-4 0,-7-16 0,7 16 0,1 0 0,-1-1 0,2 1 0,-1-1 0,1 1 0,0-1 0,0 0 0,1 0 0,-1-7 0,1-214 0,2 109 0,-1 111-115,0 2-135,0 0 0,0 0 0,1 0 0,1-8 0,2 4-6576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40:05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0 116 24575,'1683'0'0,"-1666"0"0,-1-2 0,20-4 0,-19 3 0,29-2 0,-15 4 0,53-8 0,-42 4 0,-1 2 0,80 3 0,-44 2 0,1704-2 0,-1765-2 0,1 1 0,-1-2 0,0-1 0,20-6 0,12-2 0,-20 5 0,-15 3 0,-1 2 0,1-1 0,19 0 0,-14 3 0,0-2 0,36-5 0,-27 2 0,1 2 0,0 1 0,52 4 0,-19-1 0,-46-1 0,1-1 0,-1 0 0,28-7 0,-31 6-455,1 0 0,20-1 0,-19 3-6371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40:07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0 424 24575,'282'0'0,"-269"0"0,-1 2 0,22 4 0,-20-3 0,-1-1 0,16 1 0,374-2 0,-195-2 0,-186 1 0,0 0 0,0 2 0,34 6 0,-30-4 0,1-1 0,0-1 0,0-1 0,30-3 0,3 0 0,979 2 0,-1022-1 0,-1 0 0,20-5 0,-18 3 0,27-2 0,30 5 0,31-1 0,-61-6 0,-33 4 0,0 0 0,18 0 0,-6 3 0,-4 0 0,-1-1 0,1-1 0,19-4 0,70-11 0,-3 0 0,-92 15 0,0 0 0,0 1 0,17 1 0,-18 0 0,0 0 0,0-1 0,0 0 0,14-4 0,-11 1 0,34-2 0,-38 5 0,0 0 0,1-1 0,-1-1 0,0 1 0,14-7 0,-4 2 0,-1 0 0,1 2 0,33-5 0,-38 8 0,27 1 0,-31 1 0,-1 0 0,1-1 0,-1 0 0,16-4 0,-7 0 0,-1 0 0,0-1 0,20-9 0,-25 9 0,0 0 0,1 2 0,0 0 0,0 0 0,25-1 0,-37 5 0,-1-1 0,0 0 0,1 0 0,-1 0 0,0-1 0,0 1 0,1-1 0,-1 0 0,0 0 0,0 0 0,-1 0 0,1 0 0,0 0 0,-1-1 0,1 0 0,-1 1 0,3-6 0,0 2 0,0 1 0,0 0 0,7-7 0,-6 7 0,-1 0 0,0-1 0,0 0 0,0 0 0,-1 0 0,0 0 0,0 0 0,2-8 0,4-4 0,-9 15 0,1 1 0,-1 0 0,0-1 0,0 0 0,0 1 0,0-1 0,0 1 0,-1-1 0,1 0 0,-1 0 0,0 1 0,0-1 0,0 0 0,0-3 0,-1 5 0,1-1 0,-1 0 0,0 1 0,1-1 0,-1 1 0,0-1 0,0 1 0,0 0 0,0-1 0,0 1 0,0 0 0,0 0 0,-1-1 0,1 1 0,0 0 0,-1 0 0,1 0 0,-1 1 0,1-1 0,-1 0 0,1 1 0,-1-1 0,-2 0 0,-73-22-1365,67 19-5461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40:21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24575,'3'0'0,"0"0"0,0 0 0,0 1 0,0-1 0,0 0 0,0 1 0,0 0 0,0 0 0,-1 0 0,1 0 0,0 0 0,0 1 0,-1-1 0,5 4 0,-4-2 0,0 0 0,0 1 0,0-1 0,-1 1 0,1 0 0,-1 0 0,0 0 0,0 0 0,2 6 0,-4-9 0,5 10 0,-1 1 0,0 0 0,0 0 0,-1 0 0,-1 0 0,2 23 0,-4-17 0,0-1 0,-2 1 0,0 0 0,-5 18 0,5-24-455,0 0 0,-1 22 0,3-20-6371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13:40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34:57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13:40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34:57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13:40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34:57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7T08:24:05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1 134 24575,'12'-1'0,"0"0"0,0-1 0,20-7 0,13-1 0,312-18 0,3 27 0,-155 3 0,1371-2 0,-1513-1 0,-1-4 0,78-15 0,-48 4 0,1 4 0,111-1 0,1170 15 0,-1148-11 0,1 1 0,-6 7 0,478 16 0,-555 0 0,51 3 0,42-3 0,141 5 0,-241-20 0,-63-2 0,92 10 0,165 20 0,102 0 0,-296-15 0,290 13 0,642-28 0,-840 10 0,-48-1 0,85 2 0,46 0 0,-11 6 0,-43 0 0,663-11 0,-522-5 0,-343-2 0,0-3 0,96-22 0,9-2 0,-79 15 0,-44 8-8,-17 3-671,34-2 1,-41 6-6148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7T08:24:08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24575,'1866'17'-1218,"-589"1"1609,1-19 255,-455-1-465,-626 1-181,232 3 0,3 36 0,-122-7 0,253-17 0,-322-13 0,-34 6 0,19 1 0,-208-8 0,382 13 0,406 25 0,185-40 0,-800-13 0,-46 0 0,633-6 0,1 21 0,-299 2 0,319-2 0,-773-2 0,0 0 0,47-12 0,-46 8 0,0 2 0,36-3 0,-43 6 62,26-6-1,-26 4-805,24-2 0,-29 5-6082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7T08:24:09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1 24575,'-3'2'0,"-1"5"0,0 3 0,-2 3 0,1 2 0,-3 1 0,1 1 0,1 0 0,-1 1 0,1-1 0,1 0 0,1-1 0,2 1 0,1-1 0,1 1 0,0-1 0,-2-2 0,-2-4-8191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7T08:24:11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126 285 24575,'0'26'0,"-1"-8"0,1 1 0,5 31 0,-5-45 0,2 0 0,-1 0 0,0 0 0,1 0 0,0 0 0,0-1 0,1 1 0,-1-1 0,1 1 0,0-1 0,0 0 0,0 0 0,1 0 0,5 5 0,-5-7 0,-1 0 0,1 0 0,0 0 0,-1-1 0,1 1 0,0-1 0,0 0 0,0 0 0,1 0 0,-1-1 0,0 1 0,6-1 0,8 0 0,25-4 0,-40 4 0,6-2 0,0 0 0,0 0 0,0-1 0,-1 0 0,1-1 0,-1 0 0,0 0 0,0-1 0,9-7 0,1-1 0,0-2 0,24-26 0,-32 30 0,0-2 0,-1 1 0,0-1 0,-1 0 0,-1-1 0,9-21 0,-10 14 0,-1-1 0,0 1 0,-2-1 0,1-35 0,-4 45 0,1 3 0,0 0 0,-1 0 0,-1 0 0,0 1 0,-2-13 0,2 19 0,1 0 0,-1 0 0,0-1 0,0 1 0,0 0 0,0 1 0,0-1 0,-1 0 0,1 0 0,0 0 0,-1 1 0,0-1 0,1 1 0,-1-1 0,0 1 0,0 0 0,1-1 0,-1 1 0,0 0 0,0 0 0,0 1 0,-1-1 0,1 0 0,0 1 0,0-1 0,-3 0 0,-18-1 0,0 1 0,-42 3 0,8 1 0,45-3 0,0 0 0,1 1 0,-16 3 0,21-3 0,1 1 0,0 0 0,0 0 0,0 0 0,0 1 0,0-1 0,1 1 0,-1 1 0,-5 4 0,-17 18 0,-32 40 0,27-29 0,10-12-341,2 1 0,0 2-1,-16 29 1,30-45-6485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7T08:24:13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2 24575,'47'-1'0,"54"2"0,-99-1 0,-1 0 0,1 0 0,-1 1 0,0-1 0,1 0 0,-1 1 0,1-1 0,-1 0 0,0 1 0,1 0 0,-1-1 0,0 1 0,1 0 0,-1 0 0,0 0 0,0 0 0,0 0 0,0 0 0,0 0 0,0 0 0,0 0 0,1 2 0,-1-2 0,-1 1 0,1 0 0,-1 0 0,1 1 0,-1-1 0,0 0 0,0 0 0,1 0 0,-2 0 0,1 0 0,0 0 0,0 0 0,-2 4 0,0 3 0,-2-1 0,1 1 0,-1-1 0,0 0 0,-11 16 0,0-4 0,-2 0 0,0-1 0,-1-1 0,-1-1 0,0 0 0,-2-1 0,1-2 0,-33 18 0,53-32 0,0 0 0,0 0 0,-1 0 0,1 0 0,0 0 0,0 0 0,0 0 0,-1 0 0,1 0 0,0 0 0,0 0 0,0 0 0,-1 0 0,1 1 0,0-1 0,0 0 0,0 0 0,-1 0 0,1 0 0,0 0 0,0 0 0,0 1 0,0-1 0,0 0 0,-1 0 0,1 0 0,0 0 0,0 1 0,0-1 0,0 0 0,0 0 0,0 0 0,0 1 0,0-1 0,0 0 0,0 0 0,0 0 0,0 1 0,0-1 0,0 0 0,0 0 0,0 0 0,0 1 0,0-1 0,0 0 0,0 0 0,0 1 0,13 2 0,23-3 0,-34 0 0,40 1-31,-28 0-236,1-1 0,-1 0 1,1-1-1,20-5 0,-24 3-6559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7T08:24:15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36 169 24575,'-1'12'0,"0"0"0,-1 0 0,-1 0 0,-4 12 0,-1 8 0,2-1 0,2 1 0,2-1 0,0 0 0,6 54 0,-3-78 0,0 1 0,1-1 0,0 1 0,0-1 0,1 0 0,0 1 0,0-2 0,1 1 0,0 0 0,0-1 0,1 1 0,-1-1 0,1 0 0,1-1 0,8 9 0,9 4 0,0-2 0,46 27 0,-55-35 0,-2-1 0,2 0 0,-1-1 0,1-1 0,0 0 0,0 0 0,0-2 0,1 1 0,-1-2 0,1 0 0,0-1 0,19-1 0,-13 0 0,1-2 0,0 0 0,29-7 0,-38 5 0,0 0 0,0-1 0,0 0 0,-1-1 0,0-1 0,19-12 0,-2-2 0,-1-2 0,-1-1 0,-1-2 0,-1 0 0,28-39 0,-37 43 0,-1-1 0,-1 0 0,-2-1 0,0-1 0,-1 0 0,-2 0 0,12-50 0,-19 66 0,0 0 0,-1 0 0,0 0 0,-1-1 0,0 1 0,-1-10 0,1 17 0,0-1 0,-1 1 0,0 0 0,1 0 0,-1-1 0,0 1 0,0 0 0,0 0 0,0 0 0,0 0 0,-1 0 0,1 0 0,-1 0 0,1 0 0,-1 1 0,0-1 0,0 0 0,1 1 0,-1 0 0,0-1 0,0 1 0,-1 0 0,1 0 0,0 0 0,0 0 0,0 0 0,-1 1 0,-3-1 0,-43-7 0,31 6 0,0-1 0,0-1 0,-34-11 0,33 8 0,-1 1 0,-25-4 0,27 7 0,0-2 0,1 0 0,-22-9 0,20 7 0,0 1 0,-1 1 0,0 0 0,-35-3 0,41 6 0,1 0 0,0 1 0,-1 1 0,1 0 0,0 0 0,-1 2 0,1-1 0,0 2 0,-24 7 0,-7 8-682,-63 38-1,96-50-6143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7T08:28:04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84 24575,'695'0'0,"-679"-1"0,0 0 0,19-5 0,-18 2 0,29-1 0,7 5 0,-27 1 0,0-2 0,41-5 0,76-16 0,-114 19 0,46-1 0,11-1 0,20-4 0,145 7 0,-129 3 0,1306-1 0,-1252-8 0,-112 3 0,0 2 0,99 9 0,-114 0 0,124 14 0,64-18 0,-127-3 0,219 1-1365,-314 0-5461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7T08:28:06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1 185 24575,'24'0'0,"53"1"0,105-14 0,14-20 0,-71 10 0,169-8 0,-85 15 0,-166 13 0,51-11 0,-49 7 0,48-3 0,210 11 0,11-2 0,-190-6 0,35-2 0,452 9 0,-288 1 0,-34 16 0,-17 0 0,119-18 0,-154 0 0,-212-1 0,0-1 0,0-1 0,-1-1 0,43-15 0,-40 8-1365,-17 5-5461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7T08:28:10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 24575,'0'397'0,"0"-392"0,1 0 0,-1 0 0,1 0 0,1 0 0,-1-1 0,1 1 0,0 0 0,0-1 0,0 0 0,1 1 0,-1-1 0,1 0 0,0 0 0,0 0 0,6 5 0,6 5 0,2 0 0,22 16 0,-21-17 0,2 2 0,1-1 0,1-1 0,0-1 0,1-1 0,0 0 0,46 12 0,-22-12 0,0-2 0,0-3 0,0-1 0,75-3 0,612-2 0,-684-3 0,0-2 0,80-19 0,-45 7 0,-3 0 0,-44 9 0,0-2 0,0-1 0,56-27 0,-19 9 0,22-9 0,143-75 0,-229 106 0,-1 1 0,1-1 0,-1-1 0,0 0 0,9-10 0,-15 14 0,-1 0 0,1 0 0,-1-1 0,0 1 0,-1 0 0,1-1 0,-1 0 0,0 0 0,0 0 0,0 0 0,-1 0 0,1 0 0,-1 0 0,0-9 0,0-2 0,0 1 0,-1 0 0,0 0 0,-5-27 0,4 38 0,0 1 0,0-1 0,0 0 0,0 0 0,-1 0 0,0 1 0,0-1 0,0 1 0,0-1 0,0 1 0,-1 0 0,0 0 0,1 0 0,-1 0 0,0 1 0,0-1 0,-1 1 0,1-1 0,-4-1 0,-17-7 0,0 2 0,-1 0 0,0 1 0,0 2 0,-1 1 0,-38-4 0,-161 3 0,179 7 0,-178-11 0,94 3 0,2 0 0,-109-2 0,-565 10 0,772 0 0,1 1 0,-48 10 0,-57 22 0,82-20 0,-15 11-1365,54-20-5461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7T08:28:12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48 24575,'61'1'0,"5"0"0,0-3 0,73-11 0,-48-1 0,156-3 0,-12 13 0,766 11-4227,13 58 1233,-849-50 3197,218-1 6466,39-7-6294,-48 1-401,1219-9-764,-1379 6 1185,338 52 0,-494-46-395,78 26 0,52 28 0,-186-64 0,289 125 0,-193-80 0,-55-23 0,-1 1 0,-1 3 0,57 48 0,-17-12 0,-58-46 0,-2 2 0,0 1 0,-1 1 0,-1 0 0,25 37 0,-21-24 0,-3 1 0,0 1 0,19 52 0,-30-60 0,-2 1 0,0 0 0,-2 0 0,2 41 0,1 3 0,-4-29 0,-3 64 0,1 10 0,7-66 0,-3-22 0,-4-23-67,0 0-1,1 0 1,-1 0-1,5 8 0,-3-7-959,2 4-5799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7T08:28:16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 24575,'373'-13'0,"460"-1"-1554,1 49-535,-613-23 1486,287 26-1263,-55-3 970,251-27 8882,-432-10-8964,-143 2 978,438-13 0,224-19 0,-712 31 0,542-3 0,-427 5 0,171 18 0,-5 22 0,-23-2 0,119 18 0,338 58 0,-351-42 0,-221-41 0,-32 1 0,157 32 0,259 83 0,-368-82 0,188 62 0,-385-111 0,-1 2 0,48 30 0,-54-25 0,0 1 0,-2 1 0,-1 2 0,-1 1 0,-1 2 0,40 54 0,-40-41 0,-3 1 0,-1 2 0,30 80 0,-44-95 0,-2 0 0,-1 1 0,-1 0 0,4 65 0,-8 136 0,-4-217 0,-2 73 0,-5-1 0,-3 1 0,-23 88 0,14-116 0,-1 0 0,-34 65 0,28-67 0,19-43 0,-1 0 0,-1-1 0,0 0 0,-1-1 0,-19 21 0,-72 61 0,58-57 0,-148 122 0,147-129 0,-2-2 0,-74 38 0,-56 19 0,151-79-1365,14-6-5461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13:40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34:57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13:40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3:34:57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702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842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338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073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590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634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823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941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0335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6379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microsoft.com/office/2018/10/relationships/comments" Target="../comments/modernComment_1A8_0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0.xml"/><Relationship Id="rId7" Type="http://schemas.openxmlformats.org/officeDocument/2006/relationships/image" Target="../media/image1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microsoft.com/office/2018/10/relationships/comments" Target="../comments/modernComment_1AF_EF6F9F90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3.xml"/><Relationship Id="rId18" Type="http://schemas.openxmlformats.org/officeDocument/2006/relationships/image" Target="../media/image10.png"/><Relationship Id="rId3" Type="http://schemas.openxmlformats.org/officeDocument/2006/relationships/tags" Target="../tags/tag16.xml"/><Relationship Id="rId7" Type="http://schemas.openxmlformats.org/officeDocument/2006/relationships/image" Target="../media/image4.png"/><Relationship Id="rId12" Type="http://schemas.openxmlformats.org/officeDocument/2006/relationships/image" Target="../media/image7.png"/><Relationship Id="rId17" Type="http://schemas.openxmlformats.org/officeDocument/2006/relationships/customXml" Target="../ink/ink5.xml"/><Relationship Id="rId2" Type="http://schemas.openxmlformats.org/officeDocument/2006/relationships/tags" Target="../tags/tag15.xml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tags" Target="../tags/tag14.xml"/><Relationship Id="rId6" Type="http://schemas.microsoft.com/office/2018/10/relationships/comments" Target="../comments/modernComment_1AD_63A943CB.xml"/><Relationship Id="rId11" Type="http://schemas.openxmlformats.org/officeDocument/2006/relationships/customXml" Target="../ink/ink2.xml"/><Relationship Id="rId5" Type="http://schemas.openxmlformats.org/officeDocument/2006/relationships/notesSlide" Target="../notesSlides/notesSlide5.xml"/><Relationship Id="rId15" Type="http://schemas.openxmlformats.org/officeDocument/2006/relationships/customXml" Target="../ink/ink4.xml"/><Relationship Id="rId10" Type="http://schemas.openxmlformats.org/officeDocument/2006/relationships/image" Target="../media/image6.png"/><Relationship Id="rId19" Type="http://schemas.openxmlformats.org/officeDocument/2006/relationships/customXml" Target="../ink/ink6.xml"/><Relationship Id="rId4" Type="http://schemas.openxmlformats.org/officeDocument/2006/relationships/slideLayout" Target="../slideLayouts/slideLayout12.xml"/><Relationship Id="rId9" Type="http://schemas.openxmlformats.org/officeDocument/2006/relationships/customXml" Target="../ink/ink1.xml"/><Relationship Id="rId1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png"/><Relationship Id="rId3" Type="http://schemas.openxmlformats.org/officeDocument/2006/relationships/tags" Target="../tags/tag19.xml"/><Relationship Id="rId7" Type="http://schemas.openxmlformats.org/officeDocument/2006/relationships/hyperlink" Target="https://lief-project.github.io/doc/stable/tutorials/07_pe_resource.html" TargetMode="External"/><Relationship Id="rId12" Type="http://schemas.openxmlformats.org/officeDocument/2006/relationships/customXml" Target="../ink/ink8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microsoft.com/office/2018/10/relationships/comments" Target="../comments/modernComment_1A9_0.xml"/><Relationship Id="rId11" Type="http://schemas.openxmlformats.org/officeDocument/2006/relationships/image" Target="../media/image14.png"/><Relationship Id="rId5" Type="http://schemas.openxmlformats.org/officeDocument/2006/relationships/notesSlide" Target="../notesSlides/notesSlide6.xml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2.xml"/><Relationship Id="rId9" Type="http://schemas.openxmlformats.org/officeDocument/2006/relationships/customXml" Target="../ink/ink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22.xml"/><Relationship Id="rId7" Type="http://schemas.openxmlformats.org/officeDocument/2006/relationships/customXml" Target="../ink/ink9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6.png"/><Relationship Id="rId5" Type="http://schemas.openxmlformats.org/officeDocument/2006/relationships/notesSlide" Target="../notesSlides/notesSlide7.xml"/><Relationship Id="rId10" Type="http://schemas.openxmlformats.org/officeDocument/2006/relationships/image" Target="../media/image18.png"/><Relationship Id="rId4" Type="http://schemas.openxmlformats.org/officeDocument/2006/relationships/slideLayout" Target="../slideLayouts/slideLayout12.xml"/><Relationship Id="rId9" Type="http://schemas.openxmlformats.org/officeDocument/2006/relationships/customXml" Target="../ink/ink10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.xml"/><Relationship Id="rId18" Type="http://schemas.openxmlformats.org/officeDocument/2006/relationships/image" Target="../media/image230.png"/><Relationship Id="rId26" Type="http://schemas.openxmlformats.org/officeDocument/2006/relationships/image" Target="../media/image27.png"/><Relationship Id="rId21" Type="http://schemas.openxmlformats.org/officeDocument/2006/relationships/customXml" Target="../ink/ink17.xml"/><Relationship Id="rId34" Type="http://schemas.openxmlformats.org/officeDocument/2006/relationships/image" Target="../media/image31.png"/><Relationship Id="rId12" Type="http://schemas.openxmlformats.org/officeDocument/2006/relationships/image" Target="../media/image21.png"/><Relationship Id="rId17" Type="http://schemas.openxmlformats.org/officeDocument/2006/relationships/customXml" Target="../ink/ink15.xml"/><Relationship Id="rId25" Type="http://schemas.openxmlformats.org/officeDocument/2006/relationships/customXml" Target="../ink/ink19.xml"/><Relationship Id="rId33" Type="http://schemas.openxmlformats.org/officeDocument/2006/relationships/customXml" Target="../ink/ink23.xml"/><Relationship Id="rId38" Type="http://schemas.openxmlformats.org/officeDocument/2006/relationships/image" Target="../media/image33.png"/><Relationship Id="rId2" Type="http://schemas.openxmlformats.org/officeDocument/2006/relationships/tags" Target="../tags/tag24.xml"/><Relationship Id="rId16" Type="http://schemas.openxmlformats.org/officeDocument/2006/relationships/image" Target="../media/image23.png"/><Relationship Id="rId20" Type="http://schemas.openxmlformats.org/officeDocument/2006/relationships/image" Target="../media/image24.png"/><Relationship Id="rId29" Type="http://schemas.openxmlformats.org/officeDocument/2006/relationships/customXml" Target="../ink/ink21.xml"/><Relationship Id="rId1" Type="http://schemas.openxmlformats.org/officeDocument/2006/relationships/tags" Target="../tags/tag23.xml"/><Relationship Id="rId6" Type="http://schemas.openxmlformats.org/officeDocument/2006/relationships/customXml" Target="../ink/ink11.xml"/><Relationship Id="rId11" Type="http://schemas.openxmlformats.org/officeDocument/2006/relationships/customXml" Target="../ink/ink12.xml"/><Relationship Id="rId24" Type="http://schemas.openxmlformats.org/officeDocument/2006/relationships/image" Target="../media/image26.png"/><Relationship Id="rId32" Type="http://schemas.openxmlformats.org/officeDocument/2006/relationships/image" Target="../media/image30.png"/><Relationship Id="rId37" Type="http://schemas.openxmlformats.org/officeDocument/2006/relationships/customXml" Target="../ink/ink25.xml"/><Relationship Id="rId5" Type="http://schemas.microsoft.com/office/2018/10/relationships/comments" Target="../comments/modernComment_1B0_34B7AE0B.xml"/><Relationship Id="rId15" Type="http://schemas.openxmlformats.org/officeDocument/2006/relationships/customXml" Target="../ink/ink14.xml"/><Relationship Id="rId23" Type="http://schemas.openxmlformats.org/officeDocument/2006/relationships/customXml" Target="../ink/ink18.xml"/><Relationship Id="rId28" Type="http://schemas.openxmlformats.org/officeDocument/2006/relationships/image" Target="../media/image28.png"/><Relationship Id="rId36" Type="http://schemas.openxmlformats.org/officeDocument/2006/relationships/image" Target="../media/image32.png"/><Relationship Id="rId10" Type="http://schemas.openxmlformats.org/officeDocument/2006/relationships/image" Target="../media/image20.png"/><Relationship Id="rId19" Type="http://schemas.openxmlformats.org/officeDocument/2006/relationships/customXml" Target="../ink/ink16.xml"/><Relationship Id="rId31" Type="http://schemas.openxmlformats.org/officeDocument/2006/relationships/customXml" Target="../ink/ink22.xml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19.png"/><Relationship Id="rId14" Type="http://schemas.openxmlformats.org/officeDocument/2006/relationships/image" Target="../media/image22.png"/><Relationship Id="rId22" Type="http://schemas.openxmlformats.org/officeDocument/2006/relationships/image" Target="../media/image25.png"/><Relationship Id="rId27" Type="http://schemas.openxmlformats.org/officeDocument/2006/relationships/customXml" Target="../ink/ink20.xml"/><Relationship Id="rId30" Type="http://schemas.openxmlformats.org/officeDocument/2006/relationships/image" Target="../media/image29.png"/><Relationship Id="rId35" Type="http://schemas.openxmlformats.org/officeDocument/2006/relationships/customXml" Target="../ink/ink24.xml"/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customXml" Target="../ink/ink26.xml"/><Relationship Id="rId5" Type="http://schemas.openxmlformats.org/officeDocument/2006/relationships/notesSlide" Target="../notesSlides/notesSlide9.xml"/><Relationship Id="rId10" Type="http://schemas.openxmlformats.org/officeDocument/2006/relationships/image" Target="../media/image34.png"/><Relationship Id="rId4" Type="http://schemas.openxmlformats.org/officeDocument/2006/relationships/slideLayout" Target="../slideLayouts/slideLayout12.xml"/><Relationship Id="rId9" Type="http://schemas.openxmlformats.org/officeDocument/2006/relationships/customXml" Target="../ink/ink2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customXml" Target="../ink/ink28.xml"/><Relationship Id="rId5" Type="http://schemas.openxmlformats.org/officeDocument/2006/relationships/notesSlide" Target="../notesSlides/notesSlide10.xml"/><Relationship Id="rId10" Type="http://schemas.openxmlformats.org/officeDocument/2006/relationships/image" Target="../media/image35.png"/><Relationship Id="rId4" Type="http://schemas.openxmlformats.org/officeDocument/2006/relationships/slideLayout" Target="../slideLayouts/slideLayout12.xml"/><Relationship Id="rId9" Type="http://schemas.openxmlformats.org/officeDocument/2006/relationships/customXml" Target="../ink/ink29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2.xml"/><Relationship Id="rId18" Type="http://schemas.openxmlformats.org/officeDocument/2006/relationships/image" Target="../media/image41.png"/><Relationship Id="rId26" Type="http://schemas.openxmlformats.org/officeDocument/2006/relationships/image" Target="../media/image45.png"/><Relationship Id="rId3" Type="http://schemas.openxmlformats.org/officeDocument/2006/relationships/tags" Target="../tags/tag33.xml"/><Relationship Id="rId21" Type="http://schemas.openxmlformats.org/officeDocument/2006/relationships/customXml" Target="../ink/ink36.xml"/><Relationship Id="rId34" Type="http://schemas.openxmlformats.org/officeDocument/2006/relationships/image" Target="../media/image49.png"/><Relationship Id="rId7" Type="http://schemas.openxmlformats.org/officeDocument/2006/relationships/customXml" Target="../ink/ink30.xml"/><Relationship Id="rId12" Type="http://schemas.openxmlformats.org/officeDocument/2006/relationships/image" Target="../media/image38.png"/><Relationship Id="rId17" Type="http://schemas.openxmlformats.org/officeDocument/2006/relationships/customXml" Target="../ink/ink34.xml"/><Relationship Id="rId25" Type="http://schemas.openxmlformats.org/officeDocument/2006/relationships/customXml" Target="../ink/ink38.xml"/><Relationship Id="rId33" Type="http://schemas.openxmlformats.org/officeDocument/2006/relationships/customXml" Target="../ink/ink42.xml"/><Relationship Id="rId2" Type="http://schemas.openxmlformats.org/officeDocument/2006/relationships/tags" Target="../tags/tag32.xml"/><Relationship Id="rId16" Type="http://schemas.openxmlformats.org/officeDocument/2006/relationships/image" Target="../media/image40.png"/><Relationship Id="rId20" Type="http://schemas.openxmlformats.org/officeDocument/2006/relationships/image" Target="../media/image42.png"/><Relationship Id="rId29" Type="http://schemas.openxmlformats.org/officeDocument/2006/relationships/customXml" Target="../ink/ink40.xml"/><Relationship Id="rId1" Type="http://schemas.openxmlformats.org/officeDocument/2006/relationships/tags" Target="../tags/tag31.xml"/><Relationship Id="rId6" Type="http://schemas.microsoft.com/office/2018/10/relationships/comments" Target="../comments/modernComment_1B3_B61645D7.xml"/><Relationship Id="rId11" Type="http://schemas.openxmlformats.org/officeDocument/2006/relationships/image" Target="../media/image37.png"/><Relationship Id="rId24" Type="http://schemas.openxmlformats.org/officeDocument/2006/relationships/image" Target="../media/image44.png"/><Relationship Id="rId32" Type="http://schemas.openxmlformats.org/officeDocument/2006/relationships/image" Target="../media/image48.png"/><Relationship Id="rId5" Type="http://schemas.openxmlformats.org/officeDocument/2006/relationships/notesSlide" Target="../notesSlides/notesSlide11.xml"/><Relationship Id="rId15" Type="http://schemas.openxmlformats.org/officeDocument/2006/relationships/customXml" Target="../ink/ink33.xml"/><Relationship Id="rId23" Type="http://schemas.openxmlformats.org/officeDocument/2006/relationships/customXml" Target="../ink/ink37.xml"/><Relationship Id="rId28" Type="http://schemas.openxmlformats.org/officeDocument/2006/relationships/image" Target="../media/image46.png"/><Relationship Id="rId10" Type="http://schemas.openxmlformats.org/officeDocument/2006/relationships/image" Target="../media/image36.png"/><Relationship Id="rId19" Type="http://schemas.openxmlformats.org/officeDocument/2006/relationships/customXml" Target="../ink/ink35.xml"/><Relationship Id="rId31" Type="http://schemas.openxmlformats.org/officeDocument/2006/relationships/customXml" Target="../ink/ink41.xml"/><Relationship Id="rId4" Type="http://schemas.openxmlformats.org/officeDocument/2006/relationships/slideLayout" Target="../slideLayouts/slideLayout12.xml"/><Relationship Id="rId9" Type="http://schemas.openxmlformats.org/officeDocument/2006/relationships/customXml" Target="../ink/ink31.xml"/><Relationship Id="rId14" Type="http://schemas.openxmlformats.org/officeDocument/2006/relationships/image" Target="../media/image39.png"/><Relationship Id="rId22" Type="http://schemas.openxmlformats.org/officeDocument/2006/relationships/image" Target="../media/image43.png"/><Relationship Id="rId27" Type="http://schemas.openxmlformats.org/officeDocument/2006/relationships/customXml" Target="../ink/ink39.xml"/><Relationship Id="rId30" Type="http://schemas.openxmlformats.org/officeDocument/2006/relationships/image" Target="../media/image47.png"/><Relationship Id="rId8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customXml" Target="../ink/ink43.xml"/><Relationship Id="rId11" Type="http://schemas.openxmlformats.org/officeDocument/2006/relationships/image" Target="../media/image51.png"/><Relationship Id="rId5" Type="http://schemas.microsoft.com/office/2018/10/relationships/comments" Target="../comments/modernComment_1B4_1511FBFD.xml"/><Relationship Id="rId10" Type="http://schemas.openxmlformats.org/officeDocument/2006/relationships/image" Target="../media/image50.png"/><Relationship Id="rId4" Type="http://schemas.openxmlformats.org/officeDocument/2006/relationships/notesSlide" Target="../notesSlides/notesSlide12.xml"/><Relationship Id="rId9" Type="http://schemas.openxmlformats.org/officeDocument/2006/relationships/customXml" Target="../ink/ink4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38.xml"/><Relationship Id="rId7" Type="http://schemas.openxmlformats.org/officeDocument/2006/relationships/customXml" Target="../ink/ink45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microsoft.com/office/2018/10/relationships/comments" Target="../comments/modernComment_1B5_1EED08A2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9" Type="http://schemas.openxmlformats.org/officeDocument/2006/relationships/customXml" Target="../ink/ink4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microsoft.com/office/2018/10/relationships/comments" Target="../comments/modernComment_1AB_0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38325"/>
            <a:chOff x="839" y="1816"/>
            <a:chExt cx="8083" cy="289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Planed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Study the PEB and TEB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assignment1 and 64-bit project3.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Write a blog about TEB and PEB. But there are lots of members of the two structures needed to study.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Left some questions about assignmet1About how to deal with the 10-bit number.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Plan to do the 64-bit project3 tomorrow.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4317739"/>
            <a:chOff x="839" y="1816"/>
            <a:chExt cx="8083" cy="384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3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At the meeting on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Octorber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19</a:t>
              </a:r>
              <a:r>
                <a:rPr lang="en-US" altLang="zh-CN" sz="1700" baseline="300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, you said the structure `IMAGE_BOUND_FORWARDER_REF` stores the information of the function in the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dll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Actually the structure `IMAGE_BOUND_IMPORT_DESCRIPTOR` stores the information of API-MS-Win-Core-Profile-L1-1-0.dll and the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structure `IMAGE_BOUND_FORWARDER_REF` stores the information of the ntdll.dll.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CD37C3-7F92-FB83-AB3D-B782ECFDDC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7877" y="1722643"/>
            <a:ext cx="5736153" cy="363699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40ECAF2-2FAB-15C1-D0D9-A946F8EF9E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765" y="5899105"/>
            <a:ext cx="11220450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0699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49638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think it makes the feature of the structure `IMAGE_BOUND_FORWARDER_REF`  clear to me. While a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dll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is bounded, the real address of the function exported by it are written in the IAT.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E5A8FC-427C-9B66-3B4A-315279A062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6787" y="3177543"/>
            <a:ext cx="12192000" cy="160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129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743835"/>
            <a:chOff x="839" y="1816"/>
            <a:chExt cx="8083" cy="4321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3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Why there are 18 entries points to the structure `</a:t>
              </a:r>
              <a:r>
                <a:rPr lang="en-US" altLang="zh-CN" sz="1800" dirty="0">
                  <a:solidFill>
                    <a:srgbClr val="2B91AF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PIMAGE_RESOURCE_DATA_ENTRY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` ? In my code there is just two files in the directory `ICON`.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develop a exe, this is how I develop it, and the right screenshot shows the structure of the resource table.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0160AE4-5A04-3145-24B2-B74B274685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6924" y="-44590"/>
            <a:ext cx="8774352" cy="543949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F1DDAC9-A394-6641-8077-EE5D98F454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224" y="4315929"/>
            <a:ext cx="12192000" cy="2236065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C330502A-5005-F81C-70FD-573A24AD03AC}"/>
              </a:ext>
            </a:extLst>
          </p:cNvPr>
          <p:cNvGrpSpPr/>
          <p:nvPr/>
        </p:nvGrpSpPr>
        <p:grpSpPr>
          <a:xfrm>
            <a:off x="10127423" y="2120651"/>
            <a:ext cx="1923120" cy="3350880"/>
            <a:chOff x="10127423" y="2120651"/>
            <a:chExt cx="1923120" cy="335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E08B62D1-CAC6-7F9B-8C60-125E8ECAEB38}"/>
                    </a:ext>
                  </a:extLst>
                </p14:cNvPr>
                <p14:cNvContentPartPr/>
                <p14:nvPr/>
              </p14:nvContentPartPr>
              <p14:xfrm>
                <a:off x="10665263" y="2120651"/>
                <a:ext cx="171000" cy="155520"/>
              </p14:xfrm>
            </p:contentPart>
          </mc:Choice>
          <mc:Fallback xmlns=""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E08B62D1-CAC6-7F9B-8C60-125E8ECAEB3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656263" y="2111651"/>
                  <a:ext cx="1886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E6A5AAC8-6007-72B7-EC9E-6049B5C1E749}"/>
                    </a:ext>
                  </a:extLst>
                </p14:cNvPr>
                <p14:cNvContentPartPr/>
                <p14:nvPr/>
              </p14:nvContentPartPr>
              <p14:xfrm>
                <a:off x="10250543" y="5309531"/>
                <a:ext cx="475560" cy="36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E6A5AAC8-6007-72B7-EC9E-6049B5C1E74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241543" y="5300531"/>
                  <a:ext cx="493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D77878D5-5F75-68E5-3AC2-739142E1D55F}"/>
                    </a:ext>
                  </a:extLst>
                </p14:cNvPr>
                <p14:cNvContentPartPr/>
                <p14:nvPr/>
              </p14:nvContentPartPr>
              <p14:xfrm>
                <a:off x="10127423" y="5439491"/>
                <a:ext cx="1339920" cy="3204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D77878D5-5F75-68E5-3AC2-739142E1D55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118783" y="5430491"/>
                  <a:ext cx="1357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CB4FD6EC-AFE2-24A3-BD1B-F0E5977B4AFA}"/>
                    </a:ext>
                  </a:extLst>
                </p14:cNvPr>
                <p14:cNvContentPartPr/>
                <p14:nvPr/>
              </p14:nvContentPartPr>
              <p14:xfrm>
                <a:off x="10849583" y="2274371"/>
                <a:ext cx="696960" cy="300492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CB4FD6EC-AFE2-24A3-BD1B-F0E5977B4AF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840943" y="2265371"/>
                  <a:ext cx="714600" cy="30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A4C2A851-6C95-D226-1499-A7B04F34627C}"/>
                    </a:ext>
                  </a:extLst>
                </p14:cNvPr>
                <p14:cNvContentPartPr/>
                <p14:nvPr/>
              </p14:nvContentPartPr>
              <p14:xfrm>
                <a:off x="11879543" y="3726251"/>
                <a:ext cx="171000" cy="24732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A4C2A851-6C95-D226-1499-A7B04F34627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870543" y="3717611"/>
                  <a:ext cx="1886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06E75C7D-A16C-40BF-6F78-BFF42503EDFC}"/>
                    </a:ext>
                  </a:extLst>
                </p14:cNvPr>
                <p14:cNvContentPartPr/>
                <p14:nvPr/>
              </p14:nvContentPartPr>
              <p14:xfrm>
                <a:off x="11957663" y="4051691"/>
                <a:ext cx="44280" cy="1404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06E75C7D-A16C-40BF-6F78-BFF42503EDF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948663" y="4042691"/>
                  <a:ext cx="61920" cy="31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720373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3703955"/>
            <a:chOff x="839" y="1816"/>
            <a:chExt cx="8083" cy="5833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5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found a serious bug in my program while parsing the resource table. I ignored the third floor.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look up online and found a article, it said, the ID of the third floor means the language used by the resource.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am not sure of that. I just know that the most of the ID is 804 and 409 , but do not understand what does it mean.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link:</a:t>
              </a:r>
              <a:r>
                <a:rPr lang="fr-FR" altLang="zh-CN" sz="1600" dirty="0">
                  <a:hlinkClick r:id="rId7"/>
                </a:rPr>
                <a:t>07 - PE Resources — LIEF Documentation (lief-project.github.io)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2361A4-ADB3-406A-E7FD-6CA27749D0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752580"/>
            <a:ext cx="12192000" cy="172270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49B81DE-557F-2E03-40FD-7B3D5B6C9887}"/>
                  </a:ext>
                </a:extLst>
              </p14:cNvPr>
              <p14:cNvContentPartPr/>
              <p14:nvPr/>
            </p14:nvContentPartPr>
            <p14:xfrm>
              <a:off x="9700685" y="5681123"/>
              <a:ext cx="1733760" cy="3042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F49B81DE-557F-2E03-40FD-7B3D5B6C988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91685" y="5672123"/>
                <a:ext cx="1751400" cy="32184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CA82CDFF-82A6-0209-91B2-069B06D0D3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5825" y="2671653"/>
            <a:ext cx="3686175" cy="18764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13294129-C43A-94F3-4EA6-42ABA599075C}"/>
                  </a:ext>
                </a:extLst>
              </p14:cNvPr>
              <p14:cNvContentPartPr/>
              <p14:nvPr/>
            </p14:nvContentPartPr>
            <p14:xfrm>
              <a:off x="9234172" y="3429000"/>
              <a:ext cx="2229480" cy="44172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13294129-C43A-94F3-4EA6-42ABA599075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225172" y="3420000"/>
                <a:ext cx="2247120" cy="459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74329" y="1188786"/>
            <a:ext cx="5132705" cy="2390140"/>
            <a:chOff x="839" y="1816"/>
            <a:chExt cx="8083" cy="376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3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third parameter is important. Commend line can be obtained by this structure. Next slides I will show you how I get the commend line of a process by vs debugger. And I have some problem about what I get.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50CEC4-A755-401F-77B7-7D69E0F73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632" y="3578794"/>
            <a:ext cx="10267950" cy="7905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F826E838-671F-3B44-7BAF-DE2238A0C06F}"/>
                  </a:ext>
                </a:extLst>
              </p14:cNvPr>
              <p14:cNvContentPartPr/>
              <p14:nvPr/>
            </p14:nvContentPartPr>
            <p14:xfrm>
              <a:off x="482723" y="4296649"/>
              <a:ext cx="6611760" cy="727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F826E838-671F-3B44-7BAF-DE2238A0C06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3723" y="4287693"/>
                <a:ext cx="6629400" cy="902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52802FD-9493-E771-269F-4BB86AEDA107}"/>
                  </a:ext>
                </a:extLst>
              </p14:cNvPr>
              <p14:cNvContentPartPr/>
              <p14:nvPr/>
            </p14:nvContentPartPr>
            <p14:xfrm>
              <a:off x="2006864" y="2226455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F52802FD-9493-E771-269F-4BB86AEDA10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97864" y="221745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3255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74329" y="1670882"/>
            <a:ext cx="5132705" cy="2245029"/>
            <a:chOff x="839" y="2323"/>
            <a:chExt cx="8083" cy="2361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38" name="文本框 237"/>
            <p:cNvSpPr txBox="1"/>
            <p:nvPr>
              <p:custDataLst>
                <p:tags r:id="rId2"/>
              </p:custDataLst>
            </p:nvPr>
          </p:nvSpPr>
          <p:spPr>
            <a:xfrm>
              <a:off x="839" y="2323"/>
              <a:ext cx="8083" cy="2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First I disassemble my code and get the start address of PEB. Then `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ImageBase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+ offset` to get the address of the structure  `RTL_USER_PROCESS_PARAMETERS*`. `start address + offset` to get the string “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CommandLine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”.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screenshot on the right is the result. I thought there is just the path of the exe…..what is it ? Why so many strings?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52802FD-9493-E771-269F-4BB86AEDA107}"/>
                  </a:ext>
                </a:extLst>
              </p14:cNvPr>
              <p14:cNvContentPartPr/>
              <p14:nvPr/>
            </p14:nvContentPartPr>
            <p14:xfrm>
              <a:off x="2006864" y="2226455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F52802FD-9493-E771-269F-4BB86AEDA10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97864" y="221745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592F5BD5-7470-D93E-AE27-AC02062DDF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2418" y="-165464"/>
            <a:ext cx="2476870" cy="6858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DB00764-BA6C-7FD8-C5DB-4455FE80DB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332" y="4043662"/>
            <a:ext cx="4141767" cy="302136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093A50D9-8804-1823-27DC-0E7F050CBA71}"/>
                  </a:ext>
                </a:extLst>
              </p14:cNvPr>
              <p14:cNvContentPartPr/>
              <p14:nvPr/>
            </p14:nvContentPartPr>
            <p14:xfrm>
              <a:off x="2483236" y="5717233"/>
              <a:ext cx="1270440" cy="45719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093A50D9-8804-1823-27DC-0E7F050CBA7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74236" y="5708089"/>
                <a:ext cx="1288080" cy="636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AA888092-A0E3-9C47-AF20-6B10A63CF8B7}"/>
                  </a:ext>
                </a:extLst>
              </p14:cNvPr>
              <p14:cNvContentPartPr/>
              <p14:nvPr/>
            </p14:nvContentPartPr>
            <p14:xfrm>
              <a:off x="3926684" y="5350621"/>
              <a:ext cx="218160" cy="27972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AA888092-A0E3-9C47-AF20-6B10A63CF8B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684" y="5341621"/>
                <a:ext cx="23580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B78E78F3-00E0-23CB-B0B3-2FA74288ABEC}"/>
                  </a:ext>
                </a:extLst>
              </p14:cNvPr>
              <p14:cNvContentPartPr/>
              <p14:nvPr/>
            </p14:nvContentPartPr>
            <p14:xfrm>
              <a:off x="4144877" y="5740093"/>
              <a:ext cx="360" cy="36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B78E78F3-00E0-23CB-B0B3-2FA74288ABE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135877" y="573109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D761BF61-92EA-8C55-359F-718AD16C2648}"/>
                  </a:ext>
                </a:extLst>
              </p14:cNvPr>
              <p14:cNvContentPartPr/>
              <p14:nvPr/>
            </p14:nvContentPartPr>
            <p14:xfrm>
              <a:off x="9767384" y="165464"/>
              <a:ext cx="1632240" cy="6012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D761BF61-92EA-8C55-359F-718AD16C264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758744" y="156824"/>
                <a:ext cx="164988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E39A8D4A-4179-4D3E-6728-E954B67487A5}"/>
                  </a:ext>
                </a:extLst>
              </p14:cNvPr>
              <p14:cNvContentPartPr/>
              <p14:nvPr/>
            </p14:nvContentPartPr>
            <p14:xfrm>
              <a:off x="10432304" y="603944"/>
              <a:ext cx="1073880" cy="19440"/>
            </p14:xfrm>
          </p:contentPart>
        </mc:Choice>
        <mc:Fallback xmlns=""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E39A8D4A-4179-4D3E-6728-E954B67487A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423664" y="595304"/>
                <a:ext cx="10915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BEFD6F21-0296-3881-C31F-DCC9938CCF30}"/>
                  </a:ext>
                </a:extLst>
              </p14:cNvPr>
              <p14:cNvContentPartPr/>
              <p14:nvPr/>
            </p14:nvContentPartPr>
            <p14:xfrm>
              <a:off x="10301264" y="463904"/>
              <a:ext cx="19080" cy="165600"/>
            </p14:xfrm>
          </p:contentPart>
        </mc:Choice>
        <mc:Fallback xmlns=""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BEFD6F21-0296-3881-C31F-DCC9938CCF3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292264" y="454904"/>
                <a:ext cx="3672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35A409EB-FB84-BEBB-5075-68B6E3BC63B4}"/>
                  </a:ext>
                </a:extLst>
              </p14:cNvPr>
              <p14:cNvContentPartPr/>
              <p14:nvPr/>
            </p14:nvContentPartPr>
            <p14:xfrm>
              <a:off x="9712304" y="-24616"/>
              <a:ext cx="84960" cy="256680"/>
            </p14:xfrm>
          </p:contentPart>
        </mc:Choice>
        <mc:Fallback xmlns=""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35A409EB-FB84-BEBB-5075-68B6E3BC63B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703664" y="-33616"/>
                <a:ext cx="102600" cy="27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组合 33">
            <a:extLst>
              <a:ext uri="{FF2B5EF4-FFF2-40B4-BE49-F238E27FC236}">
                <a16:creationId xmlns:a16="http://schemas.microsoft.com/office/drawing/2014/main" id="{1C2EFB61-2E49-4536-CA5C-E79EB53F976C}"/>
              </a:ext>
            </a:extLst>
          </p:cNvPr>
          <p:cNvGrpSpPr/>
          <p:nvPr/>
        </p:nvGrpSpPr>
        <p:grpSpPr>
          <a:xfrm>
            <a:off x="9755144" y="411704"/>
            <a:ext cx="1724040" cy="224640"/>
            <a:chOff x="9755144" y="411704"/>
            <a:chExt cx="172404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DE1390A1-5B2E-8EEF-8CF5-2AC3DD32EFDB}"/>
                    </a:ext>
                  </a:extLst>
                </p14:cNvPr>
                <p14:cNvContentPartPr/>
                <p14:nvPr/>
              </p14:nvContentPartPr>
              <p14:xfrm>
                <a:off x="9755144" y="411704"/>
                <a:ext cx="1724040" cy="6336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DE1390A1-5B2E-8EEF-8CF5-2AC3DD32EFD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746504" y="402704"/>
                  <a:ext cx="17416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3B019162-8F30-33B9-4596-FAAD96DFDA41}"/>
                    </a:ext>
                  </a:extLst>
                </p14:cNvPr>
                <p14:cNvContentPartPr/>
                <p14:nvPr/>
              </p14:nvContentPartPr>
              <p14:xfrm>
                <a:off x="9785024" y="617264"/>
                <a:ext cx="485280" cy="684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3B019162-8F30-33B9-4596-FAAD96DFDA4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776384" y="608264"/>
                  <a:ext cx="5029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5873FF08-B799-47D1-8B32-3322C14B407A}"/>
                    </a:ext>
                  </a:extLst>
                </p14:cNvPr>
                <p14:cNvContentPartPr/>
                <p14:nvPr/>
              </p14:nvContentPartPr>
              <p14:xfrm>
                <a:off x="10272104" y="623024"/>
                <a:ext cx="46800" cy="360"/>
              </p14:xfrm>
            </p:contentPart>
          </mc:Choice>
          <mc:Fallback xmlns=""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5873FF08-B799-47D1-8B32-3322C14B407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263104" y="614384"/>
                  <a:ext cx="64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19F689DD-850D-715C-D6F8-787B256DF952}"/>
                    </a:ext>
                  </a:extLst>
                </p14:cNvPr>
                <p14:cNvContentPartPr/>
                <p14:nvPr/>
              </p14:nvContentPartPr>
              <p14:xfrm>
                <a:off x="10366424" y="442304"/>
                <a:ext cx="137160" cy="19404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19F689DD-850D-715C-D6F8-787B256DF95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357784" y="433664"/>
                  <a:ext cx="154800" cy="21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BD459BF-03F9-2544-62E4-03CA728668AE}"/>
              </a:ext>
            </a:extLst>
          </p:cNvPr>
          <p:cNvGrpSpPr/>
          <p:nvPr/>
        </p:nvGrpSpPr>
        <p:grpSpPr>
          <a:xfrm>
            <a:off x="9701864" y="813104"/>
            <a:ext cx="1709640" cy="263160"/>
            <a:chOff x="9701864" y="813104"/>
            <a:chExt cx="1709640" cy="2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D9B8A6E4-BCED-2C31-8212-0B45C8DD0C8F}"/>
                    </a:ext>
                  </a:extLst>
                </p14:cNvPr>
                <p14:cNvContentPartPr/>
                <p14:nvPr/>
              </p14:nvContentPartPr>
              <p14:xfrm>
                <a:off x="9714104" y="813104"/>
                <a:ext cx="1697400" cy="42120"/>
              </p14:xfrm>
            </p:contentPart>
          </mc:Choice>
          <mc:Fallback xmlns=""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D9B8A6E4-BCED-2C31-8212-0B45C8DD0C8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05104" y="804104"/>
                  <a:ext cx="1715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3983F591-96B5-A851-3D8B-7C663AD2D157}"/>
                    </a:ext>
                  </a:extLst>
                </p14:cNvPr>
                <p14:cNvContentPartPr/>
                <p14:nvPr/>
              </p14:nvContentPartPr>
              <p14:xfrm>
                <a:off x="9701864" y="910304"/>
                <a:ext cx="1466640" cy="165960"/>
              </p14:xfrm>
            </p:contentPart>
          </mc:Choice>
          <mc:Fallback xmlns=""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3983F591-96B5-A851-3D8B-7C663AD2D15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692864" y="901304"/>
                  <a:ext cx="14842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49995E8A-E1AB-4FE9-B445-AB0DD2AC08AA}"/>
                    </a:ext>
                  </a:extLst>
                </p14:cNvPr>
                <p14:cNvContentPartPr/>
                <p14:nvPr/>
              </p14:nvContentPartPr>
              <p14:xfrm>
                <a:off x="11132864" y="837224"/>
                <a:ext cx="36360" cy="124200"/>
              </p14:xfrm>
            </p:contentPart>
          </mc:Choice>
          <mc:Fallback xmlns=""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49995E8A-E1AB-4FE9-B445-AB0DD2AC08A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124224" y="828224"/>
                  <a:ext cx="54000" cy="141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844528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5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74329" y="1188786"/>
            <a:ext cx="5132705" cy="2421890"/>
            <a:chOff x="839" y="1816"/>
            <a:chExt cx="8083" cy="381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3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find a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api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that can get the address of TEB of current thread. It is very useful!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52802FD-9493-E771-269F-4BB86AEDA107}"/>
                  </a:ext>
                </a:extLst>
              </p14:cNvPr>
              <p14:cNvContentPartPr/>
              <p14:nvPr/>
            </p14:nvContentPartPr>
            <p14:xfrm>
              <a:off x="2006864" y="2226455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F52802FD-9493-E771-269F-4BB86AEDA10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97864" y="221745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B78E78F3-00E0-23CB-B0B3-2FA74288ABEC}"/>
                  </a:ext>
                </a:extLst>
              </p14:cNvPr>
              <p14:cNvContentPartPr/>
              <p14:nvPr/>
            </p14:nvContentPartPr>
            <p14:xfrm>
              <a:off x="3693104" y="5474384"/>
              <a:ext cx="360" cy="36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B78E78F3-00E0-23CB-B0B3-2FA74288ABE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84464" y="546574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8" name="图片 37">
            <a:extLst>
              <a:ext uri="{FF2B5EF4-FFF2-40B4-BE49-F238E27FC236}">
                <a16:creationId xmlns:a16="http://schemas.microsoft.com/office/drawing/2014/main" id="{7179F270-AE4B-593B-3BC7-2D9EEE8E4A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3186" y="4895166"/>
            <a:ext cx="6991350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50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74329" y="1188786"/>
            <a:ext cx="5132705" cy="2421890"/>
            <a:chOff x="839" y="1816"/>
            <a:chExt cx="8083" cy="381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3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failed to find the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dllname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which is loaded in the process by PEB.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solved it,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emmmm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I ignored the structure `_UNICODE_STRING`. The high 4 bits is the address of the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dll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name.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52802FD-9493-E771-269F-4BB86AEDA107}"/>
                  </a:ext>
                </a:extLst>
              </p14:cNvPr>
              <p14:cNvContentPartPr/>
              <p14:nvPr/>
            </p14:nvContentPartPr>
            <p14:xfrm>
              <a:off x="2006864" y="2226455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F52802FD-9493-E771-269F-4BB86AEDA10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97864" y="221745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B78E78F3-00E0-23CB-B0B3-2FA74288ABEC}"/>
                  </a:ext>
                </a:extLst>
              </p14:cNvPr>
              <p14:cNvContentPartPr/>
              <p14:nvPr/>
            </p14:nvContentPartPr>
            <p14:xfrm>
              <a:off x="3693104" y="5474384"/>
              <a:ext cx="360" cy="36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B78E78F3-00E0-23CB-B0B3-2FA74288ABE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84464" y="546574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矩形: 圆角 2">
            <a:extLst>
              <a:ext uri="{FF2B5EF4-FFF2-40B4-BE49-F238E27FC236}">
                <a16:creationId xmlns:a16="http://schemas.microsoft.com/office/drawing/2014/main" id="{E555D1D3-4CB3-6C50-1684-7C048D510B8B}"/>
              </a:ext>
            </a:extLst>
          </p:cNvPr>
          <p:cNvSpPr/>
          <p:nvPr/>
        </p:nvSpPr>
        <p:spPr>
          <a:xfrm>
            <a:off x="397823" y="4162301"/>
            <a:ext cx="736271" cy="37145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PEB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A1287FB-13EC-75BA-18AD-B8C9E0799538}"/>
              </a:ext>
            </a:extLst>
          </p:cNvPr>
          <p:cNvCxnSpPr>
            <a:stCxn id="3" idx="3"/>
          </p:cNvCxnSpPr>
          <p:nvPr/>
        </p:nvCxnSpPr>
        <p:spPr>
          <a:xfrm>
            <a:off x="1134094" y="4348029"/>
            <a:ext cx="510638" cy="10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B121A84-B469-7C23-E4D2-D983DAB5C85F}"/>
              </a:ext>
            </a:extLst>
          </p:cNvPr>
          <p:cNvSpPr/>
          <p:nvPr/>
        </p:nvSpPr>
        <p:spPr>
          <a:xfrm>
            <a:off x="1644732" y="4162301"/>
            <a:ext cx="1478478" cy="37145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_PEB_LDR_DATA</a:t>
            </a:r>
            <a:endParaRPr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0CEA06-0D9C-1E91-5040-6E13509F5A91}"/>
              </a:ext>
            </a:extLst>
          </p:cNvPr>
          <p:cNvSpPr txBox="1"/>
          <p:nvPr/>
        </p:nvSpPr>
        <p:spPr>
          <a:xfrm>
            <a:off x="1692234" y="3806042"/>
            <a:ext cx="1430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Offet</a:t>
            </a:r>
            <a:r>
              <a:rPr lang="en-US" altLang="zh-CN" dirty="0"/>
              <a:t> 0xc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4CB08B9-280F-9E77-8A57-8D21F6352105}"/>
              </a:ext>
            </a:extLst>
          </p:cNvPr>
          <p:cNvSpPr/>
          <p:nvPr/>
        </p:nvSpPr>
        <p:spPr>
          <a:xfrm>
            <a:off x="3600506" y="3460561"/>
            <a:ext cx="4124155" cy="176851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LIST_ENTRY     </a:t>
            </a:r>
            <a:r>
              <a:rPr lang="en-US" altLang="zh-CN" sz="1400" dirty="0" err="1"/>
              <a:t>InLoadOrderModuleList</a:t>
            </a:r>
            <a:r>
              <a:rPr lang="en-US" altLang="zh-CN" sz="1400" dirty="0"/>
              <a:t>;              //0x0C</a:t>
            </a:r>
          </a:p>
          <a:p>
            <a:pPr algn="ctr"/>
            <a:r>
              <a:rPr lang="en-US" altLang="zh-CN" sz="1400" dirty="0"/>
              <a:t>     LIST_ENTRY     </a:t>
            </a:r>
            <a:r>
              <a:rPr lang="en-US" altLang="zh-CN" sz="1400" dirty="0" err="1"/>
              <a:t>InMemoryOrderModuleList</a:t>
            </a:r>
            <a:r>
              <a:rPr lang="en-US" altLang="zh-CN" sz="1400" dirty="0"/>
              <a:t>;            //0x14</a:t>
            </a:r>
          </a:p>
          <a:p>
            <a:pPr algn="ctr"/>
            <a:r>
              <a:rPr lang="en-US" altLang="zh-CN" sz="1400" dirty="0"/>
              <a:t>     LIST_ENTRY     </a:t>
            </a:r>
            <a:r>
              <a:rPr lang="en-US" altLang="zh-CN" sz="1400" dirty="0" err="1"/>
              <a:t>InInitializationOrderModuleList</a:t>
            </a:r>
            <a:r>
              <a:rPr lang="en-US" altLang="zh-CN" sz="1400" dirty="0"/>
              <a:t>;    //0x1C</a:t>
            </a:r>
            <a:endParaRPr lang="zh-CN" altLang="en-US" sz="1400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627166C-EEB7-FF9B-849E-FA0E404F9D76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3123210" y="4344820"/>
            <a:ext cx="477296" cy="3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47AF546-7B71-B395-6536-3824AF21FB00}"/>
              </a:ext>
            </a:extLst>
          </p:cNvPr>
          <p:cNvSpPr/>
          <p:nvPr/>
        </p:nvSpPr>
        <p:spPr>
          <a:xfrm>
            <a:off x="8342416" y="4073295"/>
            <a:ext cx="3206337" cy="54304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_LDR_DATA_TABLE_ENTRY</a:t>
            </a:r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9334014-BECB-C2DA-F38E-5AF5EC2260B2}"/>
              </a:ext>
            </a:extLst>
          </p:cNvPr>
          <p:cNvCxnSpPr>
            <a:stCxn id="10" idx="3"/>
            <a:endCxn id="14" idx="1"/>
          </p:cNvCxnSpPr>
          <p:nvPr/>
        </p:nvCxnSpPr>
        <p:spPr>
          <a:xfrm>
            <a:off x="7724661" y="4344820"/>
            <a:ext cx="6177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7E912CA-B057-4F41-FDCC-BB8D57B826F7}"/>
              </a:ext>
            </a:extLst>
          </p:cNvPr>
          <p:cNvSpPr/>
          <p:nvPr/>
        </p:nvSpPr>
        <p:spPr>
          <a:xfrm>
            <a:off x="8136217" y="5539916"/>
            <a:ext cx="3618734" cy="52179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UNICODE_STRING </a:t>
            </a:r>
            <a:r>
              <a:rPr lang="en-US" altLang="zh-CN" dirty="0" err="1"/>
              <a:t>FullDllName</a:t>
            </a:r>
            <a:r>
              <a:rPr lang="en-US" altLang="zh-CN" dirty="0"/>
              <a:t>;  offset:0x24</a:t>
            </a:r>
            <a:endParaRPr lang="zh-CN" altLang="en-US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E5EEB8C-47DF-1409-D52F-A9E9A590469B}"/>
              </a:ext>
            </a:extLst>
          </p:cNvPr>
          <p:cNvCxnSpPr>
            <a:stCxn id="14" idx="2"/>
            <a:endCxn id="19" idx="0"/>
          </p:cNvCxnSpPr>
          <p:nvPr/>
        </p:nvCxnSpPr>
        <p:spPr>
          <a:xfrm flipH="1">
            <a:off x="9945584" y="4616344"/>
            <a:ext cx="1" cy="923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B5B8194B-B17B-E7FE-2299-E0696528F6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211" y="5416639"/>
            <a:ext cx="7029450" cy="1038225"/>
          </a:xfrm>
          <a:prstGeom prst="rect">
            <a:avLst/>
          </a:prstGeom>
        </p:spPr>
      </p:pic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3CC5B89-E902-1B84-181D-967FA3D2BCFF}"/>
              </a:ext>
            </a:extLst>
          </p:cNvPr>
          <p:cNvCxnSpPr>
            <a:stCxn id="19" idx="1"/>
            <a:endCxn id="25" idx="3"/>
          </p:cNvCxnSpPr>
          <p:nvPr/>
        </p:nvCxnSpPr>
        <p:spPr>
          <a:xfrm flipH="1">
            <a:off x="7724661" y="5800813"/>
            <a:ext cx="411556" cy="134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4474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74329" y="1188786"/>
            <a:ext cx="5132705" cy="2421890"/>
            <a:chOff x="839" y="1816"/>
            <a:chExt cx="8083" cy="381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3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can get the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dll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name by the first structure `UNICODE_STRING` but , what does the second mean? I can not get anything by the second one.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52802FD-9493-E771-269F-4BB86AEDA107}"/>
                  </a:ext>
                </a:extLst>
              </p14:cNvPr>
              <p14:cNvContentPartPr/>
              <p14:nvPr/>
            </p14:nvContentPartPr>
            <p14:xfrm>
              <a:off x="2006864" y="2226455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F52802FD-9493-E771-269F-4BB86AEDA10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97864" y="221745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B78E78F3-00E0-23CB-B0B3-2FA74288ABEC}"/>
                  </a:ext>
                </a:extLst>
              </p14:cNvPr>
              <p14:cNvContentPartPr/>
              <p14:nvPr/>
            </p14:nvContentPartPr>
            <p14:xfrm>
              <a:off x="3693104" y="5474384"/>
              <a:ext cx="360" cy="36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B78E78F3-00E0-23CB-B0B3-2FA74288ABE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84464" y="546574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04568BAA-1F11-5B85-AC14-0B57AADBB4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99700" y="961064"/>
            <a:ext cx="5254832" cy="409575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55B912C-B2FC-3527-5290-F8F6EED813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159" y="5024291"/>
            <a:ext cx="6486525" cy="75247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A7D9C5C-69A1-8A60-BD02-528680F6D07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8810" y="3554508"/>
            <a:ext cx="5903281" cy="1490404"/>
          </a:xfrm>
          <a:prstGeom prst="rect">
            <a:avLst/>
          </a:prstGeom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D8A67871-238E-F012-BD04-5C1516C256A4}"/>
              </a:ext>
            </a:extLst>
          </p:cNvPr>
          <p:cNvGrpSpPr/>
          <p:nvPr/>
        </p:nvGrpSpPr>
        <p:grpSpPr>
          <a:xfrm>
            <a:off x="617264" y="4369535"/>
            <a:ext cx="11293200" cy="1384200"/>
            <a:chOff x="617264" y="4369535"/>
            <a:chExt cx="11293200" cy="138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F2966572-A69B-2EFE-2B9A-98CCF6680697}"/>
                    </a:ext>
                  </a:extLst>
                </p14:cNvPr>
                <p14:cNvContentPartPr/>
                <p14:nvPr/>
              </p14:nvContentPartPr>
              <p14:xfrm>
                <a:off x="6946784" y="4648535"/>
                <a:ext cx="4767840" cy="9036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F2966572-A69B-2EFE-2B9A-98CCF668069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938144" y="4639895"/>
                  <a:ext cx="47854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95E8B691-5287-5BDF-4086-872D7BF43B6D}"/>
                    </a:ext>
                  </a:extLst>
                </p14:cNvPr>
                <p14:cNvContentPartPr/>
                <p14:nvPr/>
              </p14:nvContentPartPr>
              <p14:xfrm>
                <a:off x="7006184" y="5052815"/>
                <a:ext cx="4904280" cy="6624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95E8B691-5287-5BDF-4086-872D7BF43B6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97184" y="5044175"/>
                  <a:ext cx="49219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53566168-0A5C-CFAF-B646-D6937B5D630F}"/>
                    </a:ext>
                  </a:extLst>
                </p14:cNvPr>
                <p14:cNvContentPartPr/>
                <p14:nvPr/>
              </p14:nvContentPartPr>
              <p14:xfrm>
                <a:off x="6748424" y="4559975"/>
                <a:ext cx="27000" cy="9252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53566168-0A5C-CFAF-B646-D6937B5D630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39424" y="4551335"/>
                  <a:ext cx="44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69892803-44D2-A2FE-A586-55334ED0965B}"/>
                    </a:ext>
                  </a:extLst>
                </p14:cNvPr>
                <p14:cNvContentPartPr/>
                <p14:nvPr/>
              </p14:nvContentPartPr>
              <p14:xfrm>
                <a:off x="6634664" y="4511015"/>
                <a:ext cx="200520" cy="17568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69892803-44D2-A2FE-A586-55334ED0965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25664" y="4502015"/>
                  <a:ext cx="2181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C046A717-3352-3DBC-526C-131C7B7E1318}"/>
                    </a:ext>
                  </a:extLst>
                </p14:cNvPr>
                <p14:cNvContentPartPr/>
                <p14:nvPr/>
              </p14:nvContentPartPr>
              <p14:xfrm>
                <a:off x="6766064" y="5052455"/>
                <a:ext cx="86400" cy="10872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C046A717-3352-3DBC-526C-131C7B7E131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757424" y="5043815"/>
                  <a:ext cx="104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FC70FE2A-7352-0319-15FF-80AFDAB6134F}"/>
                    </a:ext>
                  </a:extLst>
                </p14:cNvPr>
                <p14:cNvContentPartPr/>
                <p14:nvPr/>
              </p14:nvContentPartPr>
              <p14:xfrm>
                <a:off x="6625304" y="4986215"/>
                <a:ext cx="328320" cy="26352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FC70FE2A-7352-0319-15FF-80AFDAB6134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616304" y="4977575"/>
                  <a:ext cx="3459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4FDED5F5-BE36-CBE0-1A51-9AF05C5224D9}"/>
                    </a:ext>
                  </a:extLst>
                </p14:cNvPr>
                <p14:cNvContentPartPr/>
                <p14:nvPr/>
              </p14:nvContentPartPr>
              <p14:xfrm>
                <a:off x="3870944" y="5723495"/>
                <a:ext cx="1662480" cy="3024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4FDED5F5-BE36-CBE0-1A51-9AF05C5224D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862304" y="5714855"/>
                  <a:ext cx="16801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EAA93A0D-A71A-64FA-0E81-CC3E6C9AD86C}"/>
                    </a:ext>
                  </a:extLst>
                </p14:cNvPr>
                <p14:cNvContentPartPr/>
                <p14:nvPr/>
              </p14:nvContentPartPr>
              <p14:xfrm>
                <a:off x="3948344" y="5407775"/>
                <a:ext cx="1659600" cy="6696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EAA93A0D-A71A-64FA-0E81-CC3E6C9AD86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939704" y="5398775"/>
                  <a:ext cx="16772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10D36939-D50F-E01F-3885-000BEAFC17BA}"/>
                    </a:ext>
                  </a:extLst>
                </p14:cNvPr>
                <p14:cNvContentPartPr/>
                <p14:nvPr/>
              </p14:nvContentPartPr>
              <p14:xfrm>
                <a:off x="617264" y="4369535"/>
                <a:ext cx="898200" cy="25596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10D36939-D50F-E01F-3885-000BEAFC17B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08624" y="4360895"/>
                  <a:ext cx="9158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82D43979-B938-2BA4-505D-B6DC6D39697F}"/>
                    </a:ext>
                  </a:extLst>
                </p14:cNvPr>
                <p14:cNvContentPartPr/>
                <p14:nvPr/>
              </p14:nvContentPartPr>
              <p14:xfrm>
                <a:off x="1549664" y="4477175"/>
                <a:ext cx="2895120" cy="61128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82D43979-B938-2BA4-505D-B6DC6D39697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540664" y="4468175"/>
                  <a:ext cx="291276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F61FC30D-F5E7-B1D9-FBDF-BD4BB1862DD6}"/>
                    </a:ext>
                  </a:extLst>
                </p14:cNvPr>
                <p14:cNvContentPartPr/>
                <p14:nvPr/>
              </p14:nvContentPartPr>
              <p14:xfrm>
                <a:off x="1537784" y="4425695"/>
                <a:ext cx="4311360" cy="121536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F61FC30D-F5E7-B1D9-FBDF-BD4BB1862DD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529144" y="4416695"/>
                  <a:ext cx="4329000" cy="1233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549129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74329" y="1510731"/>
            <a:ext cx="5132705" cy="2099945"/>
            <a:chOff x="839" y="2323"/>
            <a:chExt cx="8083" cy="330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38" name="文本框 237"/>
            <p:cNvSpPr txBox="1"/>
            <p:nvPr>
              <p:custDataLst>
                <p:tags r:id="rId2"/>
              </p:custDataLst>
            </p:nvPr>
          </p:nvSpPr>
          <p:spPr>
            <a:xfrm>
              <a:off x="839" y="2323"/>
              <a:ext cx="8083" cy="3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There are some questions about the assignment1.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did not print the third value as `1.234567e20` but `123456700000000000000.000000` , I wanted to print it as `1.234567e20` , how can I do that?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And I know there is a problem in my code. because the `1.234567e20` can be stored by `double` so I converted  the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tword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into qword. Then print it, it is a trick because I don’t know how to pass the 10-bit size parameter to the function `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printf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`.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don’t know how to pass the 10-bit size parameter to the function `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scanf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`, either.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52802FD-9493-E771-269F-4BB86AEDA107}"/>
                  </a:ext>
                </a:extLst>
              </p14:cNvPr>
              <p14:cNvContentPartPr/>
              <p14:nvPr/>
            </p14:nvContentPartPr>
            <p14:xfrm>
              <a:off x="2006864" y="2226455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F52802FD-9493-E771-269F-4BB86AEDA10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97864" y="221745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B78E78F3-00E0-23CB-B0B3-2FA74288ABEC}"/>
                  </a:ext>
                </a:extLst>
              </p14:cNvPr>
              <p14:cNvContentPartPr/>
              <p14:nvPr/>
            </p14:nvContentPartPr>
            <p14:xfrm>
              <a:off x="3693104" y="5474384"/>
              <a:ext cx="360" cy="36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B78E78F3-00E0-23CB-B0B3-2FA74288ABE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84464" y="546574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94FE3718-0F5F-EC82-B9BC-D1D83DA1FE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04642" y="4983183"/>
            <a:ext cx="6673561" cy="153232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0736D3E-3ECD-2395-8627-B03C84C4AC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9803" y="1839933"/>
            <a:ext cx="62484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015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5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74329" y="1188786"/>
            <a:ext cx="5132705" cy="2421890"/>
            <a:chOff x="839" y="1816"/>
            <a:chExt cx="8083" cy="381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3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Do you know some useful IDE for assembly language? Now I use vs code to write the assembly code and compile and link it by command instructions.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52802FD-9493-E771-269F-4BB86AEDA107}"/>
                  </a:ext>
                </a:extLst>
              </p14:cNvPr>
              <p14:cNvContentPartPr/>
              <p14:nvPr/>
            </p14:nvContentPartPr>
            <p14:xfrm>
              <a:off x="2006864" y="2226455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F52802FD-9493-E771-269F-4BB86AEDA10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97864" y="221745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B78E78F3-00E0-23CB-B0B3-2FA74288ABEC}"/>
                  </a:ext>
                </a:extLst>
              </p14:cNvPr>
              <p14:cNvContentPartPr/>
              <p14:nvPr/>
            </p14:nvContentPartPr>
            <p14:xfrm>
              <a:off x="3693104" y="5474384"/>
              <a:ext cx="360" cy="36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B78E78F3-00E0-23CB-B0B3-2FA74288ABE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84464" y="546574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88507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636395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Solve the problem in the assignment1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x64 project3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study of week-02 and week-03 of your course.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866</Words>
  <Application>Microsoft Office PowerPoint</Application>
  <PresentationFormat>宽屏</PresentationFormat>
  <Paragraphs>92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微软雅黑</vt:lpstr>
      <vt:lpstr>新宋体</vt:lpstr>
      <vt:lpstr>Arial</vt:lpstr>
      <vt:lpstr>Calibri</vt:lpstr>
      <vt:lpstr>Calibri Light</vt:lpstr>
      <vt:lpstr>Palatino Linotype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卓雲 钱</cp:lastModifiedBy>
  <cp:revision>26</cp:revision>
  <dcterms:created xsi:type="dcterms:W3CDTF">2022-09-21T15:51:00Z</dcterms:created>
  <dcterms:modified xsi:type="dcterms:W3CDTF">2023-11-09T05:33:57Z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