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423" r:id="rId2"/>
    <p:sldId id="424" r:id="rId3"/>
    <p:sldId id="425" r:id="rId4"/>
    <p:sldId id="427" r:id="rId5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6322"/>
  </p:normalViewPr>
  <p:slideViewPr>
    <p:cSldViewPr snapToGrid="0">
      <p:cViewPr varScale="1">
        <p:scale>
          <a:sx n="92" d="100"/>
          <a:sy n="92" d="100"/>
        </p:scale>
        <p:origin x="65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A6D457-D595-D74A-B943-9BE89BF18156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A9FDB8-D5FC-364C-AEB4-B7B4513895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 flipV="1">
            <a:off x="0" y="6487888"/>
            <a:ext cx="12192000" cy="370112"/>
            <a:chOff x="0" y="-40730"/>
            <a:chExt cx="12192000" cy="370112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-40730"/>
              <a:ext cx="12192000" cy="3701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-40730"/>
              <a:ext cx="12192000" cy="285614"/>
            </a:xfrm>
            <a:prstGeom prst="rect">
              <a:avLst/>
            </a:prstGeom>
            <a:solidFill>
              <a:srgbClr val="005C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96" name="菱形 95"/>
          <p:cNvSpPr/>
          <p:nvPr userDrawn="1"/>
        </p:nvSpPr>
        <p:spPr>
          <a:xfrm>
            <a:off x="600451" y="370197"/>
            <a:ext cx="372167" cy="372166"/>
          </a:xfrm>
          <a:prstGeom prst="diamond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005C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97" name="菱形 96"/>
          <p:cNvSpPr/>
          <p:nvPr userDrawn="1"/>
        </p:nvSpPr>
        <p:spPr>
          <a:xfrm>
            <a:off x="356797" y="312627"/>
            <a:ext cx="487308" cy="487307"/>
          </a:xfrm>
          <a:prstGeom prst="diamond">
            <a:avLst/>
          </a:prstGeom>
          <a:solidFill>
            <a:srgbClr val="005CA2"/>
          </a:solidFill>
          <a:ln>
            <a:solidFill>
              <a:srgbClr val="004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1078230" y="357505"/>
            <a:ext cx="5685155" cy="4419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005CA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74146-AD47-D54A-ADAE-EACD76BE342A}" type="datetimeFigureOut">
              <a:rPr lang="en-US" smtClean="0"/>
              <a:t>9/12/2023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Planed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38325"/>
            <a:chOff x="839" y="1816"/>
            <a:chExt cx="8083" cy="2895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Planed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Finish the study of PE format this week and complete the test of PE parse on my own.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Results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2275840"/>
            <a:chOff x="839" y="1816"/>
            <a:chExt cx="8083" cy="3584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Results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401"/>
              <a:ext cx="8083" cy="2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 last part , import directory have not learned. I plan finish it in two days.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14952" y="1153160"/>
            <a:ext cx="5132705" cy="4297614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write a test and have some problem. In the test , I add a new section at the end of a executable , filling the new section by the data of ‘the Base Relocation Table’, Then I change the ‘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ImageBase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’ to ‘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ImageBase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+ 0x1000’  and repair the relocation at the last section. 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In the end, The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ImageBase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is 0x40001000, but the file can not execute. After I just change it to 0x50000000 , the file can execute. Why?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3AD789D-1DFD-5EE4-2331-A6DEE2E46A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5165" y="816776"/>
            <a:ext cx="6020788" cy="45924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88315" y="1153160"/>
            <a:ext cx="5132705" cy="1636395"/>
            <a:chOff x="769" y="1816"/>
            <a:chExt cx="8083" cy="2577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769" y="2181"/>
              <a:ext cx="8083" cy="2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Before 2023/9/20 finish the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part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of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PE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and</a:t>
              </a:r>
              <a:r>
                <a:rPr lang="zh-CN" alt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C++.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need to write the test in the video on my own.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ViYjA4YjczODZkNzY4ZmRmNjg2ZmVlYjE2OGMwNTAifQ=="/>
  <p:tag name="KSO_WPP_MARK_KEY" val="e6c85fa1-cd61-4d87-b6eb-0c65704176e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180</Words>
  <Application>Microsoft Office PowerPoint</Application>
  <PresentationFormat>宽屏</PresentationFormat>
  <Paragraphs>22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微软雅黑</vt:lpstr>
      <vt:lpstr>Arial</vt:lpstr>
      <vt:lpstr>Calibri</vt:lpstr>
      <vt:lpstr>Calibri Light</vt:lpstr>
      <vt:lpstr>Palatino Linotype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Zhong, Fangtian</dc:creator>
  <cp:lastModifiedBy>卓雲 钱</cp:lastModifiedBy>
  <cp:revision>13</cp:revision>
  <dcterms:created xsi:type="dcterms:W3CDTF">2022-09-21T15:51:00Z</dcterms:created>
  <dcterms:modified xsi:type="dcterms:W3CDTF">2023-09-12T00:58:15Z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CC2C0F941B7A40BB95BC861408F20AFB_12</vt:lpwstr>
  </property>
  <property fmtid="{D5CDD505-2E9C-101B-9397-08002B2CF9AE}" pid="3" name="KSOProductBuildVer">
    <vt:lpwstr>2052-11.1.0.14309</vt:lpwstr>
  </property>
</Properties>
</file>