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432" r:id="rId2"/>
    <p:sldId id="424" r:id="rId3"/>
    <p:sldId id="430" r:id="rId4"/>
    <p:sldId id="433" r:id="rId5"/>
    <p:sldId id="434" r:id="rId6"/>
    <p:sldId id="435" r:id="rId7"/>
    <p:sldId id="427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7" autoAdjust="0"/>
    <p:restoredTop sz="96322"/>
  </p:normalViewPr>
  <p:slideViewPr>
    <p:cSldViewPr snapToGrid="0">
      <p:cViewPr varScale="1">
        <p:scale>
          <a:sx n="87" d="100"/>
          <a:sy n="87" d="100"/>
        </p:scale>
        <p:origin x="48" y="2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8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79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949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5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401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are some tests in the video and 13 classes left, plan to finish them before next meeting.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code comments!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Aaaaa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, I suddenly find that I have a lot of things to do.[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sad,sad,sad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].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529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finish the videos, but now I do not have a plan, I will make plan after the meeting tomorrow.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CC5381-5E11-356E-C979-F180DD450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312" y="1204191"/>
            <a:ext cx="5179621" cy="2545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What is the different between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OpenProcess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` and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CreateProcess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`?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492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The `PID` of  a process exits just after the process is created right? I use task manager to get the message of a exe, finding that just the exe is executed its `PID` will exit, after I close the exe the `PID` disappears.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This is one process contains three threads or three process.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12039E-5EB9-7F31-9AA1-CD73DEDDC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530" y="2511682"/>
            <a:ext cx="6627470" cy="124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4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I know what causes the exception. But why?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9101B1-7A8A-BAB4-F9D5-8437F3256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573" y="1649325"/>
            <a:ext cx="5817486" cy="29153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B0B9FF-7788-1B45-DC83-1FF6947B3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748" y="3692974"/>
            <a:ext cx="6482937" cy="23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9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sym typeface="+mn-ea"/>
                </a:rPr>
                <a:t>Do you have this PDF? I do not know if I will use it.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DE1BC5-455C-EF58-5BB5-8CF735735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841" y="1620594"/>
            <a:ext cx="4851748" cy="36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5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will make a plan after the meeting tomorrow.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238</Words>
  <Application>Microsoft Office PowerPoint</Application>
  <PresentationFormat>宽屏</PresentationFormat>
  <Paragraphs>37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36</cp:revision>
  <dcterms:created xsi:type="dcterms:W3CDTF">2022-09-21T15:51:00Z</dcterms:created>
  <dcterms:modified xsi:type="dcterms:W3CDTF">2023-10-11T15:08:58Z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