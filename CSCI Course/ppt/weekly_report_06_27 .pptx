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423" r:id="rId3"/>
    <p:sldId id="424" r:id="rId5"/>
    <p:sldId id="425" r:id="rId6"/>
    <p:sldId id="427" r:id="rId7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22"/>
  </p:normalViewPr>
  <p:slideViewPr>
    <p:cSldViewPr snapToGrid="0">
      <p:cViewPr varScale="1">
        <p:scale>
          <a:sx n="128" d="100"/>
          <a:sy n="128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3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  <a:endParaRPr lang="en-US" altLang="zh-CN" b="1" dirty="0">
                <a:solidFill>
                  <a:srgbClr val="00B0F0"/>
                </a:solidFill>
                <a:latin typeface="Palatino Linotype" panose="02040502050505030304" charset="0"/>
                <a:ea typeface="+mn-ea"/>
                <a:cs typeface="Palatino Linotype" panose="02040502050505030304" charset="0"/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Get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familiarity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with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Android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compiling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process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Get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familiarity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with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Android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executable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parsing 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  <a:endParaRPr lang="en-US" altLang="zh-CN" b="1" dirty="0">
                <a:solidFill>
                  <a:srgbClr val="00B0F0"/>
                </a:solidFill>
                <a:latin typeface="Palatino Linotype" panose="02040502050505030304" charset="0"/>
                <a:ea typeface="+mn-ea"/>
                <a:cs typeface="Palatino Linotype" panose="02040502050505030304" charset="0"/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Get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familiarity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with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Android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compiling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process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Get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familiarity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with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Android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executable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parsing 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  <a:endParaRPr lang="en-US" altLang="zh-CN" b="1" dirty="0">
                <a:solidFill>
                  <a:srgbClr val="00B0F0"/>
                </a:solidFill>
                <a:latin typeface="Palatino Linotype" panose="02040502050505030304" charset="0"/>
                <a:ea typeface="+mn-ea"/>
                <a:cs typeface="Palatino Linotype" panose="02040502050505030304" charset="0"/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No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  <a:endParaRPr lang="en-US" altLang="zh-CN" b="1" dirty="0">
                <a:solidFill>
                  <a:srgbClr val="00B0F0"/>
                </a:solidFill>
                <a:latin typeface="Palatino Linotype" panose="02040502050505030304" charset="0"/>
                <a:ea typeface="+mn-ea"/>
                <a:cs typeface="Palatino Linotype" panose="02040502050505030304" charset="0"/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Install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android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analysis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tools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Analyze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multiple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Android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Malware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locate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their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malicious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code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segments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</Words>
  <Application>WPS 演示</Application>
  <PresentationFormat>Widescreen</PresentationFormat>
  <Paragraphs>38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阿里巴巴普惠体 R</vt:lpstr>
      <vt:lpstr>微软雅黑</vt:lpstr>
      <vt:lpstr>Palatino Linotype</vt:lpstr>
      <vt:lpstr>Wingdings</vt:lpstr>
      <vt:lpstr>Calibri</vt:lpstr>
      <vt:lpstr>Arial Unicode MS</vt:lpstr>
      <vt:lpstr>Calibri Light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WPS_1662446722</cp:lastModifiedBy>
  <cp:revision>12</cp:revision>
  <dcterms:created xsi:type="dcterms:W3CDTF">2022-09-21T15:51:00Z</dcterms:created>
  <dcterms:modified xsi:type="dcterms:W3CDTF">2023-05-11T05:47:28Z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