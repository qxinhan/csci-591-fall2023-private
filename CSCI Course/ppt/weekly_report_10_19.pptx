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notesSlides/notesSlide1.xml" ContentType="application/vnd.openxmlformats-officedocument.presentationml.notesSlide+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notesSlides/notesSlide2.xml" ContentType="application/vnd.openxmlformats-officedocument.presentationml.notesSlide+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notesSlides/notesSlide3.xml" ContentType="application/vnd.openxmlformats-officedocument.presentationml.notesSlide+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notesSlides/notesSlide4.xml" ContentType="application/vnd.openxmlformats-officedocument.presentationml.notesSlide+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notesSlides/notesSlide5.xml" ContentType="application/vnd.openxmlformats-officedocument.presentationml.notesSlide+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notesSlides/notesSlide6.xml" ContentType="application/vnd.openxmlformats-officedocument.presentationml.notesSlide+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notesSlides/notesSlide7.xml" ContentType="application/vnd.openxmlformats-officedocument.presentationml.notesSlide+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notesSlides/notesSlide8.xml" ContentType="application/vnd.openxmlformats-officedocument.presentationml.notesSlide+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notesSlides/notesSlide9.xml" ContentType="application/vnd.openxmlformats-officedocument.presentationml.notesSlide+xml"/>
  <Override PartName="/ppt/comments/modernComment_1B8_4B0F6DCA.xml" ContentType="application/vnd.ms-powerpoint.comment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notesSlides/notesSlide10.xml" ContentType="application/vnd.openxmlformats-officedocument.presentationml.notesSlide+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notesSlides/notesSlide11.xml" ContentType="application/vnd.openxmlformats-officedocument.presentationml.notesSlide+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notesSlides/notesSlide12.xml" ContentType="application/vnd.openxmlformats-officedocument.presentationml.notesSlide+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notesSlides/notesSlide13.xml" ContentType="application/vnd.openxmlformats-officedocument.presentationml.notesSlide+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notesSlides/notesSlide14.xml" ContentType="application/vnd.openxmlformats-officedocument.presentationml.notesSlide+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notesSlides/notesSlide15.xml" ContentType="application/vnd.openxmlformats-officedocument.presentationml.notesSlide+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notesSlides/notesSlide16.xml" ContentType="application/vnd.openxmlformats-officedocument.presentationml.notesSlide+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notesSlides/notesSlide17.xml" ContentType="application/vnd.openxmlformats-officedocument.presentationml.notesSlide+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notesSlides/notesSlide18.xml" ContentType="application/vnd.openxmlformats-officedocument.presentationml.notesSlide+xml"/>
  <Override PartName="/ppt/comments/modernComment_1C5_81FB07F1.xml" ContentType="application/vnd.ms-powerpoint.comment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notesSlides/notesSlide19.xml" ContentType="application/vnd.openxmlformats-officedocument.presentationml.notesSlide+xml"/>
  <Override PartName="/ppt/comments/modernComment_1C4_8B4E6349.xml" ContentType="application/vnd.ms-powerpoint.comment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notesSlides/notesSlide20.xml" ContentType="application/vnd.openxmlformats-officedocument.presentationml.notesSlide+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notesSlides/notesSlide21.xml" ContentType="application/vnd.openxmlformats-officedocument.presentationml.notesSlide+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notesSlides/notesSlide22.xml" ContentType="application/vnd.openxmlformats-officedocument.presentationml.notesSlide+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notesSlides/notesSlide23.xml" ContentType="application/vnd.openxmlformats-officedocument.presentationml.notesSlide+xml"/>
  <Override PartName="/ppt/comments/modernComment_1C7_B3D5452D.xml" ContentType="application/vnd.ms-powerpoint.comment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notesSlides/notesSlide24.xml" ContentType="application/vnd.openxmlformats-officedocument.presentationml.notesSlide+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notesSlides/notesSlide25.xml" ContentType="application/vnd.openxmlformats-officedocument.presentationml.notesSlide+xml"/>
  <Override PartName="/ppt/comments/modernComment_1C9_9D6E2E5E.xml" ContentType="application/vnd.ms-powerpoint.comments+xml"/>
  <Override PartName="/ppt/tags/tag77.xml" ContentType="application/vnd.openxmlformats-officedocument.presentationml.tags+xml"/>
  <Override PartName="/ppt/tags/tag78.xml" ContentType="application/vnd.openxmlformats-officedocument.presentationml.tags+xml"/>
  <Override PartName="/ppt/notesSlides/notesSlide26.xml" ContentType="application/vnd.openxmlformats-officedocument.presentationml.notesSlide+xml"/>
  <Override PartName="/ppt/comments/modernComment_1CA_C418DF72.xml" ContentType="application/vnd.ms-powerpoint.comment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notesSlides/notesSlide27.xml" ContentType="application/vnd.openxmlformats-officedocument.presentationml.notesSlide+xml"/>
  <Override PartName="/ppt/ink/ink1.xml" ContentType="application/inkml+xml"/>
  <Override PartName="/ppt/ink/ink2.xml" ContentType="application/inkml+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notesSlides/notesSlide28.xml" ContentType="application/vnd.openxmlformats-officedocument.presentationml.notesSlide+xml"/>
  <Override PartName="/ppt/ink/ink3.xml" ContentType="application/inkml+xml"/>
  <Override PartName="/ppt/ink/ink4.xml" ContentType="application/inkml+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notesSlides/notesSlide29.xml" ContentType="application/vnd.openxmlformats-officedocument.presentationml.notesSlide+xml"/>
  <Override PartName="/ppt/ink/ink5.xml" ContentType="application/inkml+xml"/>
  <Override PartName="/ppt/ink/ink6.xml" ContentType="application/inkml+xml"/>
  <Override PartName="/ppt/ink/ink7.xml" ContentType="application/inkml+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notesSlides/notesSlide30.xml" ContentType="application/vnd.openxmlformats-officedocument.presentationml.notesSlide+xml"/>
  <Override PartName="/ppt/ink/ink8.xml" ContentType="application/inkml+xml"/>
  <Override PartName="/ppt/ink/ink9.xml" ContentType="application/inkml+xml"/>
  <Override PartName="/ppt/ink/ink10.xml" ContentType="application/inkml+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notesSlides/notesSlide31.xml" ContentType="application/vnd.openxmlformats-officedocument.presentationml.notesSlide+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notesSlides/notesSlide32.xml" ContentType="application/vnd.openxmlformats-officedocument.presentationml.notesSlide+xml"/>
  <Override PartName="/ppt/ink/ink19.xml" ContentType="application/inkml+xml"/>
  <Override PartName="/ppt/ink/ink20.xml" ContentType="application/inkml+xml"/>
  <Override PartName="/ppt/ink/ink21.xml" ContentType="application/inkml+xml"/>
  <Override PartName="/ppt/ink/ink22.xml" ContentType="application/inkml+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notesSlides/notesSlide33.xml" ContentType="application/vnd.openxmlformats-officedocument.presentationml.notesSlide+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notesSlides/notesSlide34.xml" ContentType="application/vnd.openxmlformats-officedocument.presentationml.notesSlide+xml"/>
  <Override PartName="/ppt/comments/modernComment_1D6_6542CF2D.xml" ContentType="application/vnd.ms-powerpoint.comments+xml"/>
  <Override PartName="/ppt/ink/ink28.xml" ContentType="application/inkml+xml"/>
  <Override PartName="/ppt/ink/ink29.xml" ContentType="application/inkml+xml"/>
  <Override PartName="/ppt/ink/ink30.xml" ContentType="application/inkml+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notesSlides/notesSlide35.xml" ContentType="application/vnd.openxmlformats-officedocument.presentationml.notesSlide+xml"/>
  <Override PartName="/ppt/ink/ink31.xml" ContentType="application/inkml+xml"/>
  <Override PartName="/ppt/ink/ink32.xml" ContentType="application/inkml+xml"/>
  <Override PartName="/ppt/ink/ink33.xml" ContentType="application/inkml+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notesSlides/notesSlide36.xml" ContentType="application/vnd.openxmlformats-officedocument.presentationml.notesSlide+xml"/>
  <Override PartName="/ppt/comments/modernComment_1D2_579C0A7F.xml" ContentType="application/vnd.ms-powerpoint.comments+xml"/>
  <Override PartName="/ppt/ink/ink34.xml" ContentType="application/inkml+xml"/>
  <Override PartName="/ppt/ink/ink35.xml" ContentType="application/inkml+xml"/>
  <Override PartName="/ppt/ink/ink36.xml" ContentType="application/inkml+xml"/>
  <Override PartName="/ppt/tags/tag109.xml" ContentType="application/vnd.openxmlformats-officedocument.presentationml.tags+xml"/>
  <Override PartName="/ppt/tags/tag110.xml" ContentType="application/vnd.openxmlformats-officedocument.presentationml.tags+xml"/>
  <Override PartName="/ppt/notesSlides/notesSlide37.xml" ContentType="application/vnd.openxmlformats-officedocument.presentationml.notesSlide+xml"/>
  <Override PartName="/ppt/comments/modernComment_1D1_BD860C0C.xml" ContentType="application/vnd.ms-powerpoint.comments+xml"/>
  <Override PartName="/ppt/ink/ink37.xml" ContentType="application/inkml+xml"/>
  <Override PartName="/ppt/ink/ink38.xml" ContentType="application/inkml+xml"/>
  <Override PartName="/ppt/ink/ink39.xml" ContentType="application/inkml+xml"/>
  <Override PartName="/ppt/tags/tag111.xml" ContentType="application/vnd.openxmlformats-officedocument.presentationml.tags+xml"/>
  <Override PartName="/ppt/notesSlides/notesSlide38.xml" ContentType="application/vnd.openxmlformats-officedocument.presentationml.notesSlide+xml"/>
  <Override PartName="/ppt/comments/modernComment_1D0_82116001.xml" ContentType="application/vnd.ms-powerpoint.comments+xml"/>
  <Override PartName="/ppt/ink/ink40.xml" ContentType="application/inkml+xml"/>
  <Override PartName="/ppt/ink/ink41.xml" ContentType="application/inkml+xml"/>
  <Override PartName="/ppt/ink/ink42.xml" ContentType="application/inkml+xml"/>
  <Override PartName="/ppt/tags/tag112.xml" ContentType="application/vnd.openxmlformats-officedocument.presentationml.tags+xml"/>
  <Override PartName="/ppt/notesSlides/notesSlide39.xml" ContentType="application/vnd.openxmlformats-officedocument.presentationml.notesSlide+xml"/>
  <Override PartName="/ppt/ink/ink43.xml" ContentType="application/inkml+xml"/>
  <Override PartName="/ppt/ink/ink44.xml" ContentType="application/inkml+xml"/>
  <Override PartName="/ppt/ink/ink45.xml" ContentType="application/inkml+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notesSlides/notesSlide40.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2"/>
  </p:notesMasterIdLst>
  <p:sldIdLst>
    <p:sldId id="432" r:id="rId2"/>
    <p:sldId id="424" r:id="rId3"/>
    <p:sldId id="430" r:id="rId4"/>
    <p:sldId id="433" r:id="rId5"/>
    <p:sldId id="436" r:id="rId6"/>
    <p:sldId id="437" r:id="rId7"/>
    <p:sldId id="438" r:id="rId8"/>
    <p:sldId id="439" r:id="rId9"/>
    <p:sldId id="440" r:id="rId10"/>
    <p:sldId id="441" r:id="rId11"/>
    <p:sldId id="442" r:id="rId12"/>
    <p:sldId id="435" r:id="rId13"/>
    <p:sldId id="443" r:id="rId14"/>
    <p:sldId id="444" r:id="rId15"/>
    <p:sldId id="448" r:id="rId16"/>
    <p:sldId id="445" r:id="rId17"/>
    <p:sldId id="449" r:id="rId18"/>
    <p:sldId id="453" r:id="rId19"/>
    <p:sldId id="452" r:id="rId20"/>
    <p:sldId id="451" r:id="rId21"/>
    <p:sldId id="454" r:id="rId22"/>
    <p:sldId id="450" r:id="rId23"/>
    <p:sldId id="455" r:id="rId24"/>
    <p:sldId id="456" r:id="rId25"/>
    <p:sldId id="457" r:id="rId26"/>
    <p:sldId id="458" r:id="rId27"/>
    <p:sldId id="459" r:id="rId28"/>
    <p:sldId id="461" r:id="rId29"/>
    <p:sldId id="462" r:id="rId30"/>
    <p:sldId id="463" r:id="rId31"/>
    <p:sldId id="468" r:id="rId32"/>
    <p:sldId id="460" r:id="rId33"/>
    <p:sldId id="469" r:id="rId34"/>
    <p:sldId id="470" r:id="rId35"/>
    <p:sldId id="467" r:id="rId36"/>
    <p:sldId id="466" r:id="rId37"/>
    <p:sldId id="465" r:id="rId38"/>
    <p:sldId id="464" r:id="rId39"/>
    <p:sldId id="471" r:id="rId40"/>
    <p:sldId id="427" r:id="rId41"/>
  </p:sldIdLst>
  <p:sldSz cx="12192000" cy="6858000"/>
  <p:notesSz cx="6858000" cy="9144000"/>
  <p:custDataLst>
    <p:tags r:id="rId43"/>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9CB068E-0DAD-188A-5234-4F0D95AC1878}" name="卓雲 钱" initials="卓钱" userId="e9c72fbd0d489ef6"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247" autoAdjust="0"/>
    <p:restoredTop sz="96322"/>
  </p:normalViewPr>
  <p:slideViewPr>
    <p:cSldViewPr snapToGrid="0">
      <p:cViewPr varScale="1">
        <p:scale>
          <a:sx n="87" d="100"/>
          <a:sy n="87" d="100"/>
        </p:scale>
        <p:origin x="34" y="19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gs" Target="tags/tag1.xml"/><Relationship Id="rId48" Type="http://schemas.microsoft.com/office/2018/10/relationships/authors" Target="author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comments/modernComment_1B8_4B0F6DCA.xml><?xml version="1.0" encoding="utf-8"?>
<p188:cmLst xmlns:a="http://schemas.openxmlformats.org/drawingml/2006/main" xmlns:r="http://schemas.openxmlformats.org/officeDocument/2006/relationships" xmlns:p188="http://schemas.microsoft.com/office/powerpoint/2018/8/main">
  <p188:cm id="{3C631FCA-0E3A-49E3-BAA2-EA0E3B4EC41B}" authorId="{E9CB068E-0DAD-188A-5234-4F0D95AC1878}" created="2023-10-19T00:34:11.820">
    <pc:sldMkLst xmlns:pc="http://schemas.microsoft.com/office/powerpoint/2013/main/command">
      <pc:docMk/>
      <pc:sldMk cId="1259302346" sldId="440"/>
    </pc:sldMkLst>
    <p188:txBody>
      <a:bodyPr/>
      <a:lstStyle/>
      <a:p>
        <a:r>
          <a:rPr lang="zh-CN" altLang="en-US"/>
          <a:t>I found that I can merge the two functions into one without changing their function. Just change the value of offset to get the section header.</a:t>
        </a:r>
      </a:p>
    </p188:txBody>
  </p188:cm>
</p188:cmLst>
</file>

<file path=ppt/comments/modernComment_1C4_8B4E6349.xml><?xml version="1.0" encoding="utf-8"?>
<p188:cmLst xmlns:a="http://schemas.openxmlformats.org/drawingml/2006/main" xmlns:r="http://schemas.openxmlformats.org/officeDocument/2006/relationships" xmlns:p188="http://schemas.microsoft.com/office/powerpoint/2018/8/main">
  <p188:cm id="{646461DB-548E-4DB9-B111-47A080BC72E6}" authorId="{E9CB068E-0DAD-188A-5234-4F0D95AC1878}" created="2023-10-24T06:15:18.670">
    <pc:sldMkLst xmlns:pc="http://schemas.microsoft.com/office/powerpoint/2013/main/command">
      <pc:docMk/>
      <pc:sldMk cId="2337170249" sldId="452"/>
    </pc:sldMkLst>
    <p188:txBody>
      <a:bodyPr/>
      <a:lstStyle/>
      <a:p>
        <a:r>
          <a:rPr lang="zh-CN" altLang="en-US"/>
          <a:t>哈哈哈，这个我是写了64位的，然后截图的时候忘记截图截图截上去了。所以之前讨论的问题其实是错误的，如果用PIMAGE_THUNK_DATA64去解析32位程序的IAT表，会有问题很大问题。</a:t>
        </a:r>
      </a:p>
    </p188:txBody>
  </p188:cm>
</p188:cmLst>
</file>

<file path=ppt/comments/modernComment_1C5_81FB07F1.xml><?xml version="1.0" encoding="utf-8"?>
<p188:cmLst xmlns:a="http://schemas.openxmlformats.org/drawingml/2006/main" xmlns:r="http://schemas.openxmlformats.org/officeDocument/2006/relationships" xmlns:p188="http://schemas.microsoft.com/office/powerpoint/2018/8/main">
  <p188:cm id="{3C457A0C-4A25-4D2C-9E07-C3A24D30F08C}" authorId="{E9CB068E-0DAD-188A-5234-4F0D95AC1878}" created="2023-10-19T02:02:50.896">
    <pc:sldMkLst xmlns:pc="http://schemas.microsoft.com/office/powerpoint/2013/main/command">
      <pc:docMk/>
      <pc:sldMk cId="2180712433" sldId="453"/>
    </pc:sldMkLst>
    <p188:txBody>
      <a:bodyPr/>
      <a:lstStyle/>
      <a:p>
        <a:r>
          <a:rPr lang="zh-CN" altLang="en-US"/>
          <a:t>Have a problem the IMAGE_THUNK_DATA32 and 64</a:t>
        </a:r>
      </a:p>
    </p188:txBody>
  </p188:cm>
  <p188:cm id="{55825F98-2D19-4553-8DF4-AEC46B3046E1}" authorId="{E9CB068E-0DAD-188A-5234-4F0D95AC1878}" created="2023-10-19T02:12:01.769">
    <pc:sldMkLst xmlns:pc="http://schemas.microsoft.com/office/powerpoint/2013/main/command">
      <pc:docMk/>
      <pc:sldMk cId="2180712433" sldId="453"/>
    </pc:sldMkLst>
    <p188:txBody>
      <a:bodyPr/>
      <a:lstStyle/>
      <a:p>
        <a:r>
          <a:rPr lang="zh-CN" altLang="en-US"/>
          <a:t>Notice the ForwarderChain needs to know what it is!</a:t>
        </a:r>
      </a:p>
    </p188:txBody>
  </p188:cm>
</p188:cmLst>
</file>

<file path=ppt/comments/modernComment_1C7_B3D5452D.xml><?xml version="1.0" encoding="utf-8"?>
<p188:cmLst xmlns:a="http://schemas.openxmlformats.org/drawingml/2006/main" xmlns:r="http://schemas.openxmlformats.org/officeDocument/2006/relationships" xmlns:p188="http://schemas.microsoft.com/office/powerpoint/2018/8/main">
  <p188:cm id="{77B414F4-5BAD-4903-AFAE-D625B27B947C}" authorId="{E9CB068E-0DAD-188A-5234-4F0D95AC1878}" created="2023-10-19T02:21:29.410">
    <pc:sldMkLst xmlns:pc="http://schemas.microsoft.com/office/powerpoint/2013/main/command">
      <pc:docMk/>
      <pc:sldMk cId="3017098541" sldId="455"/>
    </pc:sldMkLst>
    <p188:txBody>
      <a:bodyPr/>
      <a:lstStyle/>
      <a:p>
        <a:r>
          <a:rPr lang="zh-CN" altLang="en-US"/>
          <a:t>The address of the bounded function I need to know. How to find the address of the function.</a:t>
        </a:r>
      </a:p>
    </p188:txBody>
  </p188:cm>
</p188:cmLst>
</file>

<file path=ppt/comments/modernComment_1C9_9D6E2E5E.xml><?xml version="1.0" encoding="utf-8"?>
<p188:cmLst xmlns:a="http://schemas.openxmlformats.org/drawingml/2006/main" xmlns:r="http://schemas.openxmlformats.org/officeDocument/2006/relationships" xmlns:p188="http://schemas.microsoft.com/office/powerpoint/2018/8/main">
  <p188:cm id="{5BA1791B-E389-4DE5-BB39-DE0EA91F4E65}" authorId="{E9CB068E-0DAD-188A-5234-4F0D95AC1878}" created="2023-10-19T02:41:56.524">
    <pc:sldMkLst xmlns:pc="http://schemas.microsoft.com/office/powerpoint/2013/main/command">
      <pc:docMk/>
      <pc:sldMk cId="2641243742" sldId="457"/>
    </pc:sldMkLst>
    <p188:txBody>
      <a:bodyPr/>
      <a:lstStyle/>
      <a:p>
        <a:r>
          <a:rPr lang="zh-CN" altLang="en-US"/>
          <a:t>每一层的资源分别代表什么，需要知道是啥回去看看！！！</a:t>
        </a:r>
      </a:p>
    </p188:txBody>
  </p188:cm>
</p188:cmLst>
</file>

<file path=ppt/comments/modernComment_1CA_C418DF72.xml><?xml version="1.0" encoding="utf-8"?>
<p188:cmLst xmlns:a="http://schemas.openxmlformats.org/drawingml/2006/main" xmlns:r="http://schemas.openxmlformats.org/officeDocument/2006/relationships" xmlns:p188="http://schemas.microsoft.com/office/powerpoint/2018/8/main">
  <p188:cm id="{D3E7639C-2CDA-4269-853D-D55C46CC129C}" authorId="{E9CB068E-0DAD-188A-5234-4F0D95AC1878}" created="2023-10-19T02:47:04.687">
    <pc:sldMkLst xmlns:pc="http://schemas.microsoft.com/office/powerpoint/2013/main/command">
      <pc:docMk/>
      <pc:sldMk cId="3289964402" sldId="458"/>
    </pc:sldMkLst>
    <p188:txBody>
      <a:bodyPr/>
      <a:lstStyle/>
      <a:p>
        <a:r>
          <a:rPr lang="zh-CN" altLang="en-US"/>
          <a:t>写一个dfs和一个bfs，对于这部分的parse</a:t>
        </a:r>
      </a:p>
    </p188:txBody>
  </p188:cm>
</p188:cmLst>
</file>

<file path=ppt/comments/modernComment_1D0_82116001.xml><?xml version="1.0" encoding="utf-8"?>
<p188:cmLst xmlns:a="http://schemas.openxmlformats.org/drawingml/2006/main" xmlns:r="http://schemas.openxmlformats.org/officeDocument/2006/relationships" xmlns:p188="http://schemas.microsoft.com/office/powerpoint/2018/8/main">
  <p188:cm id="{8B13B638-4822-433D-9E66-0B18D0DA3D67}" authorId="{E9CB068E-0DAD-188A-5234-4F0D95AC1878}" created="2023-10-18T14:38:15.495">
    <pc:sldMkLst xmlns:pc="http://schemas.microsoft.com/office/powerpoint/2013/main/command">
      <pc:docMk/>
      <pc:sldMk cId="2182176769" sldId="464"/>
    </pc:sldMkLst>
    <p188:txBody>
      <a:bodyPr/>
      <a:lstStyle/>
      <a:p>
        <a:r>
          <a:rPr lang="zh-CN" altLang="en-US"/>
          <a:t>I think I do not need to uninstall the program2.exe image, because I just change the context of the thread and will not execute the code in the program2.exe.</a:t>
        </a:r>
      </a:p>
    </p188:txBody>
  </p188:cm>
</p188:cmLst>
</file>

<file path=ppt/comments/modernComment_1D1_BD860C0C.xml><?xml version="1.0" encoding="utf-8"?>
<p188:cmLst xmlns:a="http://schemas.openxmlformats.org/drawingml/2006/main" xmlns:r="http://schemas.openxmlformats.org/officeDocument/2006/relationships" xmlns:p188="http://schemas.microsoft.com/office/powerpoint/2018/8/main">
  <p188:cm id="{2C2F28C3-AF6E-4490-B374-C6C2683433A5}" authorId="{E9CB068E-0DAD-188A-5234-4F0D95AC1878}" created="2023-10-18T14:25:30.022">
    <pc:sldMkLst xmlns:pc="http://schemas.microsoft.com/office/powerpoint/2013/main/command">
      <pc:docMk/>
      <pc:sldMk cId="3179678732" sldId="465"/>
    </pc:sldMkLst>
    <p188:txBody>
      <a:bodyPr/>
      <a:lstStyle/>
      <a:p>
        <a:r>
          <a:rPr lang="zh-CN" altLang="en-US"/>
          <a:t>The father process and child process use the same heap?
</a:t>
        </a:r>
      </a:p>
    </p188:txBody>
  </p188:cm>
</p188:cmLst>
</file>

<file path=ppt/comments/modernComment_1D2_579C0A7F.xml><?xml version="1.0" encoding="utf-8"?>
<p188:cmLst xmlns:a="http://schemas.openxmlformats.org/drawingml/2006/main" xmlns:r="http://schemas.openxmlformats.org/officeDocument/2006/relationships" xmlns:p188="http://schemas.microsoft.com/office/powerpoint/2018/8/main">
  <p188:cm id="{5D289FBD-A64E-4111-B28A-DA546AAE8600}" authorId="{E9CB068E-0DAD-188A-5234-4F0D95AC1878}" created="2023-10-18T14:15:43.852">
    <pc:sldMkLst xmlns:pc="http://schemas.microsoft.com/office/powerpoint/2013/main/command">
      <pc:docMk/>
      <pc:sldMk cId="1469844095" sldId="466"/>
    </pc:sldMkLst>
    <p188:replyLst>
      <p188:reply id="{D8A9C3C9-41C4-4968-B33B-2F10AD4D8F91}" authorId="{E9CB068E-0DAD-188A-5234-4F0D95AC1878}" created="2023-10-19T03:03:52.281">
        <p188:txBody>
          <a:bodyPr/>
          <a:lstStyle/>
          <a:p>
            <a:r>
              <a:rPr lang="zh-CN" altLang="en-US"/>
              <a:t>去找一下相关资料，找到64位情况下的imagebase和OEP</a:t>
            </a:r>
          </a:p>
        </p188:txBody>
      </p188:reply>
    </p188:replyLst>
    <p188:txBody>
      <a:bodyPr/>
      <a:lstStyle/>
      <a:p>
        <a:r>
          <a:rPr lang="zh-CN" altLang="en-US"/>
          <a:t>Notice: I have a question!!!It is as same as a question last week. The context stores the  main thread information in the suspended process , why the Ebx + 8 is the starting address of the program2.exe image in the suspended process. </a:t>
        </a:r>
      </a:p>
    </p188:txBody>
  </p188:cm>
</p188:cmLst>
</file>

<file path=ppt/comments/modernComment_1D6_6542CF2D.xml><?xml version="1.0" encoding="utf-8"?>
<p188:cmLst xmlns:a="http://schemas.openxmlformats.org/drawingml/2006/main" xmlns:r="http://schemas.openxmlformats.org/officeDocument/2006/relationships" xmlns:p188="http://schemas.microsoft.com/office/powerpoint/2018/8/main">
  <p188:cm id="{24760FB9-313A-4317-B39E-6C1F2B5BD6B8}" authorId="{E9CB068E-0DAD-188A-5234-4F0D95AC1878}" created="2023-10-18T13:40:35.763">
    <pc:sldMkLst xmlns:pc="http://schemas.microsoft.com/office/powerpoint/2013/main/command">
      <pc:docMk/>
      <pc:sldMk cId="1698877229" sldId="470"/>
    </pc:sldMkLst>
    <p188:txBody>
      <a:bodyPr/>
      <a:lstStyle/>
      <a:p>
        <a:r>
          <a:rPr lang="zh-CN" altLang="en-US"/>
          <a:t>Notice: I have a question in this page, two process have two different space and address started from zero?</a:t>
        </a:r>
      </a:p>
    </p188:txBody>
  </p188:cm>
</p188:cmLst>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0-18T00:53:36.227"/>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0-18T00:53:37.486"/>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0-18T00:53:36.227"/>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0-18T00:53:37.486"/>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0-18T00:53:36.227"/>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0-18T00:53:37.486"/>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0-18T00:54:16.245"/>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0-18T00:53:36.227"/>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0-18T00:53:37.486"/>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0-18T00:54:16.245"/>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0-18T00:53:36.227"/>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0-18T00:53:37.486"/>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0-18T00:54:16.245"/>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0-18T01:30:45.222"/>
    </inkml:context>
    <inkml:brush xml:id="br0">
      <inkml:brushProperty name="width" value="0.035" units="cm"/>
      <inkml:brushProperty name="height" value="0.035" units="cm"/>
      <inkml:brushProperty name="color" value="#E71224"/>
    </inkml:brush>
  </inkml:definitions>
  <inkml:trace contextRef="#ctx0" brushRef="#br0">1 229 24575,'0'16'0,"0"-1"0,1 0 0,0 0 0,1 1 0,1-1 0,1-1 0,6 20 0,32 66 0,25 71 0,-57-142 0,2-1 0,24 43 0,1 2 0,-25-48 0,2 0 0,0-1 0,1-1 0,2 0 0,0-1 0,32 30 0,-40-43 0,0 0 0,1-1 0,0-1 0,1 1 0,-1-2 0,2 1 0,12 5 0,114 36 0,-17-7 0,-104-36 0,0 0 0,1-1 0,18 2 0,-4-1 0,11 0 0,1-2 0,62-3 0,-52-1 0,54 6 0,335 7-5675,-291-14 4566,171 13 7893,306-2-6784,-393-10 0,651 1 0,-863-2 0,0 0 0,-1-2 0,27-6 0,-25 4 0,1 1 0,32-2 0,302 6 0,-179 2 0,317-19 0,-77 1 0,-375 15 0,70-14 0,-32 3 0,85-1 0,130 6 0,-193 10 0,-24-2 0,469-11 0,-382 6 0,-51 2 0,-77 0 0,77-15 0,40-21 0,-107 25 0,-18 4 0,61-29 0,-17 6 0,-32 17 0,2-1 0,0-2 0,83-47 0,2-27 0,-109 74 0,0-1 0,-1-1 0,25-32 0,-19 21 0,-16 18 0,18-24 0,-27 33 0,0 0 0,0-1 0,0 1 0,-1 0 0,0-1 0,0 1 0,-1-1 0,1 0 0,0-8 0,-1 5 0,-1 0 0,0 0 0,0 0 0,-3-13 0,2 18 0,0 0 0,0 1 0,0-1 0,0 0 0,-1 1 0,0-1 0,1 1 0,-1 0 0,-1 0 0,1-1 0,0 1 0,-1 1 0,-3-5 0,4 6 0,-18-18 0,-2 1 0,1 1 0,-33-19 0,13 14 0,-1 2 0,-1 2 0,0 1 0,-1 2 0,-89-16 0,-11 14 0,-72-18 0,181 31 0,0 1 0,0 1 0,-43 4 0,10-1 0,16 0 0,-14 0 0,-114-13 0,116 6 0,1 2 0,-69 5 0,36 1 0,-1862-2 0,1784-9 0,27 0 0,-50 10 0,-61-3 0,101-13 0,134 13 0,0-2 0,-32-8 0,35 6 0,0 1 0,-1 2 0,-31-3 0,-484 8 0,507-3 0,-32-6 0,-12-1 0,-404 5 0,256 5 0,85-3-888,-153 2-3877,150 7 5962,-54 2 3259,58-12-4456,-143 3 0,194 8 0,-17 0 0,-94 11 0,88-5 0,44-5 0,-69 19 0,30-5 0,0-7 0,75-12 0,-50 17 0,60-16-1365,2-2-5461</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0-18T01:30:52.549"/>
    </inkml:context>
    <inkml:brush xml:id="br0">
      <inkml:brushProperty name="width" value="0.035" units="cm"/>
      <inkml:brushProperty name="height" value="0.035" units="cm"/>
      <inkml:brushProperty name="color" value="#E71224"/>
    </inkml:brush>
  </inkml:definitions>
  <inkml:trace contextRef="#ctx0" brushRef="#br0">0 435 24575,'0'2'0,"0"41"0,2-1 0,7 47 0,-3-50 0,-1-8 0,1 0 0,1-1 0,21 57 0,-24-78 0,2 7 0,1 0 0,1 0 0,0-1 0,2 0 0,-1-1 0,17 19 0,-6-12 0,124 123 0,-134-136 0,1 1 0,0-2 0,1 1 0,-1-2 0,1 0 0,1 0 0,22 7 0,7-1 0,46 6 0,-30-7 0,201 41 0,-215-43 0,0-2 0,59 1 0,93-8 0,-100-2 0,436 20 0,-87-1 0,-97 6 0,-211-12 0,10 2-2826,153 33-1,-165-22 4711,1-5 1,183 1-1,-36-5-8668,-191-4 7551,258 16 5250,155-26-6017,350-3 0,-200-39 0,-101-43 0,-510 71 0,0-2 0,82-39 0,1-1 0,-95 40 0,0 0 0,58-41 0,-25 7 0,10-7 0,-54 42 0,-1 0 0,-1-2 0,33-33 0,42-62 0,-64 74 0,-19 21 0,0-2 0,-1 1 0,-1-2 0,-1 1 0,10-33 0,-4 14 0,-7 18 0,-1 0 0,0 0 0,-2 0 0,0-1 0,1-20 0,-4 31 0,-1-1 0,-1 0 0,1 0 0,-1 1 0,-1-1 0,0 1 0,0-1 0,-1 1 0,0 0 0,-1 0 0,1 0 0,-8-11 0,-6-5 0,-2 1 0,0 1 0,-1 1 0,-1 0 0,-2 1 0,0 2 0,-1 0 0,-43-25 0,39 26 0,0 1 0,-2 2 0,-56-22 0,-210-43 0,236 71 0,-106-5 0,133 13 0,-161 3 0,117 6 0,-29 1 0,42-5 0,-109 19 0,-1 2 0,-218-8 0,142-7 0,53 8 0,120-12 0,-95-6 0,-10 1 0,84 7 0,-45 1 0,41 0 0,67-4 0,-40 0 0,-642-6 0,694 2 0,1 2 0,-37 7 0,-12 3 0,-344-3 0,252-13 0,-682 4 0,797-4 0,-76-12 0,75 7 0,-69-2 0,-144-8 0,152 8 0,-446-15 0,496 22 0,-70-11 0,71 5 0,-75 0 0,117 9 0,-9 0 0,0 1 0,-32 5 0,50-4 0,-1 0 0,0 0 0,1 1 0,0 0 0,-1 1 0,1-1 0,1 2 0,-1-1 0,1 1 0,-10 8 0,-105 103 0,107-101 0,1 0 0,0 1 0,-20 31 0,20-26 0,-30 33 0,36-45 0,1 1 0,0 0 0,-9 16 0,9-13 0,-17 22 0,4-5 311,15-23-646,1-1-1,-1 1 1,0 0 0,-8 7 0,5-7-6491</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0-18T01:30:54.378"/>
    </inkml:context>
    <inkml:brush xml:id="br0">
      <inkml:brushProperty name="width" value="0.035" units="cm"/>
      <inkml:brushProperty name="height" value="0.035" units="cm"/>
      <inkml:brushProperty name="color" value="#E71224"/>
    </inkml:brush>
  </inkml:definitions>
  <inkml:trace contextRef="#ctx0" brushRef="#br0">0 83 24575,'0'-3'0,"0"-4"0,0-4 0,0-3 0,0-2 0,0-1 0,0 2-8191</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0-18T01:30:55.525"/>
    </inkml:context>
    <inkml:brush xml:id="br0">
      <inkml:brushProperty name="width" value="0.035" units="cm"/>
      <inkml:brushProperty name="height" value="0.035" units="cm"/>
      <inkml:brushProperty name="color" value="#E71224"/>
    </inkml:brush>
  </inkml:definitions>
  <inkml:trace contextRef="#ctx0" brushRef="#br0">0 1 24575,'3'0'0,"4"0"0,4 0 0,3 0 0,2 0 0,1 0 0,1 0 0,0 0 0,-3 0-8191</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0-18T01:30:56.298"/>
    </inkml:context>
    <inkml:brush xml:id="br0">
      <inkml:brushProperty name="width" value="0.035" units="cm"/>
      <inkml:brushProperty name="height" value="0.035" units="cm"/>
      <inkml:brushProperty name="color" value="#E71224"/>
    </inkml:brush>
  </inkml:definitions>
  <inkml:trace contextRef="#ctx0" brushRef="#br0">0 1 24575,'3'0'0,"4"3"0,4 4 0,-1 0-8191</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0-18T00:53:36.227"/>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0-18T00:53:37.486"/>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0-18T00:54:15.523"/>
    </inkml:context>
    <inkml:brush xml:id="br0">
      <inkml:brushProperty name="width" value="0.035" units="cm"/>
      <inkml:brushProperty name="height" value="0.035" units="cm"/>
      <inkml:brushProperty name="color" value="#E71224"/>
    </inkml:brush>
  </inkml:definitions>
  <inkml:trace contextRef="#ctx0" brushRef="#br0">544 697 24575,'305'11'0,"93"-2"0,-249-11 0,1325 2 0,-1417-3 0,103-19 0,-41 4 0,-68 13 0,-21 3 0,0-2 0,38-9 0,-4-1 0,-37 8 0,32-9 0,-52 12 0,1 0 0,-1 0 0,0 0 0,0-1 0,0 0 0,0-1 0,-1 1 0,10-10 0,-4 1 0,0 0 0,-1 0 0,-1-1 0,0-1 0,-1 0 0,0 0 0,10-28 0,-15 34 0,-1 0 0,-1 0 0,0 0 0,0-1 0,-1 1 0,0-1 0,0 1 0,-1-1 0,0 0 0,-1 1 0,0-1 0,-1 1 0,0-1 0,0 1 0,-7-15 0,5 15 0,-1 0 0,0 1 0,-1 0 0,0 0 0,0 0 0,-1 1 0,0 0 0,0 0 0,0 1 0,-1 0 0,-9-6 0,-5-1 0,-2 0 0,-45-19 0,33 20 0,0 2 0,-46-8 0,15 4 0,15 4 0,1 3 0,-58-1 0,1 0 0,-225 1 0,202 9 0,-394-2 0,377-9 0,20 1 0,-614 6 0,380 4 0,71-2 0,280 0 0,1 2 0,0-1 0,0 1 0,1 1 0,-1 0 0,0 0 0,1 1 0,0 0 0,0 0 0,-17 12 0,6-2 0,1 1 0,0 1 0,-23 24 0,35-32 0,0 1 0,0 1 0,0-1 0,1 1 0,1 0 0,0 0 0,0 1 0,1 0 0,0 0 0,1 0 0,-3 15 0,3-3 0,0 0 0,2 0 0,1 1 0,4 38 0,-4-60 0,1 0 0,-1 1 0,1-1 0,0 0 0,0 1 0,0-1 0,0 0 0,0 0 0,0 0 0,0 0 0,1 0 0,-1 0 0,1 0 0,0 0 0,-1 0 0,1-1 0,0 1 0,0-1 0,0 1 0,0-1 0,0 0 0,0 0 0,5 2 0,4 1 0,-1-1 0,1-1 0,22 4 0,-15-4 0,23 3 0,-28-4 0,0 0 0,0 1 0,20 7 0,-28-8 0,-1 1 0,0 0 0,0 0 0,0 0 0,-1 0 0,1 1 0,0 0 0,-1-1 0,0 1 0,0 1 0,0-1 0,0 0 0,0 1 0,4 6 0,-6-9 0,45 72 0,-39-64 0,0-1 0,0 0 0,1 0 0,0 0 0,17 10 0,-18-13 43,1 0 0,0-1-1,0 0 1,0-1 0,0 0-1,1 0 1,10 2 0,-3-3-470,0 0 0,0-1 1,18-1-1,-19-1-6399</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0-18T00:54:16.245"/>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0-18T00:53:36.227"/>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0-18T00:53:37.486"/>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0-18T00:54:16.245"/>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0-18T13:30:32.358"/>
    </inkml:context>
    <inkml:brush xml:id="br0">
      <inkml:brushProperty name="width" value="0.035" units="cm"/>
      <inkml:brushProperty name="height" value="0.035" units="cm"/>
      <inkml:brushProperty name="color" value="#E71224"/>
    </inkml:brush>
  </inkml:definitions>
  <inkml:trace contextRef="#ctx0" brushRef="#br0">1 104 24575,'8'1'0,"0"-1"0,-1 0 0,1-1 0,0 0 0,0 0 0,0 0 0,-1-1 0,1 0 0,-1-1 0,1 0 0,7-4 0,-9 4 0,1 0 0,-1 1 0,1 0 0,0 0 0,-1 0 0,1 1 0,14-1 0,51 3 0,-32 1 0,-22-2 0,1-1 0,0 0 0,36-8 0,-27 5 0,0 0 0,0 2 0,0 1 0,33 4 0,3-2 0,667-1 0,-718 1 0,0 1 0,23 4 0,-22-3 0,0 0 0,17 0 0,371-2 0,-195-2 0,454 1 0,-650 0 0,0 2 0,0-1 0,12 4 0,26 4 0,7-1 0,-40-4 0,0-2 0,17 2 0,-8-2 0,-1 1 0,39 10 0,-39-8 0,1 0 0,40 2 0,-40-5 0,37 7 0,-27-3 0,4 2 0,-25-5 0,0 0 0,23 1 0,177-4 0,-97-1 0,-104 1 0,0-2 0,24-4 0,-23 3 0,0 0 0,17 0 0,-16 2 0,30-7 0,-30 5 0,31-2 0,286 4 0,-159 2 0,-160 0 0,0 0 0,24 6 0,-23-4 0,0-1 0,17 2 0,371-3 0,-195-3 0,2524 2 0,-2713 1 0,-1 1 0,20 4 0,-18-2 0,30 1 0,364-4 0,-200-3 0,274 2 0,-474 1 0,0 1 0,23 4 0,-22-3 0,1 0 0,15 0 0,314-2 0,-165-2 0,-166 1 0,0 2 0,23 4 0,-22-2 0,1-2 0,15 1 0,42-3 0,30 0 0,-55 9 0,-34-6 0,0-1 0,19 2 0,311-4 0,-164-1 0,-166 0 0,0 0 0,23-6 0,-22 4 0,0 1 0,17-1 0,290 2 0,-154 2 0,-150-2 0,0-1 0,21-4 0,-19 3 0,29-3 0,53 7 0,41-2 0,-84-7 0,-36 4 0,37-1 0,-36 4 0,32-7 0,-33 4 0,34 0 0,-33 2 0,32-5 0,-32 3 0,34-1 0,-37 5 0,0 0 0,1-2 0,29-6 0,-37 6 0,1 0 0,18 0 0,-19 2 0,-1-1 0,0 0 0,17-5 0,-8 2 0,0 0 0,0 2 0,1 0 0,-1 1 0,27 3 0,48-2 0,-49-9 0,-34 6 0,0 1 0,19-1 0,-4 1 0,48-7 0,-51 6 0,26-1 0,-30 3 0,1-1 0,23-5 0,-16 3 0,-1 0 0,1 2 0,58 4 0,-23-1 0,406-1 0,-457 0 0,0-2 0,23-4 0,-22 3 0,0 0 0,17 0 0,371 2 0,-195 2 0,298-1 0,-492-1 0,0 0 0,23-6 0,-22 4 0,0 1 0,17-1 0,371 1 0,-195 4 0,-174-2 0,-7 1 0,0-1 0,0-2 0,44-7 0,-63 7 0,1 0 0,-1 1 0,0 0 0,0 0 0,12 1 0,-19 0 3,1 0 1,-1 0-1,0 0 0,0 0 0,0 0 1,0 0-1,0 0 0,0 0 0,0 0 0,0 0 1,0 0-1,0 0 0,1 0 0,-1 0 1,0 0-1,0 0 0,0 0 0,0 0 0,0 0 1,0 0-1,0 0 0,0 0 0,0 1 1,0-1-1,0 0 0,0 0 0,0 0 0,0 0 1,1 0-1,-1 0 0,0 0 0,0 0 1,0 0-1,0 0 0,0 1 0,0-1 0,0 0 1,0 0-1,0 0 0,0 0 0,0 0 1,0 0-1,0 0 0,0 0 0,0 0 0,0 0 1,0 1-1,0-1 0,-1 0 0,1 0 1,0 0-1,0 0 0,-5 6 168,-8 4-1878,3-3-5119</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0-18T13:30:35.832"/>
    </inkml:context>
    <inkml:brush xml:id="br0">
      <inkml:brushProperty name="width" value="0.035" units="cm"/>
      <inkml:brushProperty name="height" value="0.035" units="cm"/>
      <inkml:brushProperty name="color" value="#E71224"/>
    </inkml:brush>
  </inkml:definitions>
  <inkml:trace contextRef="#ctx0" brushRef="#br0">0 0 24575</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0-18T00:53:36.227"/>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0-18T00:53:37.486"/>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0-18T00:54:16.245"/>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0-18T00:53:36.227"/>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0-18T00:53:37.486"/>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0-18T00:54:16.245"/>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0-18T00:53:36.227"/>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0-18T00:53:37.486"/>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0-18T00:54:16.245"/>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0-18T00:53:36.227"/>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0-18T00:53:37.486"/>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0-18T00:54:16.245"/>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0-18T00:53:36.227"/>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0-18T00:53:37.486"/>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0-18T00:54:16.245"/>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0-18T00:53:36.227"/>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0-18T00:53:37.486"/>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0-18T00:54:16.245"/>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1A6D457-D595-D74A-B943-9BE89BF18156}" type="datetimeFigureOut">
              <a:rPr lang="en-US" smtClean="0"/>
              <a:t>10/24/2023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A9FDB8-D5FC-364C-AEB4-B7B45138951E}"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23020B4-C4F0-47FB-9EF6-DA1D8CA35CE4}" type="slidenum">
              <a:rPr lang="zh-CN" altLang="en-US" smtClean="0"/>
              <a:t>1</a:t>
            </a:fld>
            <a:endParaRPr lang="zh-CN" altLang="en-US"/>
          </a:p>
        </p:txBody>
      </p:sp>
    </p:spTree>
    <p:extLst>
      <p:ext uri="{BB962C8B-B14F-4D97-AF65-F5344CB8AC3E}">
        <p14:creationId xmlns:p14="http://schemas.microsoft.com/office/powerpoint/2010/main" val="2852081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23020B4-C4F0-47FB-9EF6-DA1D8CA35CE4}"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23020B4-C4F0-47FB-9EF6-DA1D8CA35CE4}" type="slidenum">
              <a:rPr lang="zh-CN" altLang="en-US" smtClean="0"/>
              <a:t>3</a:t>
            </a:fld>
            <a:endParaRPr lang="zh-CN" altLang="en-US"/>
          </a:p>
        </p:txBody>
      </p:sp>
    </p:spTree>
    <p:extLst>
      <p:ext uri="{BB962C8B-B14F-4D97-AF65-F5344CB8AC3E}">
        <p14:creationId xmlns:p14="http://schemas.microsoft.com/office/powerpoint/2010/main" val="20120795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23020B4-C4F0-47FB-9EF6-DA1D8CA35CE4}" type="slidenum">
              <a:rPr lang="zh-CN" altLang="en-US" smtClean="0"/>
              <a:t>4</a:t>
            </a:fld>
            <a:endParaRPr lang="zh-CN" altLang="en-US"/>
          </a:p>
        </p:txBody>
      </p:sp>
    </p:spTree>
    <p:extLst>
      <p:ext uri="{BB962C8B-B14F-4D97-AF65-F5344CB8AC3E}">
        <p14:creationId xmlns:p14="http://schemas.microsoft.com/office/powerpoint/2010/main" val="29579499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23020B4-C4F0-47FB-9EF6-DA1D8CA35CE4}" type="slidenum">
              <a:rPr lang="zh-CN" altLang="en-US" smtClean="0"/>
              <a:t>5</a:t>
            </a:fld>
            <a:endParaRPr lang="zh-CN" altLang="en-US"/>
          </a:p>
        </p:txBody>
      </p:sp>
    </p:spTree>
    <p:extLst>
      <p:ext uri="{BB962C8B-B14F-4D97-AF65-F5344CB8AC3E}">
        <p14:creationId xmlns:p14="http://schemas.microsoft.com/office/powerpoint/2010/main" val="2897901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23020B4-C4F0-47FB-9EF6-DA1D8CA35CE4}" type="slidenum">
              <a:rPr lang="zh-CN" altLang="en-US" smtClean="0"/>
              <a:t>6</a:t>
            </a:fld>
            <a:endParaRPr lang="zh-CN" altLang="en-US"/>
          </a:p>
        </p:txBody>
      </p:sp>
    </p:spTree>
    <p:extLst>
      <p:ext uri="{BB962C8B-B14F-4D97-AF65-F5344CB8AC3E}">
        <p14:creationId xmlns:p14="http://schemas.microsoft.com/office/powerpoint/2010/main" val="33125359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23020B4-C4F0-47FB-9EF6-DA1D8CA35CE4}" type="slidenum">
              <a:rPr lang="zh-CN" altLang="en-US" smtClean="0"/>
              <a:t>7</a:t>
            </a:fld>
            <a:endParaRPr lang="zh-CN" altLang="en-US"/>
          </a:p>
        </p:txBody>
      </p:sp>
    </p:spTree>
    <p:extLst>
      <p:ext uri="{BB962C8B-B14F-4D97-AF65-F5344CB8AC3E}">
        <p14:creationId xmlns:p14="http://schemas.microsoft.com/office/powerpoint/2010/main" val="30679595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23020B4-C4F0-47FB-9EF6-DA1D8CA35CE4}" type="slidenum">
              <a:rPr lang="zh-CN" altLang="en-US" smtClean="0"/>
              <a:t>8</a:t>
            </a:fld>
            <a:endParaRPr lang="zh-CN" altLang="en-US"/>
          </a:p>
        </p:txBody>
      </p:sp>
    </p:spTree>
    <p:extLst>
      <p:ext uri="{BB962C8B-B14F-4D97-AF65-F5344CB8AC3E}">
        <p14:creationId xmlns:p14="http://schemas.microsoft.com/office/powerpoint/2010/main" val="26864424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23020B4-C4F0-47FB-9EF6-DA1D8CA35CE4}" type="slidenum">
              <a:rPr lang="zh-CN" altLang="en-US" smtClean="0"/>
              <a:t>9</a:t>
            </a:fld>
            <a:endParaRPr lang="zh-CN" altLang="en-US"/>
          </a:p>
        </p:txBody>
      </p:sp>
    </p:spTree>
    <p:extLst>
      <p:ext uri="{BB962C8B-B14F-4D97-AF65-F5344CB8AC3E}">
        <p14:creationId xmlns:p14="http://schemas.microsoft.com/office/powerpoint/2010/main" val="24824669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23020B4-C4F0-47FB-9EF6-DA1D8CA35CE4}" type="slidenum">
              <a:rPr lang="zh-CN" altLang="en-US" smtClean="0"/>
              <a:t>10</a:t>
            </a:fld>
            <a:endParaRPr lang="zh-CN" altLang="en-US"/>
          </a:p>
        </p:txBody>
      </p:sp>
    </p:spTree>
    <p:extLst>
      <p:ext uri="{BB962C8B-B14F-4D97-AF65-F5344CB8AC3E}">
        <p14:creationId xmlns:p14="http://schemas.microsoft.com/office/powerpoint/2010/main" val="12698060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23020B4-C4F0-47FB-9EF6-DA1D8CA35CE4}" type="slidenum">
              <a:rPr lang="zh-CN" altLang="en-US" smtClean="0"/>
              <a:t>11</a:t>
            </a:fld>
            <a:endParaRPr lang="zh-CN" altLang="en-US"/>
          </a:p>
        </p:txBody>
      </p:sp>
    </p:spTree>
    <p:extLst>
      <p:ext uri="{BB962C8B-B14F-4D97-AF65-F5344CB8AC3E}">
        <p14:creationId xmlns:p14="http://schemas.microsoft.com/office/powerpoint/2010/main" val="171751059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23020B4-C4F0-47FB-9EF6-DA1D8CA35CE4}" type="slidenum">
              <a:rPr lang="zh-CN" altLang="en-US" smtClean="0"/>
              <a:t>12</a:t>
            </a:fld>
            <a:endParaRPr lang="zh-CN" altLang="en-US"/>
          </a:p>
        </p:txBody>
      </p:sp>
    </p:spTree>
    <p:extLst>
      <p:ext uri="{BB962C8B-B14F-4D97-AF65-F5344CB8AC3E}">
        <p14:creationId xmlns:p14="http://schemas.microsoft.com/office/powerpoint/2010/main" val="58940187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23020B4-C4F0-47FB-9EF6-DA1D8CA35CE4}" type="slidenum">
              <a:rPr lang="zh-CN" altLang="en-US" smtClean="0"/>
              <a:t>13</a:t>
            </a:fld>
            <a:endParaRPr lang="zh-CN" altLang="en-US"/>
          </a:p>
        </p:txBody>
      </p:sp>
    </p:spTree>
    <p:extLst>
      <p:ext uri="{BB962C8B-B14F-4D97-AF65-F5344CB8AC3E}">
        <p14:creationId xmlns:p14="http://schemas.microsoft.com/office/powerpoint/2010/main" val="337732086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23020B4-C4F0-47FB-9EF6-DA1D8CA35CE4}" type="slidenum">
              <a:rPr lang="zh-CN" altLang="en-US" smtClean="0"/>
              <a:t>14</a:t>
            </a:fld>
            <a:endParaRPr lang="zh-CN" altLang="en-US"/>
          </a:p>
        </p:txBody>
      </p:sp>
    </p:spTree>
    <p:extLst>
      <p:ext uri="{BB962C8B-B14F-4D97-AF65-F5344CB8AC3E}">
        <p14:creationId xmlns:p14="http://schemas.microsoft.com/office/powerpoint/2010/main" val="263676784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23020B4-C4F0-47FB-9EF6-DA1D8CA35CE4}" type="slidenum">
              <a:rPr lang="zh-CN" altLang="en-US" smtClean="0"/>
              <a:t>15</a:t>
            </a:fld>
            <a:endParaRPr lang="zh-CN" altLang="en-US"/>
          </a:p>
        </p:txBody>
      </p:sp>
    </p:spTree>
    <p:extLst>
      <p:ext uri="{BB962C8B-B14F-4D97-AF65-F5344CB8AC3E}">
        <p14:creationId xmlns:p14="http://schemas.microsoft.com/office/powerpoint/2010/main" val="202202420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23020B4-C4F0-47FB-9EF6-DA1D8CA35CE4}" type="slidenum">
              <a:rPr lang="zh-CN" altLang="en-US" smtClean="0"/>
              <a:t>16</a:t>
            </a:fld>
            <a:endParaRPr lang="zh-CN" altLang="en-US"/>
          </a:p>
        </p:txBody>
      </p:sp>
    </p:spTree>
    <p:extLst>
      <p:ext uri="{BB962C8B-B14F-4D97-AF65-F5344CB8AC3E}">
        <p14:creationId xmlns:p14="http://schemas.microsoft.com/office/powerpoint/2010/main" val="227860825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23020B4-C4F0-47FB-9EF6-DA1D8CA35CE4}" type="slidenum">
              <a:rPr lang="zh-CN" altLang="en-US" smtClean="0"/>
              <a:t>17</a:t>
            </a:fld>
            <a:endParaRPr lang="zh-CN" altLang="en-US"/>
          </a:p>
        </p:txBody>
      </p:sp>
    </p:spTree>
    <p:extLst>
      <p:ext uri="{BB962C8B-B14F-4D97-AF65-F5344CB8AC3E}">
        <p14:creationId xmlns:p14="http://schemas.microsoft.com/office/powerpoint/2010/main" val="56545213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23020B4-C4F0-47FB-9EF6-DA1D8CA35CE4}" type="slidenum">
              <a:rPr lang="zh-CN" altLang="en-US" smtClean="0"/>
              <a:t>18</a:t>
            </a:fld>
            <a:endParaRPr lang="zh-CN" altLang="en-US"/>
          </a:p>
        </p:txBody>
      </p:sp>
    </p:spTree>
    <p:extLst>
      <p:ext uri="{BB962C8B-B14F-4D97-AF65-F5344CB8AC3E}">
        <p14:creationId xmlns:p14="http://schemas.microsoft.com/office/powerpoint/2010/main" val="19649583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23020B4-C4F0-47FB-9EF6-DA1D8CA35CE4}" type="slidenum">
              <a:rPr lang="zh-CN" altLang="en-US" smtClean="0"/>
              <a:t>19</a:t>
            </a:fld>
            <a:endParaRPr lang="zh-CN" altLang="en-US"/>
          </a:p>
        </p:txBody>
      </p:sp>
    </p:spTree>
    <p:extLst>
      <p:ext uri="{BB962C8B-B14F-4D97-AF65-F5344CB8AC3E}">
        <p14:creationId xmlns:p14="http://schemas.microsoft.com/office/powerpoint/2010/main" val="404878012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23020B4-C4F0-47FB-9EF6-DA1D8CA35CE4}" type="slidenum">
              <a:rPr lang="zh-CN" altLang="en-US" smtClean="0"/>
              <a:t>20</a:t>
            </a:fld>
            <a:endParaRPr lang="zh-CN" altLang="en-US"/>
          </a:p>
        </p:txBody>
      </p:sp>
    </p:spTree>
    <p:extLst>
      <p:ext uri="{BB962C8B-B14F-4D97-AF65-F5344CB8AC3E}">
        <p14:creationId xmlns:p14="http://schemas.microsoft.com/office/powerpoint/2010/main" val="79803294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23020B4-C4F0-47FB-9EF6-DA1D8CA35CE4}" type="slidenum">
              <a:rPr lang="zh-CN" altLang="en-US" smtClean="0"/>
              <a:t>21</a:t>
            </a:fld>
            <a:endParaRPr lang="zh-CN" altLang="en-US"/>
          </a:p>
        </p:txBody>
      </p:sp>
    </p:spTree>
    <p:extLst>
      <p:ext uri="{BB962C8B-B14F-4D97-AF65-F5344CB8AC3E}">
        <p14:creationId xmlns:p14="http://schemas.microsoft.com/office/powerpoint/2010/main" val="230930055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23020B4-C4F0-47FB-9EF6-DA1D8CA35CE4}" type="slidenum">
              <a:rPr lang="zh-CN" altLang="en-US" smtClean="0"/>
              <a:t>22</a:t>
            </a:fld>
            <a:endParaRPr lang="zh-CN" altLang="en-US"/>
          </a:p>
        </p:txBody>
      </p:sp>
    </p:spTree>
    <p:extLst>
      <p:ext uri="{BB962C8B-B14F-4D97-AF65-F5344CB8AC3E}">
        <p14:creationId xmlns:p14="http://schemas.microsoft.com/office/powerpoint/2010/main" val="254321196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23020B4-C4F0-47FB-9EF6-DA1D8CA35CE4}" type="slidenum">
              <a:rPr lang="zh-CN" altLang="en-US" smtClean="0"/>
              <a:t>23</a:t>
            </a:fld>
            <a:endParaRPr lang="zh-CN" altLang="en-US"/>
          </a:p>
        </p:txBody>
      </p:sp>
    </p:spTree>
    <p:extLst>
      <p:ext uri="{BB962C8B-B14F-4D97-AF65-F5344CB8AC3E}">
        <p14:creationId xmlns:p14="http://schemas.microsoft.com/office/powerpoint/2010/main" val="417666641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23020B4-C4F0-47FB-9EF6-DA1D8CA35CE4}" type="slidenum">
              <a:rPr lang="zh-CN" altLang="en-US" smtClean="0"/>
              <a:t>24</a:t>
            </a:fld>
            <a:endParaRPr lang="zh-CN" altLang="en-US"/>
          </a:p>
        </p:txBody>
      </p:sp>
    </p:spTree>
    <p:extLst>
      <p:ext uri="{BB962C8B-B14F-4D97-AF65-F5344CB8AC3E}">
        <p14:creationId xmlns:p14="http://schemas.microsoft.com/office/powerpoint/2010/main" val="363997064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23020B4-C4F0-47FB-9EF6-DA1D8CA35CE4}" type="slidenum">
              <a:rPr lang="zh-CN" altLang="en-US" smtClean="0"/>
              <a:t>25</a:t>
            </a:fld>
            <a:endParaRPr lang="zh-CN" altLang="en-US"/>
          </a:p>
        </p:txBody>
      </p:sp>
    </p:spTree>
    <p:extLst>
      <p:ext uri="{BB962C8B-B14F-4D97-AF65-F5344CB8AC3E}">
        <p14:creationId xmlns:p14="http://schemas.microsoft.com/office/powerpoint/2010/main" val="207863919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23020B4-C4F0-47FB-9EF6-DA1D8CA35CE4}" type="slidenum">
              <a:rPr lang="zh-CN" altLang="en-US" smtClean="0"/>
              <a:t>26</a:t>
            </a:fld>
            <a:endParaRPr lang="zh-CN" altLang="en-US"/>
          </a:p>
        </p:txBody>
      </p:sp>
    </p:spTree>
    <p:extLst>
      <p:ext uri="{BB962C8B-B14F-4D97-AF65-F5344CB8AC3E}">
        <p14:creationId xmlns:p14="http://schemas.microsoft.com/office/powerpoint/2010/main" val="142480193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23020B4-C4F0-47FB-9EF6-DA1D8CA35CE4}" type="slidenum">
              <a:rPr lang="zh-CN" altLang="en-US" smtClean="0"/>
              <a:t>27</a:t>
            </a:fld>
            <a:endParaRPr lang="zh-CN" altLang="en-US"/>
          </a:p>
        </p:txBody>
      </p:sp>
    </p:spTree>
    <p:extLst>
      <p:ext uri="{BB962C8B-B14F-4D97-AF65-F5344CB8AC3E}">
        <p14:creationId xmlns:p14="http://schemas.microsoft.com/office/powerpoint/2010/main" val="228540396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23020B4-C4F0-47FB-9EF6-DA1D8CA35CE4}" type="slidenum">
              <a:rPr lang="zh-CN" altLang="en-US" smtClean="0"/>
              <a:t>28</a:t>
            </a:fld>
            <a:endParaRPr lang="zh-CN" altLang="en-US"/>
          </a:p>
        </p:txBody>
      </p:sp>
    </p:spTree>
    <p:extLst>
      <p:ext uri="{BB962C8B-B14F-4D97-AF65-F5344CB8AC3E}">
        <p14:creationId xmlns:p14="http://schemas.microsoft.com/office/powerpoint/2010/main" val="312751500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23020B4-C4F0-47FB-9EF6-DA1D8CA35CE4}" type="slidenum">
              <a:rPr lang="zh-CN" altLang="en-US" smtClean="0"/>
              <a:t>29</a:t>
            </a:fld>
            <a:endParaRPr lang="zh-CN" altLang="en-US"/>
          </a:p>
        </p:txBody>
      </p:sp>
    </p:spTree>
    <p:extLst>
      <p:ext uri="{BB962C8B-B14F-4D97-AF65-F5344CB8AC3E}">
        <p14:creationId xmlns:p14="http://schemas.microsoft.com/office/powerpoint/2010/main" val="536282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23020B4-C4F0-47FB-9EF6-DA1D8CA35CE4}" type="slidenum">
              <a:rPr lang="zh-CN" altLang="en-US" smtClean="0"/>
              <a:t>30</a:t>
            </a:fld>
            <a:endParaRPr lang="zh-CN" altLang="en-US"/>
          </a:p>
        </p:txBody>
      </p:sp>
    </p:spTree>
    <p:extLst>
      <p:ext uri="{BB962C8B-B14F-4D97-AF65-F5344CB8AC3E}">
        <p14:creationId xmlns:p14="http://schemas.microsoft.com/office/powerpoint/2010/main" val="311467310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23020B4-C4F0-47FB-9EF6-DA1D8CA35CE4}" type="slidenum">
              <a:rPr lang="zh-CN" altLang="en-US" smtClean="0"/>
              <a:t>31</a:t>
            </a:fld>
            <a:endParaRPr lang="zh-CN" altLang="en-US"/>
          </a:p>
        </p:txBody>
      </p:sp>
    </p:spTree>
    <p:extLst>
      <p:ext uri="{BB962C8B-B14F-4D97-AF65-F5344CB8AC3E}">
        <p14:creationId xmlns:p14="http://schemas.microsoft.com/office/powerpoint/2010/main" val="37976488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23020B4-C4F0-47FB-9EF6-DA1D8CA35CE4}" type="slidenum">
              <a:rPr lang="zh-CN" altLang="en-US" smtClean="0"/>
              <a:t>32</a:t>
            </a:fld>
            <a:endParaRPr lang="zh-CN" altLang="en-US"/>
          </a:p>
        </p:txBody>
      </p:sp>
    </p:spTree>
    <p:extLst>
      <p:ext uri="{BB962C8B-B14F-4D97-AF65-F5344CB8AC3E}">
        <p14:creationId xmlns:p14="http://schemas.microsoft.com/office/powerpoint/2010/main" val="335706815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23020B4-C4F0-47FB-9EF6-DA1D8CA35CE4}" type="slidenum">
              <a:rPr lang="zh-CN" altLang="en-US" smtClean="0"/>
              <a:t>33</a:t>
            </a:fld>
            <a:endParaRPr lang="zh-CN" altLang="en-US"/>
          </a:p>
        </p:txBody>
      </p:sp>
    </p:spTree>
    <p:extLst>
      <p:ext uri="{BB962C8B-B14F-4D97-AF65-F5344CB8AC3E}">
        <p14:creationId xmlns:p14="http://schemas.microsoft.com/office/powerpoint/2010/main" val="388395618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23020B4-C4F0-47FB-9EF6-DA1D8CA35CE4}" type="slidenum">
              <a:rPr lang="zh-CN" altLang="en-US" smtClean="0"/>
              <a:t>34</a:t>
            </a:fld>
            <a:endParaRPr lang="zh-CN" altLang="en-US"/>
          </a:p>
        </p:txBody>
      </p:sp>
    </p:spTree>
    <p:extLst>
      <p:ext uri="{BB962C8B-B14F-4D97-AF65-F5344CB8AC3E}">
        <p14:creationId xmlns:p14="http://schemas.microsoft.com/office/powerpoint/2010/main" val="117278710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23020B4-C4F0-47FB-9EF6-DA1D8CA35CE4}" type="slidenum">
              <a:rPr lang="zh-CN" altLang="en-US" smtClean="0"/>
              <a:t>35</a:t>
            </a:fld>
            <a:endParaRPr lang="zh-CN" altLang="en-US"/>
          </a:p>
        </p:txBody>
      </p:sp>
    </p:spTree>
    <p:extLst>
      <p:ext uri="{BB962C8B-B14F-4D97-AF65-F5344CB8AC3E}">
        <p14:creationId xmlns:p14="http://schemas.microsoft.com/office/powerpoint/2010/main" val="180815354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23020B4-C4F0-47FB-9EF6-DA1D8CA35CE4}" type="slidenum">
              <a:rPr lang="zh-CN" altLang="en-US" smtClean="0"/>
              <a:t>36</a:t>
            </a:fld>
            <a:endParaRPr lang="zh-CN" altLang="en-US"/>
          </a:p>
        </p:txBody>
      </p:sp>
    </p:spTree>
    <p:extLst>
      <p:ext uri="{BB962C8B-B14F-4D97-AF65-F5344CB8AC3E}">
        <p14:creationId xmlns:p14="http://schemas.microsoft.com/office/powerpoint/2010/main" val="427942705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23020B4-C4F0-47FB-9EF6-DA1D8CA35CE4}" type="slidenum">
              <a:rPr lang="zh-CN" altLang="en-US" smtClean="0"/>
              <a:t>37</a:t>
            </a:fld>
            <a:endParaRPr lang="zh-CN" altLang="en-US"/>
          </a:p>
        </p:txBody>
      </p:sp>
    </p:spTree>
    <p:extLst>
      <p:ext uri="{BB962C8B-B14F-4D97-AF65-F5344CB8AC3E}">
        <p14:creationId xmlns:p14="http://schemas.microsoft.com/office/powerpoint/2010/main" val="266751093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23020B4-C4F0-47FB-9EF6-DA1D8CA35CE4}" type="slidenum">
              <a:rPr lang="zh-CN" altLang="en-US" smtClean="0"/>
              <a:t>38</a:t>
            </a:fld>
            <a:endParaRPr lang="zh-CN" altLang="en-US"/>
          </a:p>
        </p:txBody>
      </p:sp>
    </p:spTree>
    <p:extLst>
      <p:ext uri="{BB962C8B-B14F-4D97-AF65-F5344CB8AC3E}">
        <p14:creationId xmlns:p14="http://schemas.microsoft.com/office/powerpoint/2010/main" val="24892381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23020B4-C4F0-47FB-9EF6-DA1D8CA35CE4}" type="slidenum">
              <a:rPr lang="zh-CN" altLang="en-US" smtClean="0"/>
              <a:t>39</a:t>
            </a:fld>
            <a:endParaRPr lang="zh-CN" altLang="en-US"/>
          </a:p>
        </p:txBody>
      </p:sp>
    </p:spTree>
    <p:extLst>
      <p:ext uri="{BB962C8B-B14F-4D97-AF65-F5344CB8AC3E}">
        <p14:creationId xmlns:p14="http://schemas.microsoft.com/office/powerpoint/2010/main" val="241684689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23020B4-C4F0-47FB-9EF6-DA1D8CA35CE4}" type="slidenum">
              <a:rPr lang="zh-CN" altLang="en-US" smtClean="0"/>
              <a:t>40</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E9974146-AD47-D54A-ADAE-EACD76BE342A}" type="datetimeFigureOut">
              <a:rPr lang="en-US" smtClean="0"/>
              <a:t>10/24/2023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2251F9-74DE-384F-8BBE-4068C9F07240}"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9974146-AD47-D54A-ADAE-EACD76BE342A}" type="datetimeFigureOut">
              <a:rPr lang="en-US" smtClean="0"/>
              <a:t>10/24/2023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2251F9-74DE-384F-8BBE-4068C9F07240}"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9974146-AD47-D54A-ADAE-EACD76BE342A}" type="datetimeFigureOut">
              <a:rPr lang="en-US" smtClean="0"/>
              <a:t>10/24/2023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2251F9-74DE-384F-8BBE-4068C9F07240}"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9974146-AD47-D54A-ADAE-EACD76BE342A}" type="datetimeFigureOut">
              <a:rPr lang="en-US" smtClean="0"/>
              <a:t>10/24/2023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82251F9-74DE-384F-8BBE-4068C9F07240}"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E9974146-AD47-D54A-ADAE-EACD76BE342A}" type="datetimeFigureOut">
              <a:rPr lang="en-US" smtClean="0"/>
              <a:t>10/24/2023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82251F9-74DE-384F-8BBE-4068C9F07240}"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E9974146-AD47-D54A-ADAE-EACD76BE342A}" type="datetimeFigureOut">
              <a:rPr lang="en-US" smtClean="0"/>
              <a:t>10/24/2023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82251F9-74DE-384F-8BBE-4068C9F07240}"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9974146-AD47-D54A-ADAE-EACD76BE342A}" type="datetimeFigureOut">
              <a:rPr lang="en-US" smtClean="0"/>
              <a:t>10/24/2023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82251F9-74DE-384F-8BBE-4068C9F07240}"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9974146-AD47-D54A-ADAE-EACD76BE342A}" type="datetimeFigureOut">
              <a:rPr lang="en-US" smtClean="0"/>
              <a:t>10/24/2023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82251F9-74DE-384F-8BBE-4068C9F07240}"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9974146-AD47-D54A-ADAE-EACD76BE342A}" type="datetimeFigureOut">
              <a:rPr lang="en-US" smtClean="0"/>
              <a:t>10/24/2023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82251F9-74DE-384F-8BBE-4068C9F07240}"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9974146-AD47-D54A-ADAE-EACD76BE342A}" type="datetimeFigureOut">
              <a:rPr lang="en-US" smtClean="0"/>
              <a:t>10/24/2023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2251F9-74DE-384F-8BBE-4068C9F07240}"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9974146-AD47-D54A-ADAE-EACD76BE342A}" type="datetimeFigureOut">
              <a:rPr lang="en-US" smtClean="0"/>
              <a:t>10/24/2023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2251F9-74DE-384F-8BBE-4068C9F07240}"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内容页">
    <p:spTree>
      <p:nvGrpSpPr>
        <p:cNvPr id="1" name=""/>
        <p:cNvGrpSpPr/>
        <p:nvPr/>
      </p:nvGrpSpPr>
      <p:grpSpPr>
        <a:xfrm>
          <a:off x="0" y="0"/>
          <a:ext cx="0" cy="0"/>
          <a:chOff x="0" y="0"/>
          <a:chExt cx="0" cy="0"/>
        </a:xfrm>
      </p:grpSpPr>
      <p:grpSp>
        <p:nvGrpSpPr>
          <p:cNvPr id="5" name="组合 4"/>
          <p:cNvGrpSpPr/>
          <p:nvPr userDrawn="1"/>
        </p:nvGrpSpPr>
        <p:grpSpPr>
          <a:xfrm flipV="1">
            <a:off x="0" y="6487888"/>
            <a:ext cx="12192000" cy="370112"/>
            <a:chOff x="0" y="-40730"/>
            <a:chExt cx="12192000" cy="370112"/>
          </a:xfrm>
        </p:grpSpPr>
        <p:sp>
          <p:nvSpPr>
            <p:cNvPr id="6" name="矩形 5"/>
            <p:cNvSpPr/>
            <p:nvPr userDrawn="1"/>
          </p:nvSpPr>
          <p:spPr>
            <a:xfrm>
              <a:off x="0" y="-40730"/>
              <a:ext cx="12192000" cy="37011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R" panose="00020600040101010101" pitchFamily="18" charset="-122"/>
              </a:endParaRPr>
            </a:p>
          </p:txBody>
        </p:sp>
        <p:sp>
          <p:nvSpPr>
            <p:cNvPr id="7" name="矩形 6"/>
            <p:cNvSpPr/>
            <p:nvPr userDrawn="1"/>
          </p:nvSpPr>
          <p:spPr>
            <a:xfrm>
              <a:off x="0" y="-40730"/>
              <a:ext cx="12192000" cy="285614"/>
            </a:xfrm>
            <a:prstGeom prst="rect">
              <a:avLst/>
            </a:prstGeom>
            <a:solidFill>
              <a:srgbClr val="005C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R" panose="00020600040101010101" pitchFamily="18" charset="-122"/>
              </a:endParaRPr>
            </a:p>
          </p:txBody>
        </p:sp>
      </p:grpSp>
      <p:sp>
        <p:nvSpPr>
          <p:cNvPr id="96" name="菱形 95"/>
          <p:cNvSpPr/>
          <p:nvPr userDrawn="1"/>
        </p:nvSpPr>
        <p:spPr>
          <a:xfrm>
            <a:off x="600451" y="370197"/>
            <a:ext cx="372167" cy="372166"/>
          </a:xfrm>
          <a:prstGeom prst="diamond">
            <a:avLst/>
          </a:prstGeom>
          <a:solidFill>
            <a:schemeClr val="bg1">
              <a:lumMod val="85000"/>
            </a:schemeClr>
          </a:solidFill>
          <a:ln w="19050">
            <a:solidFill>
              <a:srgbClr val="005CA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R" panose="00020600040101010101" pitchFamily="18" charset="-122"/>
            </a:endParaRPr>
          </a:p>
        </p:txBody>
      </p:sp>
      <p:sp>
        <p:nvSpPr>
          <p:cNvPr id="97" name="菱形 96"/>
          <p:cNvSpPr/>
          <p:nvPr userDrawn="1"/>
        </p:nvSpPr>
        <p:spPr>
          <a:xfrm>
            <a:off x="356797" y="312627"/>
            <a:ext cx="487308" cy="487307"/>
          </a:xfrm>
          <a:prstGeom prst="diamond">
            <a:avLst/>
          </a:prstGeom>
          <a:solidFill>
            <a:srgbClr val="005CA2"/>
          </a:solidFill>
          <a:ln>
            <a:solidFill>
              <a:srgbClr val="004E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R" panose="00020600040101010101" pitchFamily="18" charset="-122"/>
            </a:endParaRPr>
          </a:p>
        </p:txBody>
      </p:sp>
      <p:sp>
        <p:nvSpPr>
          <p:cNvPr id="3" name="内容占位符 2"/>
          <p:cNvSpPr>
            <a:spLocks noGrp="1"/>
          </p:cNvSpPr>
          <p:nvPr>
            <p:ph sz="quarter" idx="10" hasCustomPrompt="1"/>
          </p:nvPr>
        </p:nvSpPr>
        <p:spPr>
          <a:xfrm>
            <a:off x="1078230" y="357505"/>
            <a:ext cx="5685155" cy="441960"/>
          </a:xfrm>
          <a:prstGeom prst="rect">
            <a:avLst/>
          </a:prstGeom>
        </p:spPr>
        <p:txBody>
          <a:bodyPr/>
          <a:lstStyle>
            <a:lvl1pPr marL="0" indent="0">
              <a:buNone/>
              <a:defRPr b="1">
                <a:solidFill>
                  <a:srgbClr val="005CA2"/>
                </a:solidFill>
                <a:latin typeface="微软雅黑" panose="020B0503020204020204" charset="-122"/>
                <a:ea typeface="微软雅黑" panose="020B0503020204020204" charset="-122"/>
              </a:defRPr>
            </a:lvl1pPr>
            <a:lvl2pPr marL="457200" indent="0">
              <a:buNone/>
              <a:defRPr b="1">
                <a:solidFill>
                  <a:schemeClr val="accent1"/>
                </a:solidFill>
                <a:latin typeface="+mj-ea"/>
                <a:ea typeface="+mj-ea"/>
              </a:defRPr>
            </a:lvl2pPr>
          </a:lstStyle>
          <a:p>
            <a:pPr lvl="0"/>
            <a:r>
              <a:rPr lang="zh-CN" altLang="en-US" dirty="0"/>
              <a:t>编辑母版文本样式</a:t>
            </a:r>
          </a:p>
        </p:txBody>
      </p:sp>
    </p:spTree>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974146-AD47-D54A-ADAE-EACD76BE342A}" type="datetimeFigureOut">
              <a:rPr lang="en-US" smtClean="0"/>
              <a:t>10/24/2023</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82251F9-74DE-384F-8BBE-4068C9F07240}"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4.xml"/><Relationship Id="rId2" Type="http://schemas.openxmlformats.org/officeDocument/2006/relationships/tags" Target="../tags/tag3.xml"/><Relationship Id="rId1" Type="http://schemas.openxmlformats.org/officeDocument/2006/relationships/tags" Target="../tags/tag2.xml"/><Relationship Id="rId5" Type="http://schemas.openxmlformats.org/officeDocument/2006/relationships/notesSlide" Target="../notesSlides/notesSlide1.xml"/><Relationship Id="rId4"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tags" Target="../tags/tag5.xml"/><Relationship Id="rId5" Type="http://schemas.openxmlformats.org/officeDocument/2006/relationships/notesSlide" Target="../notesSlides/notesSlide2.xml"/><Relationship Id="rId4"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tags" Target="../tags/tag10.xml"/><Relationship Id="rId2" Type="http://schemas.openxmlformats.org/officeDocument/2006/relationships/tags" Target="../tags/tag9.xml"/><Relationship Id="rId1" Type="http://schemas.openxmlformats.org/officeDocument/2006/relationships/tags" Target="../tags/tag8.xml"/><Relationship Id="rId5" Type="http://schemas.openxmlformats.org/officeDocument/2006/relationships/notesSlide" Target="../notesSlides/notesSlide3.xml"/><Relationship Id="rId4"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tags" Target="../tags/tag13.xml"/><Relationship Id="rId7" Type="http://schemas.openxmlformats.org/officeDocument/2006/relationships/image" Target="../media/image2.png"/><Relationship Id="rId2" Type="http://schemas.openxmlformats.org/officeDocument/2006/relationships/tags" Target="../tags/tag12.xml"/><Relationship Id="rId1" Type="http://schemas.openxmlformats.org/officeDocument/2006/relationships/tags" Target="../tags/tag11.xml"/><Relationship Id="rId6" Type="http://schemas.openxmlformats.org/officeDocument/2006/relationships/image" Target="../media/image1.png"/><Relationship Id="rId5" Type="http://schemas.openxmlformats.org/officeDocument/2006/relationships/notesSlide" Target="../notesSlides/notesSlide4.xml"/><Relationship Id="rId4"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tags" Target="../tags/tag16.xml"/><Relationship Id="rId7" Type="http://schemas.openxmlformats.org/officeDocument/2006/relationships/image" Target="../media/image3.png"/><Relationship Id="rId2" Type="http://schemas.openxmlformats.org/officeDocument/2006/relationships/tags" Target="../tags/tag15.xml"/><Relationship Id="rId1" Type="http://schemas.openxmlformats.org/officeDocument/2006/relationships/tags" Target="../tags/tag14.xml"/><Relationship Id="rId6" Type="http://schemas.openxmlformats.org/officeDocument/2006/relationships/hyperlink" Target="https://github.com/QXinHan/csci-591-fall2023-private/tree/main/project1" TargetMode="External"/><Relationship Id="rId5" Type="http://schemas.openxmlformats.org/officeDocument/2006/relationships/notesSlide" Target="../notesSlides/notesSlide5.xml"/><Relationship Id="rId4"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tags" Target="../tags/tag19.xml"/><Relationship Id="rId2" Type="http://schemas.openxmlformats.org/officeDocument/2006/relationships/tags" Target="../tags/tag18.xml"/><Relationship Id="rId1" Type="http://schemas.openxmlformats.org/officeDocument/2006/relationships/tags" Target="../tags/tag17.xml"/><Relationship Id="rId6" Type="http://schemas.openxmlformats.org/officeDocument/2006/relationships/image" Target="../media/image4.png"/><Relationship Id="rId5" Type="http://schemas.openxmlformats.org/officeDocument/2006/relationships/notesSlide" Target="../notesSlides/notesSlide6.xml"/><Relationship Id="rId4"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tags" Target="../tags/tag22.xml"/><Relationship Id="rId2" Type="http://schemas.openxmlformats.org/officeDocument/2006/relationships/tags" Target="../tags/tag21.xml"/><Relationship Id="rId1" Type="http://schemas.openxmlformats.org/officeDocument/2006/relationships/tags" Target="../tags/tag20.xml"/><Relationship Id="rId6" Type="http://schemas.openxmlformats.org/officeDocument/2006/relationships/image" Target="../media/image5.png"/><Relationship Id="rId5" Type="http://schemas.openxmlformats.org/officeDocument/2006/relationships/notesSlide" Target="../notesSlides/notesSlide7.xml"/><Relationship Id="rId4"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tags" Target="../tags/tag25.xml"/><Relationship Id="rId2" Type="http://schemas.openxmlformats.org/officeDocument/2006/relationships/tags" Target="../tags/tag24.xml"/><Relationship Id="rId1" Type="http://schemas.openxmlformats.org/officeDocument/2006/relationships/tags" Target="../tags/tag23.xml"/><Relationship Id="rId6" Type="http://schemas.openxmlformats.org/officeDocument/2006/relationships/image" Target="../media/image6.png"/><Relationship Id="rId5" Type="http://schemas.openxmlformats.org/officeDocument/2006/relationships/notesSlide" Target="../notesSlides/notesSlide8.xml"/><Relationship Id="rId4"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tags" Target="../tags/tag28.xml"/><Relationship Id="rId7" Type="http://schemas.openxmlformats.org/officeDocument/2006/relationships/image" Target="../media/image7.png"/><Relationship Id="rId2" Type="http://schemas.openxmlformats.org/officeDocument/2006/relationships/tags" Target="../tags/tag27.xml"/><Relationship Id="rId1" Type="http://schemas.openxmlformats.org/officeDocument/2006/relationships/tags" Target="../tags/tag26.xml"/><Relationship Id="rId6" Type="http://schemas.microsoft.com/office/2018/10/relationships/comments" Target="../comments/modernComment_1B8_4B0F6DCA.xml"/><Relationship Id="rId5" Type="http://schemas.openxmlformats.org/officeDocument/2006/relationships/notesSlide" Target="../notesSlides/notesSlide9.xml"/><Relationship Id="rId4"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tags" Target="../tags/tag31.xml"/><Relationship Id="rId7" Type="http://schemas.openxmlformats.org/officeDocument/2006/relationships/image" Target="../media/image9.png"/><Relationship Id="rId2" Type="http://schemas.openxmlformats.org/officeDocument/2006/relationships/tags" Target="../tags/tag30.xml"/><Relationship Id="rId1" Type="http://schemas.openxmlformats.org/officeDocument/2006/relationships/tags" Target="../tags/tag29.xml"/><Relationship Id="rId6" Type="http://schemas.openxmlformats.org/officeDocument/2006/relationships/image" Target="../media/image8.png"/><Relationship Id="rId5" Type="http://schemas.openxmlformats.org/officeDocument/2006/relationships/notesSlide" Target="../notesSlides/notesSlide10.xml"/><Relationship Id="rId4"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tags" Target="../tags/tag34.xml"/><Relationship Id="rId7" Type="http://schemas.openxmlformats.org/officeDocument/2006/relationships/image" Target="../media/image12.png"/><Relationship Id="rId2" Type="http://schemas.openxmlformats.org/officeDocument/2006/relationships/tags" Target="../tags/tag33.xml"/><Relationship Id="rId1" Type="http://schemas.openxmlformats.org/officeDocument/2006/relationships/tags" Target="../tags/tag32.xml"/><Relationship Id="rId6" Type="http://schemas.openxmlformats.org/officeDocument/2006/relationships/image" Target="../media/image11.png"/><Relationship Id="rId5" Type="http://schemas.openxmlformats.org/officeDocument/2006/relationships/notesSlide" Target="../notesSlides/notesSlide11.xml"/><Relationship Id="rId4"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tags" Target="../tags/tag37.xml"/><Relationship Id="rId2" Type="http://schemas.openxmlformats.org/officeDocument/2006/relationships/tags" Target="../tags/tag36.xml"/><Relationship Id="rId1" Type="http://schemas.openxmlformats.org/officeDocument/2006/relationships/tags" Target="../tags/tag35.xml"/><Relationship Id="rId6" Type="http://schemas.openxmlformats.org/officeDocument/2006/relationships/image" Target="../media/image14.png"/><Relationship Id="rId5" Type="http://schemas.openxmlformats.org/officeDocument/2006/relationships/notesSlide" Target="../notesSlides/notesSlide12.xml"/><Relationship Id="rId4"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tags" Target="../tags/tag40.xml"/><Relationship Id="rId7" Type="http://schemas.openxmlformats.org/officeDocument/2006/relationships/image" Target="../media/image16.png"/><Relationship Id="rId2" Type="http://schemas.openxmlformats.org/officeDocument/2006/relationships/tags" Target="../tags/tag39.xml"/><Relationship Id="rId1" Type="http://schemas.openxmlformats.org/officeDocument/2006/relationships/tags" Target="../tags/tag38.xml"/><Relationship Id="rId6" Type="http://schemas.openxmlformats.org/officeDocument/2006/relationships/image" Target="../media/image15.png"/><Relationship Id="rId5" Type="http://schemas.openxmlformats.org/officeDocument/2006/relationships/notesSlide" Target="../notesSlides/notesSlide13.xml"/><Relationship Id="rId4"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tags" Target="../tags/tag43.xml"/><Relationship Id="rId7" Type="http://schemas.openxmlformats.org/officeDocument/2006/relationships/image" Target="../media/image17.png"/><Relationship Id="rId2" Type="http://schemas.openxmlformats.org/officeDocument/2006/relationships/tags" Target="../tags/tag42.xml"/><Relationship Id="rId1" Type="http://schemas.openxmlformats.org/officeDocument/2006/relationships/tags" Target="../tags/tag41.xml"/><Relationship Id="rId6" Type="http://schemas.openxmlformats.org/officeDocument/2006/relationships/hyperlink" Target="https://github.com/QXinHan/csci-591-fall2023-private/tree/main/project2" TargetMode="External"/><Relationship Id="rId5" Type="http://schemas.openxmlformats.org/officeDocument/2006/relationships/notesSlide" Target="../notesSlides/notesSlide14.xml"/><Relationship Id="rId4"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tags" Target="../tags/tag46.xml"/><Relationship Id="rId2" Type="http://schemas.openxmlformats.org/officeDocument/2006/relationships/tags" Target="../tags/tag45.xml"/><Relationship Id="rId1" Type="http://schemas.openxmlformats.org/officeDocument/2006/relationships/tags" Target="../tags/tag44.xml"/><Relationship Id="rId6" Type="http://schemas.openxmlformats.org/officeDocument/2006/relationships/image" Target="../media/image18.png"/><Relationship Id="rId5" Type="http://schemas.openxmlformats.org/officeDocument/2006/relationships/notesSlide" Target="../notesSlides/notesSlide15.xml"/><Relationship Id="rId4"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tags" Target="../tags/tag47.xml"/><Relationship Id="rId6" Type="http://schemas.openxmlformats.org/officeDocument/2006/relationships/image" Target="../media/image19.png"/><Relationship Id="rId5" Type="http://schemas.openxmlformats.org/officeDocument/2006/relationships/notesSlide" Target="../notesSlides/notesSlide16.xml"/><Relationship Id="rId4"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tags" Target="../tags/tag52.xml"/><Relationship Id="rId2" Type="http://schemas.openxmlformats.org/officeDocument/2006/relationships/tags" Target="../tags/tag51.xml"/><Relationship Id="rId1" Type="http://schemas.openxmlformats.org/officeDocument/2006/relationships/tags" Target="../tags/tag50.xml"/><Relationship Id="rId6" Type="http://schemas.openxmlformats.org/officeDocument/2006/relationships/image" Target="../media/image20.png"/><Relationship Id="rId5" Type="http://schemas.openxmlformats.org/officeDocument/2006/relationships/notesSlide" Target="../notesSlides/notesSlide17.xml"/><Relationship Id="rId4"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tags" Target="../tags/tag55.xml"/><Relationship Id="rId7" Type="http://schemas.openxmlformats.org/officeDocument/2006/relationships/image" Target="../media/image21.png"/><Relationship Id="rId2" Type="http://schemas.openxmlformats.org/officeDocument/2006/relationships/tags" Target="../tags/tag54.xml"/><Relationship Id="rId1" Type="http://schemas.openxmlformats.org/officeDocument/2006/relationships/tags" Target="../tags/tag53.xml"/><Relationship Id="rId6" Type="http://schemas.microsoft.com/office/2018/10/relationships/comments" Target="../comments/modernComment_1C5_81FB07F1.xml"/><Relationship Id="rId5" Type="http://schemas.openxmlformats.org/officeDocument/2006/relationships/notesSlide" Target="../notesSlides/notesSlide18.xml"/><Relationship Id="rId4"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tags" Target="../tags/tag58.xml"/><Relationship Id="rId7" Type="http://schemas.openxmlformats.org/officeDocument/2006/relationships/image" Target="../media/image23.png"/><Relationship Id="rId2" Type="http://schemas.openxmlformats.org/officeDocument/2006/relationships/tags" Target="../tags/tag57.xml"/><Relationship Id="rId1" Type="http://schemas.openxmlformats.org/officeDocument/2006/relationships/tags" Target="../tags/tag56.xml"/><Relationship Id="rId6" Type="http://schemas.microsoft.com/office/2018/10/relationships/comments" Target="../comments/modernComment_1C4_8B4E6349.xml"/><Relationship Id="rId5" Type="http://schemas.openxmlformats.org/officeDocument/2006/relationships/notesSlide" Target="../notesSlides/notesSlide19.xml"/><Relationship Id="rId4"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tags" Target="../tags/tag61.xml"/><Relationship Id="rId2" Type="http://schemas.openxmlformats.org/officeDocument/2006/relationships/tags" Target="../tags/tag60.xml"/><Relationship Id="rId1" Type="http://schemas.openxmlformats.org/officeDocument/2006/relationships/tags" Target="../tags/tag59.xml"/><Relationship Id="rId6" Type="http://schemas.openxmlformats.org/officeDocument/2006/relationships/image" Target="../media/image24.png"/><Relationship Id="rId5" Type="http://schemas.openxmlformats.org/officeDocument/2006/relationships/notesSlide" Target="../notesSlides/notesSlide20.xml"/><Relationship Id="rId4"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tags" Target="../tags/tag64.xml"/><Relationship Id="rId7" Type="http://schemas.openxmlformats.org/officeDocument/2006/relationships/image" Target="../media/image25.png"/><Relationship Id="rId2" Type="http://schemas.openxmlformats.org/officeDocument/2006/relationships/tags" Target="../tags/tag63.xml"/><Relationship Id="rId1" Type="http://schemas.openxmlformats.org/officeDocument/2006/relationships/tags" Target="../tags/tag62.xml"/><Relationship Id="rId6" Type="http://schemas.openxmlformats.org/officeDocument/2006/relationships/hyperlink" Target="https://blog.csdn.net/qq_39805477/article/details/121008468" TargetMode="External"/><Relationship Id="rId5" Type="http://schemas.openxmlformats.org/officeDocument/2006/relationships/notesSlide" Target="../notesSlides/notesSlide21.xml"/><Relationship Id="rId4"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tags" Target="../tags/tag67.xml"/><Relationship Id="rId2" Type="http://schemas.openxmlformats.org/officeDocument/2006/relationships/tags" Target="../tags/tag66.xml"/><Relationship Id="rId1" Type="http://schemas.openxmlformats.org/officeDocument/2006/relationships/tags" Target="../tags/tag65.xml"/><Relationship Id="rId6" Type="http://schemas.openxmlformats.org/officeDocument/2006/relationships/image" Target="../media/image27.png"/><Relationship Id="rId5" Type="http://schemas.openxmlformats.org/officeDocument/2006/relationships/notesSlide" Target="../notesSlides/notesSlide22.xml"/><Relationship Id="rId4"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tags" Target="../tags/tag70.xml"/><Relationship Id="rId7" Type="http://schemas.openxmlformats.org/officeDocument/2006/relationships/image" Target="../media/image28.png"/><Relationship Id="rId2" Type="http://schemas.openxmlformats.org/officeDocument/2006/relationships/tags" Target="../tags/tag69.xml"/><Relationship Id="rId1" Type="http://schemas.openxmlformats.org/officeDocument/2006/relationships/tags" Target="../tags/tag68.xml"/><Relationship Id="rId6" Type="http://schemas.microsoft.com/office/2018/10/relationships/comments" Target="../comments/modernComment_1C7_B3D5452D.xml"/><Relationship Id="rId5" Type="http://schemas.openxmlformats.org/officeDocument/2006/relationships/notesSlide" Target="../notesSlides/notesSlide23.xml"/><Relationship Id="rId4"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tags" Target="../tags/tag73.xml"/><Relationship Id="rId7" Type="http://schemas.openxmlformats.org/officeDocument/2006/relationships/image" Target="../media/image30.png"/><Relationship Id="rId2" Type="http://schemas.openxmlformats.org/officeDocument/2006/relationships/tags" Target="../tags/tag72.xml"/><Relationship Id="rId1" Type="http://schemas.openxmlformats.org/officeDocument/2006/relationships/tags" Target="../tags/tag71.xml"/><Relationship Id="rId6" Type="http://schemas.openxmlformats.org/officeDocument/2006/relationships/image" Target="../media/image29.png"/><Relationship Id="rId5" Type="http://schemas.openxmlformats.org/officeDocument/2006/relationships/notesSlide" Target="../notesSlides/notesSlide24.xml"/><Relationship Id="rId4"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tags" Target="../tags/tag76.xml"/><Relationship Id="rId7" Type="http://schemas.openxmlformats.org/officeDocument/2006/relationships/image" Target="../media/image31.png"/><Relationship Id="rId2" Type="http://schemas.openxmlformats.org/officeDocument/2006/relationships/tags" Target="../tags/tag75.xml"/><Relationship Id="rId1" Type="http://schemas.openxmlformats.org/officeDocument/2006/relationships/tags" Target="../tags/tag74.xml"/><Relationship Id="rId6" Type="http://schemas.microsoft.com/office/2018/10/relationships/comments" Target="../comments/modernComment_1C9_9D6E2E5E.xml"/><Relationship Id="rId5" Type="http://schemas.openxmlformats.org/officeDocument/2006/relationships/notesSlide" Target="../notesSlides/notesSlide25.xml"/><Relationship Id="rId4"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12.xml"/><Relationship Id="rId7" Type="http://schemas.openxmlformats.org/officeDocument/2006/relationships/image" Target="../media/image34.png"/><Relationship Id="rId2" Type="http://schemas.openxmlformats.org/officeDocument/2006/relationships/tags" Target="../tags/tag78.xml"/><Relationship Id="rId1" Type="http://schemas.openxmlformats.org/officeDocument/2006/relationships/tags" Target="../tags/tag77.xml"/><Relationship Id="rId6" Type="http://schemas.openxmlformats.org/officeDocument/2006/relationships/image" Target="../media/image33.png"/><Relationship Id="rId5" Type="http://schemas.microsoft.com/office/2018/10/relationships/comments" Target="../comments/modernComment_1CA_C418DF72.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tags" Target="../tags/tag81.xml"/><Relationship Id="rId7" Type="http://schemas.openxmlformats.org/officeDocument/2006/relationships/customXml" Target="../ink/ink1.xml"/><Relationship Id="rId2" Type="http://schemas.openxmlformats.org/officeDocument/2006/relationships/tags" Target="../tags/tag80.xml"/><Relationship Id="rId1" Type="http://schemas.openxmlformats.org/officeDocument/2006/relationships/tags" Target="../tags/tag79.xml"/><Relationship Id="rId6" Type="http://schemas.openxmlformats.org/officeDocument/2006/relationships/hyperlink" Target="https://fangtian-zhong.github.io/project3.html" TargetMode="External"/><Relationship Id="rId5" Type="http://schemas.openxmlformats.org/officeDocument/2006/relationships/notesSlide" Target="../notesSlides/notesSlide27.xml"/><Relationship Id="rId4" Type="http://schemas.openxmlformats.org/officeDocument/2006/relationships/slideLayout" Target="../slideLayouts/slideLayout12.xml"/><Relationship Id="rId9" Type="http://schemas.openxmlformats.org/officeDocument/2006/relationships/customXml" Target="../ink/ink2.xml"/></Relationships>
</file>

<file path=ppt/slides/_rels/slide28.xml.rels><?xml version="1.0" encoding="UTF-8" standalone="yes"?>
<Relationships xmlns="http://schemas.openxmlformats.org/package/2006/relationships"><Relationship Id="rId8" Type="http://schemas.openxmlformats.org/officeDocument/2006/relationships/customXml" Target="../ink/ink4.xml"/><Relationship Id="rId3" Type="http://schemas.openxmlformats.org/officeDocument/2006/relationships/tags" Target="../tags/tag84.xml"/><Relationship Id="rId7" Type="http://schemas.openxmlformats.org/officeDocument/2006/relationships/image" Target="../media/image36.png"/><Relationship Id="rId2" Type="http://schemas.openxmlformats.org/officeDocument/2006/relationships/tags" Target="../tags/tag83.xml"/><Relationship Id="rId1" Type="http://schemas.openxmlformats.org/officeDocument/2006/relationships/tags" Target="../tags/tag82.xml"/><Relationship Id="rId6" Type="http://schemas.openxmlformats.org/officeDocument/2006/relationships/customXml" Target="../ink/ink3.xml"/><Relationship Id="rId5" Type="http://schemas.openxmlformats.org/officeDocument/2006/relationships/notesSlide" Target="../notesSlides/notesSlide28.xml"/><Relationship Id="rId4"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8" Type="http://schemas.openxmlformats.org/officeDocument/2006/relationships/customXml" Target="../ink/ink6.xml"/><Relationship Id="rId3" Type="http://schemas.openxmlformats.org/officeDocument/2006/relationships/tags" Target="../tags/tag87.xml"/><Relationship Id="rId7" Type="http://schemas.openxmlformats.org/officeDocument/2006/relationships/image" Target="../media/image36.png"/><Relationship Id="rId2" Type="http://schemas.openxmlformats.org/officeDocument/2006/relationships/tags" Target="../tags/tag86.xml"/><Relationship Id="rId1" Type="http://schemas.openxmlformats.org/officeDocument/2006/relationships/tags" Target="../tags/tag85.xml"/><Relationship Id="rId6" Type="http://schemas.openxmlformats.org/officeDocument/2006/relationships/customXml" Target="../ink/ink5.xml"/><Relationship Id="rId5" Type="http://schemas.openxmlformats.org/officeDocument/2006/relationships/notesSlide" Target="../notesSlides/notesSlide29.xml"/><Relationship Id="rId10" Type="http://schemas.openxmlformats.org/officeDocument/2006/relationships/image" Target="../media/image35.png"/><Relationship Id="rId4" Type="http://schemas.openxmlformats.org/officeDocument/2006/relationships/slideLayout" Target="../slideLayouts/slideLayout12.xml"/><Relationship Id="rId9" Type="http://schemas.openxmlformats.org/officeDocument/2006/relationships/customXml" Target="../ink/ink7.xml"/></Relationships>
</file>

<file path=ppt/slides/_rels/slide30.xml.rels><?xml version="1.0" encoding="UTF-8" standalone="yes"?>
<Relationships xmlns="http://schemas.openxmlformats.org/package/2006/relationships"><Relationship Id="rId8" Type="http://schemas.openxmlformats.org/officeDocument/2006/relationships/customXml" Target="../ink/ink9.xml"/><Relationship Id="rId3" Type="http://schemas.openxmlformats.org/officeDocument/2006/relationships/tags" Target="../tags/tag90.xml"/><Relationship Id="rId7" Type="http://schemas.openxmlformats.org/officeDocument/2006/relationships/image" Target="../media/image36.png"/><Relationship Id="rId2" Type="http://schemas.openxmlformats.org/officeDocument/2006/relationships/tags" Target="../tags/tag89.xml"/><Relationship Id="rId1" Type="http://schemas.openxmlformats.org/officeDocument/2006/relationships/tags" Target="../tags/tag88.xml"/><Relationship Id="rId6" Type="http://schemas.openxmlformats.org/officeDocument/2006/relationships/customXml" Target="../ink/ink8.xml"/><Relationship Id="rId5" Type="http://schemas.openxmlformats.org/officeDocument/2006/relationships/notesSlide" Target="../notesSlides/notesSlide30.xml"/><Relationship Id="rId10" Type="http://schemas.openxmlformats.org/officeDocument/2006/relationships/image" Target="../media/image37.png"/><Relationship Id="rId4" Type="http://schemas.openxmlformats.org/officeDocument/2006/relationships/slideLayout" Target="../slideLayouts/slideLayout12.xml"/><Relationship Id="rId9" Type="http://schemas.openxmlformats.org/officeDocument/2006/relationships/customXml" Target="../ink/ink10.xml"/></Relationships>
</file>

<file path=ppt/slides/_rels/slide31.xml.rels><?xml version="1.0" encoding="UTF-8" standalone="yes"?>
<Relationships xmlns="http://schemas.openxmlformats.org/package/2006/relationships"><Relationship Id="rId8" Type="http://schemas.openxmlformats.org/officeDocument/2006/relationships/customXml" Target="../ink/ink12.xml"/><Relationship Id="rId13" Type="http://schemas.openxmlformats.org/officeDocument/2006/relationships/customXml" Target="../ink/ink15.xml"/><Relationship Id="rId18" Type="http://schemas.openxmlformats.org/officeDocument/2006/relationships/image" Target="../media/image45.png"/><Relationship Id="rId3" Type="http://schemas.openxmlformats.org/officeDocument/2006/relationships/tags" Target="../tags/tag93.xml"/><Relationship Id="rId21" Type="http://schemas.openxmlformats.org/officeDocument/2006/relationships/oleObject" Target="../embeddings/oleObject1.bin"/><Relationship Id="rId7" Type="http://schemas.openxmlformats.org/officeDocument/2006/relationships/image" Target="../media/image36.png"/><Relationship Id="rId12" Type="http://schemas.openxmlformats.org/officeDocument/2006/relationships/image" Target="../media/image42.png"/><Relationship Id="rId17" Type="http://schemas.openxmlformats.org/officeDocument/2006/relationships/customXml" Target="../ink/ink17.xml"/><Relationship Id="rId2" Type="http://schemas.openxmlformats.org/officeDocument/2006/relationships/tags" Target="../tags/tag92.xml"/><Relationship Id="rId16" Type="http://schemas.openxmlformats.org/officeDocument/2006/relationships/image" Target="../media/image44.png"/><Relationship Id="rId20" Type="http://schemas.openxmlformats.org/officeDocument/2006/relationships/image" Target="../media/image46.png"/><Relationship Id="rId1" Type="http://schemas.openxmlformats.org/officeDocument/2006/relationships/tags" Target="../tags/tag91.xml"/><Relationship Id="rId6" Type="http://schemas.openxmlformats.org/officeDocument/2006/relationships/customXml" Target="../ink/ink11.xml"/><Relationship Id="rId11" Type="http://schemas.openxmlformats.org/officeDocument/2006/relationships/customXml" Target="../ink/ink14.xml"/><Relationship Id="rId5" Type="http://schemas.openxmlformats.org/officeDocument/2006/relationships/notesSlide" Target="../notesSlides/notesSlide31.xml"/><Relationship Id="rId15" Type="http://schemas.openxmlformats.org/officeDocument/2006/relationships/customXml" Target="../ink/ink16.xml"/><Relationship Id="rId10" Type="http://schemas.openxmlformats.org/officeDocument/2006/relationships/image" Target="../media/image38.png"/><Relationship Id="rId19" Type="http://schemas.openxmlformats.org/officeDocument/2006/relationships/customXml" Target="../ink/ink18.xml"/><Relationship Id="rId4" Type="http://schemas.openxmlformats.org/officeDocument/2006/relationships/slideLayout" Target="../slideLayouts/slideLayout12.xml"/><Relationship Id="rId9" Type="http://schemas.openxmlformats.org/officeDocument/2006/relationships/customXml" Target="../ink/ink13.xml"/><Relationship Id="rId14" Type="http://schemas.openxmlformats.org/officeDocument/2006/relationships/image" Target="../media/image43.png"/><Relationship Id="rId22" Type="http://schemas.openxmlformats.org/officeDocument/2006/relationships/image" Target="../media/image39.wmf"/></Relationships>
</file>

<file path=ppt/slides/_rels/slide32.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tags" Target="../tags/tag96.xml"/><Relationship Id="rId7" Type="http://schemas.openxmlformats.org/officeDocument/2006/relationships/customXml" Target="../ink/ink19.xml"/><Relationship Id="rId12" Type="http://schemas.openxmlformats.org/officeDocument/2006/relationships/customXml" Target="../ink/ink22.xml"/><Relationship Id="rId2" Type="http://schemas.openxmlformats.org/officeDocument/2006/relationships/tags" Target="../tags/tag95.xml"/><Relationship Id="rId1" Type="http://schemas.openxmlformats.org/officeDocument/2006/relationships/tags" Target="../tags/tag94.xml"/><Relationship Id="rId6" Type="http://schemas.openxmlformats.org/officeDocument/2006/relationships/image" Target="../media/image40.png"/><Relationship Id="rId11" Type="http://schemas.openxmlformats.org/officeDocument/2006/relationships/image" Target="../media/image41.png"/><Relationship Id="rId5" Type="http://schemas.openxmlformats.org/officeDocument/2006/relationships/notesSlide" Target="../notesSlides/notesSlide32.xml"/><Relationship Id="rId10" Type="http://schemas.openxmlformats.org/officeDocument/2006/relationships/customXml" Target="../ink/ink21.xml"/><Relationship Id="rId4" Type="http://schemas.openxmlformats.org/officeDocument/2006/relationships/slideLayout" Target="../slideLayouts/slideLayout12.xml"/><Relationship Id="rId9" Type="http://schemas.openxmlformats.org/officeDocument/2006/relationships/customXml" Target="../ink/ink20.xml"/></Relationships>
</file>

<file path=ppt/slides/_rels/slide33.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470.png"/><Relationship Id="rId3" Type="http://schemas.openxmlformats.org/officeDocument/2006/relationships/tags" Target="../tags/tag99.xml"/><Relationship Id="rId12" Type="http://schemas.openxmlformats.org/officeDocument/2006/relationships/customXml" Target="../ink/ink26.xml"/><Relationship Id="rId2" Type="http://schemas.openxmlformats.org/officeDocument/2006/relationships/tags" Target="../tags/tag98.xml"/><Relationship Id="rId16" Type="http://schemas.openxmlformats.org/officeDocument/2006/relationships/image" Target="../media/image49.png"/><Relationship Id="rId1" Type="http://schemas.openxmlformats.org/officeDocument/2006/relationships/tags" Target="../tags/tag97.xml"/><Relationship Id="rId6" Type="http://schemas.openxmlformats.org/officeDocument/2006/relationships/customXml" Target="../ink/ink23.xml"/><Relationship Id="rId11" Type="http://schemas.openxmlformats.org/officeDocument/2006/relationships/image" Target="../media/image47.png"/><Relationship Id="rId5" Type="http://schemas.openxmlformats.org/officeDocument/2006/relationships/notesSlide" Target="../notesSlides/notesSlide33.xml"/><Relationship Id="rId15" Type="http://schemas.openxmlformats.org/officeDocument/2006/relationships/image" Target="../media/image48.png"/><Relationship Id="rId10" Type="http://schemas.openxmlformats.org/officeDocument/2006/relationships/customXml" Target="../ink/ink25.xml"/><Relationship Id="rId4" Type="http://schemas.openxmlformats.org/officeDocument/2006/relationships/slideLayout" Target="../slideLayouts/slideLayout12.xml"/><Relationship Id="rId9" Type="http://schemas.openxmlformats.org/officeDocument/2006/relationships/customXml" Target="../ink/ink24.xml"/><Relationship Id="rId14" Type="http://schemas.openxmlformats.org/officeDocument/2006/relationships/customXml" Target="../ink/ink27.xml"/></Relationships>
</file>

<file path=ppt/slides/_rels/slide34.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tags" Target="../tags/tag102.xml"/><Relationship Id="rId7" Type="http://schemas.openxmlformats.org/officeDocument/2006/relationships/customXml" Target="../ink/ink28.xml"/><Relationship Id="rId2" Type="http://schemas.openxmlformats.org/officeDocument/2006/relationships/tags" Target="../tags/tag101.xml"/><Relationship Id="rId1" Type="http://schemas.openxmlformats.org/officeDocument/2006/relationships/tags" Target="../tags/tag100.xml"/><Relationship Id="rId6" Type="http://schemas.microsoft.com/office/2018/10/relationships/comments" Target="../comments/modernComment_1D6_6542CF2D.xml"/><Relationship Id="rId11" Type="http://schemas.openxmlformats.org/officeDocument/2006/relationships/image" Target="../media/image50.png"/><Relationship Id="rId5" Type="http://schemas.openxmlformats.org/officeDocument/2006/relationships/notesSlide" Target="../notesSlides/notesSlide34.xml"/><Relationship Id="rId10" Type="http://schemas.openxmlformats.org/officeDocument/2006/relationships/customXml" Target="../ink/ink30.xml"/><Relationship Id="rId4" Type="http://schemas.openxmlformats.org/officeDocument/2006/relationships/slideLayout" Target="../slideLayouts/slideLayout12.xml"/><Relationship Id="rId9" Type="http://schemas.openxmlformats.org/officeDocument/2006/relationships/customXml" Target="../ink/ink29.xml"/></Relationships>
</file>

<file path=ppt/slides/_rels/slide35.xml.rels><?xml version="1.0" encoding="UTF-8" standalone="yes"?>
<Relationships xmlns="http://schemas.openxmlformats.org/package/2006/relationships"><Relationship Id="rId8" Type="http://schemas.openxmlformats.org/officeDocument/2006/relationships/customXml" Target="../ink/ink32.xml"/><Relationship Id="rId3" Type="http://schemas.openxmlformats.org/officeDocument/2006/relationships/tags" Target="../tags/tag105.xml"/><Relationship Id="rId7" Type="http://schemas.openxmlformats.org/officeDocument/2006/relationships/image" Target="../media/image36.png"/><Relationship Id="rId2" Type="http://schemas.openxmlformats.org/officeDocument/2006/relationships/tags" Target="../tags/tag104.xml"/><Relationship Id="rId1" Type="http://schemas.openxmlformats.org/officeDocument/2006/relationships/tags" Target="../tags/tag103.xml"/><Relationship Id="rId6" Type="http://schemas.openxmlformats.org/officeDocument/2006/relationships/customXml" Target="../ink/ink31.xml"/><Relationship Id="rId5" Type="http://schemas.openxmlformats.org/officeDocument/2006/relationships/notesSlide" Target="../notesSlides/notesSlide35.xml"/><Relationship Id="rId10" Type="http://schemas.openxmlformats.org/officeDocument/2006/relationships/image" Target="../media/image51.png"/><Relationship Id="rId4" Type="http://schemas.openxmlformats.org/officeDocument/2006/relationships/slideLayout" Target="../slideLayouts/slideLayout12.xml"/><Relationship Id="rId9" Type="http://schemas.openxmlformats.org/officeDocument/2006/relationships/customXml" Target="../ink/ink33.xml"/></Relationships>
</file>

<file path=ppt/slides/_rels/slide36.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tags" Target="../tags/tag108.xml"/><Relationship Id="rId7" Type="http://schemas.openxmlformats.org/officeDocument/2006/relationships/customXml" Target="../ink/ink34.xml"/><Relationship Id="rId12" Type="http://schemas.openxmlformats.org/officeDocument/2006/relationships/image" Target="../media/image53.png"/><Relationship Id="rId2" Type="http://schemas.openxmlformats.org/officeDocument/2006/relationships/tags" Target="../tags/tag107.xml"/><Relationship Id="rId1" Type="http://schemas.openxmlformats.org/officeDocument/2006/relationships/tags" Target="../tags/tag106.xml"/><Relationship Id="rId6" Type="http://schemas.microsoft.com/office/2018/10/relationships/comments" Target="../comments/modernComment_1D2_579C0A7F.xml"/><Relationship Id="rId11" Type="http://schemas.openxmlformats.org/officeDocument/2006/relationships/image" Target="../media/image52.png"/><Relationship Id="rId5" Type="http://schemas.openxmlformats.org/officeDocument/2006/relationships/notesSlide" Target="../notesSlides/notesSlide36.xml"/><Relationship Id="rId10" Type="http://schemas.openxmlformats.org/officeDocument/2006/relationships/customXml" Target="../ink/ink36.xml"/><Relationship Id="rId4" Type="http://schemas.openxmlformats.org/officeDocument/2006/relationships/slideLayout" Target="../slideLayouts/slideLayout12.xml"/><Relationship Id="rId9" Type="http://schemas.openxmlformats.org/officeDocument/2006/relationships/customXml" Target="../ink/ink35.xml"/></Relationships>
</file>

<file path=ppt/slides/_rels/slide37.xml.rels><?xml version="1.0" encoding="UTF-8" standalone="yes"?>
<Relationships xmlns="http://schemas.openxmlformats.org/package/2006/relationships"><Relationship Id="rId8" Type="http://schemas.openxmlformats.org/officeDocument/2006/relationships/customXml" Target="../ink/ink38.xml"/><Relationship Id="rId3" Type="http://schemas.openxmlformats.org/officeDocument/2006/relationships/slideLayout" Target="../slideLayouts/slideLayout12.xml"/><Relationship Id="rId7" Type="http://schemas.openxmlformats.org/officeDocument/2006/relationships/image" Target="../media/image36.png"/><Relationship Id="rId2" Type="http://schemas.openxmlformats.org/officeDocument/2006/relationships/tags" Target="../tags/tag110.xml"/><Relationship Id="rId1" Type="http://schemas.openxmlformats.org/officeDocument/2006/relationships/tags" Target="../tags/tag109.xml"/><Relationship Id="rId6" Type="http://schemas.openxmlformats.org/officeDocument/2006/relationships/customXml" Target="../ink/ink37.xml"/><Relationship Id="rId5" Type="http://schemas.microsoft.com/office/2018/10/relationships/comments" Target="../comments/modernComment_1D1_BD860C0C.xml"/><Relationship Id="rId10" Type="http://schemas.openxmlformats.org/officeDocument/2006/relationships/image" Target="../media/image54.png"/><Relationship Id="rId4" Type="http://schemas.openxmlformats.org/officeDocument/2006/relationships/notesSlide" Target="../notesSlides/notesSlide37.xml"/><Relationship Id="rId9" Type="http://schemas.openxmlformats.org/officeDocument/2006/relationships/customXml" Target="../ink/ink39.xml"/></Relationships>
</file>

<file path=ppt/slides/_rels/slide38.xml.rels><?xml version="1.0" encoding="UTF-8" standalone="yes"?>
<Relationships xmlns="http://schemas.openxmlformats.org/package/2006/relationships"><Relationship Id="rId8" Type="http://schemas.openxmlformats.org/officeDocument/2006/relationships/customXml" Target="../ink/ink41.xml"/><Relationship Id="rId3" Type="http://schemas.openxmlformats.org/officeDocument/2006/relationships/notesSlide" Target="../notesSlides/notesSlide38.xml"/><Relationship Id="rId7" Type="http://schemas.openxmlformats.org/officeDocument/2006/relationships/image" Target="../media/image36.png"/><Relationship Id="rId2" Type="http://schemas.openxmlformats.org/officeDocument/2006/relationships/slideLayout" Target="../slideLayouts/slideLayout12.xml"/><Relationship Id="rId1" Type="http://schemas.openxmlformats.org/officeDocument/2006/relationships/tags" Target="../tags/tag111.xml"/><Relationship Id="rId5" Type="http://schemas.openxmlformats.org/officeDocument/2006/relationships/customXml" Target="../ink/ink40.xml"/><Relationship Id="rId10" Type="http://schemas.openxmlformats.org/officeDocument/2006/relationships/image" Target="../media/image55.png"/><Relationship Id="rId4" Type="http://schemas.microsoft.com/office/2018/10/relationships/comments" Target="../comments/modernComment_1D0_82116001.xml"/><Relationship Id="rId9" Type="http://schemas.openxmlformats.org/officeDocument/2006/relationships/customXml" Target="../ink/ink42.xml"/></Relationships>
</file>

<file path=ppt/slides/_rels/slide39.xml.rels><?xml version="1.0" encoding="UTF-8" standalone="yes"?>
<Relationships xmlns="http://schemas.openxmlformats.org/package/2006/relationships"><Relationship Id="rId8" Type="http://schemas.openxmlformats.org/officeDocument/2006/relationships/customXml" Target="../ink/ink44.xml"/><Relationship Id="rId3" Type="http://schemas.openxmlformats.org/officeDocument/2006/relationships/notesSlide" Target="../notesSlides/notesSlide39.xml"/><Relationship Id="rId7" Type="http://schemas.openxmlformats.org/officeDocument/2006/relationships/image" Target="../media/image36.png"/><Relationship Id="rId2" Type="http://schemas.openxmlformats.org/officeDocument/2006/relationships/slideLayout" Target="../slideLayouts/slideLayout12.xml"/><Relationship Id="rId1" Type="http://schemas.openxmlformats.org/officeDocument/2006/relationships/tags" Target="../tags/tag112.xml"/><Relationship Id="rId10" Type="http://schemas.openxmlformats.org/officeDocument/2006/relationships/image" Target="../media/image56.png"/><Relationship Id="rId4" Type="http://schemas.openxmlformats.org/officeDocument/2006/relationships/customXml" Target="../ink/ink43.xml"/><Relationship Id="rId9" Type="http://schemas.openxmlformats.org/officeDocument/2006/relationships/customXml" Target="../ink/ink45.xml"/></Relationships>
</file>

<file path=ppt/slides/_rels/slide40.xml.rels><?xml version="1.0" encoding="UTF-8" standalone="yes"?>
<Relationships xmlns="http://schemas.openxmlformats.org/package/2006/relationships"><Relationship Id="rId3" Type="http://schemas.openxmlformats.org/officeDocument/2006/relationships/tags" Target="../tags/tag115.xml"/><Relationship Id="rId2" Type="http://schemas.openxmlformats.org/officeDocument/2006/relationships/tags" Target="../tags/tag114.xml"/><Relationship Id="rId1" Type="http://schemas.openxmlformats.org/officeDocument/2006/relationships/tags" Target="../tags/tag113.xml"/><Relationship Id="rId5" Type="http://schemas.openxmlformats.org/officeDocument/2006/relationships/notesSlide" Target="../notesSlides/notesSlide40.xml"/><Relationship Id="rId4"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973455" y="97155"/>
            <a:ext cx="3154045" cy="719621"/>
          </a:xfrm>
          <a:prstGeom prst="rect">
            <a:avLst/>
          </a:prstGeom>
          <a:noFill/>
        </p:spPr>
        <p:txBody>
          <a:bodyPr wrap="square" rtlCol="0">
            <a:spAutoFit/>
          </a:bodyPr>
          <a:lstStyle/>
          <a:p>
            <a:pPr algn="ctr">
              <a:lnSpc>
                <a:spcPct val="130000"/>
              </a:lnSpc>
              <a:spcBef>
                <a:spcPts val="600"/>
              </a:spcBef>
            </a:pPr>
            <a:r>
              <a:rPr lang="en-US" sz="3500" b="1" dirty="0">
                <a:solidFill>
                  <a:srgbClr val="005CA2"/>
                </a:solidFill>
                <a:latin typeface="Arial" panose="020B0604020202020204" pitchFamily="34" charset="0"/>
                <a:cs typeface="Arial" panose="020B0604020202020204" pitchFamily="34" charset="0"/>
                <a:sym typeface="+mn-lt"/>
              </a:rPr>
              <a:t>1</a:t>
            </a:r>
            <a:r>
              <a:rPr lang="zh-CN" altLang="en-US" sz="3500" b="1" dirty="0">
                <a:solidFill>
                  <a:srgbClr val="005CA2"/>
                </a:solidFill>
                <a:latin typeface="Arial" panose="020B0604020202020204" pitchFamily="34" charset="0"/>
                <a:cs typeface="Arial" panose="020B0604020202020204" pitchFamily="34" charset="0"/>
                <a:sym typeface="+mn-lt"/>
              </a:rPr>
              <a:t> </a:t>
            </a:r>
            <a:r>
              <a:rPr lang="en-US" altLang="zh-CN" sz="3500" b="1" dirty="0">
                <a:solidFill>
                  <a:srgbClr val="005CA2"/>
                </a:solidFill>
                <a:latin typeface="Arial" panose="020B0604020202020204" pitchFamily="34" charset="0"/>
                <a:cs typeface="Arial" panose="020B0604020202020204" pitchFamily="34" charset="0"/>
                <a:sym typeface="+mn-lt"/>
              </a:rPr>
              <a:t>Planed</a:t>
            </a:r>
            <a:endParaRPr sz="3500" b="1" dirty="0">
              <a:solidFill>
                <a:srgbClr val="005CA2"/>
              </a:solidFill>
              <a:latin typeface="Arial" panose="020B0604020202020204" pitchFamily="34" charset="0"/>
              <a:cs typeface="Arial" panose="020B0604020202020204" pitchFamily="34" charset="0"/>
              <a:sym typeface="+mn-lt"/>
            </a:endParaRPr>
          </a:p>
        </p:txBody>
      </p:sp>
      <p:grpSp>
        <p:nvGrpSpPr>
          <p:cNvPr id="16" name="组合 15"/>
          <p:cNvGrpSpPr/>
          <p:nvPr/>
        </p:nvGrpSpPr>
        <p:grpSpPr>
          <a:xfrm>
            <a:off x="488315" y="1153160"/>
            <a:ext cx="5132705" cy="1636395"/>
            <a:chOff x="769" y="1816"/>
            <a:chExt cx="8083" cy="2577"/>
          </a:xfrm>
        </p:grpSpPr>
        <p:sp>
          <p:nvSpPr>
            <p:cNvPr id="225" name="Line 24"/>
            <p:cNvSpPr>
              <a:spLocks noChangeShapeType="1"/>
            </p:cNvSpPr>
            <p:nvPr>
              <p:custDataLst>
                <p:tags r:id="rId1"/>
              </p:custDataLst>
            </p:nvPr>
          </p:nvSpPr>
          <p:spPr bwMode="auto">
            <a:xfrm>
              <a:off x="839" y="3863"/>
              <a:ext cx="8013" cy="0"/>
            </a:xfrm>
            <a:prstGeom prst="line">
              <a:avLst/>
            </a:prstGeom>
            <a:noFill/>
            <a:ln w="6350">
              <a:solidFill>
                <a:srgbClr val="00B0F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EEECE1"/>
                    </a:outerShdw>
                  </a:effectLst>
                </a14:hiddenEffects>
              </a:ext>
            </a:extLst>
          </p:spPr>
          <p:txBody>
            <a:bodyPr wrap="square" lIns="90000" tIns="46800" rIns="90000" bIns="46800" anchor="ctr" anchorCtr="0">
              <a:normAutofit fontScale="25000" lnSpcReduction="20000"/>
            </a:bodyPr>
            <a:lstStyle/>
            <a:p>
              <a:endParaRPr lang="zh-CN" altLang="en-US" sz="1690">
                <a:solidFill>
                  <a:sysClr val="windowText" lastClr="000000">
                    <a:lumMod val="50000"/>
                    <a:lumOff val="50000"/>
                  </a:sysClr>
                </a:solidFill>
              </a:endParaRPr>
            </a:p>
          </p:txBody>
        </p:sp>
        <p:sp>
          <p:nvSpPr>
            <p:cNvPr id="226" name="文本框 225"/>
            <p:cNvSpPr txBox="1"/>
            <p:nvPr>
              <p:custDataLst>
                <p:tags r:id="rId2"/>
              </p:custDataLst>
            </p:nvPr>
          </p:nvSpPr>
          <p:spPr>
            <a:xfrm>
              <a:off x="839" y="1816"/>
              <a:ext cx="3147" cy="585"/>
            </a:xfrm>
            <a:prstGeom prst="rect">
              <a:avLst/>
            </a:prstGeom>
            <a:noFill/>
          </p:spPr>
          <p:txBody>
            <a:bodyPr wrap="square" lIns="90000" tIns="46800" rIns="90000" bIns="46800" rtlCol="0" anchor="ctr" anchorCtr="0"/>
            <a:lstStyle/>
            <a:p>
              <a:r>
                <a:rPr lang="en-US" altLang="zh-CN" b="1" dirty="0">
                  <a:solidFill>
                    <a:srgbClr val="00B0F0"/>
                  </a:solidFill>
                  <a:latin typeface="Palatino Linotype" panose="02040502050505030304" charset="0"/>
                  <a:ea typeface="+mn-ea"/>
                  <a:cs typeface="Palatino Linotype" panose="02040502050505030304" charset="0"/>
                </a:rPr>
                <a:t>plan 1</a:t>
              </a:r>
            </a:p>
          </p:txBody>
        </p:sp>
        <p:sp>
          <p:nvSpPr>
            <p:cNvPr id="238" name="文本框 237"/>
            <p:cNvSpPr txBox="1"/>
            <p:nvPr>
              <p:custDataLst>
                <p:tags r:id="rId3"/>
              </p:custDataLst>
            </p:nvPr>
          </p:nvSpPr>
          <p:spPr>
            <a:xfrm>
              <a:off x="769" y="2181"/>
              <a:ext cx="8083" cy="2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nchorCtr="0">
              <a:noAutofit/>
            </a:bodyPr>
            <a:lstStyle>
              <a:defPPr>
                <a:defRPr lang="zh-CN"/>
              </a:defPPr>
              <a:lvl1pPr>
                <a:lnSpc>
                  <a:spcPct val="120000"/>
                </a:lnSpc>
                <a:buFont typeface="Arial" panose="020B0604020202020204" pitchFamily="34" charset="0"/>
                <a:buNone/>
                <a:defRPr sz="1800">
                  <a:solidFill>
                    <a:sysClr val="windowText" lastClr="000000">
                      <a:lumMod val="50000"/>
                      <a:lumOff val="50000"/>
                    </a:sysClr>
                  </a:solidFill>
                </a:defRPr>
              </a:lvl1pPr>
            </a:lstStyle>
            <a:p>
              <a:pPr marL="285750" indent="-285750">
                <a:buClr>
                  <a:srgbClr val="00B0F0"/>
                </a:buClr>
                <a:buFont typeface="Wingdings" panose="05000000000000000000" charset="0"/>
                <a:buChar char="u"/>
              </a:pPr>
              <a:r>
                <a:rPr lang="en-US" altLang="zh-CN" sz="1700" dirty="0">
                  <a:solidFill>
                    <a:schemeClr val="tx1"/>
                  </a:solidFill>
                  <a:latin typeface="Palatino Linotype" panose="02040502050505030304" charset="0"/>
                  <a:cs typeface="Palatino Linotype" panose="02040502050505030304" charset="0"/>
                  <a:sym typeface="+mn-ea"/>
                </a:rPr>
                <a:t>Report the test of project1 , project2, project3.</a:t>
              </a:r>
            </a:p>
            <a:p>
              <a:pPr marL="285750" indent="-285750">
                <a:buClr>
                  <a:srgbClr val="00B0F0"/>
                </a:buClr>
                <a:buFont typeface="Wingdings" panose="05000000000000000000" charset="0"/>
                <a:buChar char="u"/>
              </a:pPr>
              <a:endParaRPr lang="zh-CN" altLang="en-US" sz="1700" dirty="0">
                <a:solidFill>
                  <a:schemeClr val="tx1"/>
                </a:solidFill>
                <a:latin typeface="Palatino Linotype" panose="02040502050505030304" charset="0"/>
                <a:cs typeface="Palatino Linotype" panose="02040502050505030304" charset="0"/>
                <a:sym typeface="+mn-ea"/>
              </a:endParaRPr>
            </a:p>
          </p:txBody>
        </p:sp>
      </p:grpSp>
      <p:sp>
        <p:nvSpPr>
          <p:cNvPr id="2" name="文本框 1"/>
          <p:cNvSpPr txBox="1"/>
          <p:nvPr/>
        </p:nvSpPr>
        <p:spPr>
          <a:xfrm>
            <a:off x="11434445" y="6061710"/>
            <a:ext cx="489585" cy="337185"/>
          </a:xfrm>
          <a:prstGeom prst="rect">
            <a:avLst/>
          </a:prstGeom>
          <a:noFill/>
        </p:spPr>
        <p:txBody>
          <a:bodyPr wrap="square" rtlCol="0">
            <a:spAutoFit/>
          </a:bodyPr>
          <a:lstStyle/>
          <a:p>
            <a:pPr algn="ctr"/>
            <a:r>
              <a:rPr lang="en-US" altLang="zh-CN" sz="1600">
                <a:latin typeface="Arial" panose="020B0604020202020204" pitchFamily="34" charset="0"/>
                <a:cs typeface="Arial" panose="020B0604020202020204" pitchFamily="34" charset="0"/>
              </a:rPr>
              <a:t>4</a:t>
            </a:r>
          </a:p>
        </p:txBody>
      </p:sp>
    </p:spTree>
    <p:extLst>
      <p:ext uri="{BB962C8B-B14F-4D97-AF65-F5344CB8AC3E}">
        <p14:creationId xmlns:p14="http://schemas.microsoft.com/office/powerpoint/2010/main" val="25352939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973455" y="97155"/>
            <a:ext cx="3154045" cy="719621"/>
          </a:xfrm>
          <a:prstGeom prst="rect">
            <a:avLst/>
          </a:prstGeom>
          <a:noFill/>
        </p:spPr>
        <p:txBody>
          <a:bodyPr wrap="square" rtlCol="0">
            <a:spAutoFit/>
          </a:bodyPr>
          <a:lstStyle/>
          <a:p>
            <a:pPr algn="ctr">
              <a:lnSpc>
                <a:spcPct val="130000"/>
              </a:lnSpc>
              <a:spcBef>
                <a:spcPts val="600"/>
              </a:spcBef>
            </a:pPr>
            <a:r>
              <a:rPr lang="en-US" sz="3500" b="1" dirty="0">
                <a:solidFill>
                  <a:srgbClr val="005CA2"/>
                </a:solidFill>
                <a:latin typeface="Arial" panose="020B0604020202020204" pitchFamily="34" charset="0"/>
                <a:cs typeface="Arial" panose="020B0604020202020204" pitchFamily="34" charset="0"/>
                <a:sym typeface="+mn-lt"/>
              </a:rPr>
              <a:t>1</a:t>
            </a:r>
            <a:r>
              <a:rPr lang="zh-CN" altLang="en-US" sz="3500" b="1" dirty="0">
                <a:solidFill>
                  <a:srgbClr val="005CA2"/>
                </a:solidFill>
                <a:latin typeface="Arial" panose="020B0604020202020204" pitchFamily="34" charset="0"/>
                <a:cs typeface="Arial" panose="020B0604020202020204" pitchFamily="34" charset="0"/>
                <a:sym typeface="+mn-lt"/>
              </a:rPr>
              <a:t> </a:t>
            </a:r>
            <a:r>
              <a:rPr lang="en-US" altLang="zh-CN" sz="3500" b="1" dirty="0">
                <a:solidFill>
                  <a:srgbClr val="005CA2"/>
                </a:solidFill>
                <a:latin typeface="Arial" panose="020B0604020202020204" pitchFamily="34" charset="0"/>
                <a:cs typeface="Arial" panose="020B0604020202020204" pitchFamily="34" charset="0"/>
                <a:sym typeface="+mn-lt"/>
              </a:rPr>
              <a:t>Results</a:t>
            </a:r>
            <a:endParaRPr sz="3500" b="1" dirty="0">
              <a:solidFill>
                <a:srgbClr val="005CA2"/>
              </a:solidFill>
              <a:latin typeface="Arial" panose="020B0604020202020204" pitchFamily="34" charset="0"/>
              <a:cs typeface="Arial" panose="020B0604020202020204" pitchFamily="34" charset="0"/>
              <a:sym typeface="+mn-lt"/>
            </a:endParaRPr>
          </a:p>
        </p:txBody>
      </p:sp>
      <p:grpSp>
        <p:nvGrpSpPr>
          <p:cNvPr id="16" name="组合 15"/>
          <p:cNvGrpSpPr/>
          <p:nvPr/>
        </p:nvGrpSpPr>
        <p:grpSpPr>
          <a:xfrm>
            <a:off x="532765" y="1153160"/>
            <a:ext cx="5132705" cy="2275840"/>
            <a:chOff x="839" y="1816"/>
            <a:chExt cx="8083" cy="3584"/>
          </a:xfrm>
        </p:grpSpPr>
        <p:sp>
          <p:nvSpPr>
            <p:cNvPr id="225" name="Line 24"/>
            <p:cNvSpPr>
              <a:spLocks noChangeShapeType="1"/>
            </p:cNvSpPr>
            <p:nvPr>
              <p:custDataLst>
                <p:tags r:id="rId1"/>
              </p:custDataLst>
            </p:nvPr>
          </p:nvSpPr>
          <p:spPr bwMode="auto">
            <a:xfrm>
              <a:off x="839" y="3863"/>
              <a:ext cx="8013" cy="0"/>
            </a:xfrm>
            <a:prstGeom prst="line">
              <a:avLst/>
            </a:prstGeom>
            <a:noFill/>
            <a:ln w="6350">
              <a:solidFill>
                <a:srgbClr val="00B0F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EEECE1"/>
                    </a:outerShdw>
                  </a:effectLst>
                </a14:hiddenEffects>
              </a:ext>
            </a:extLst>
          </p:spPr>
          <p:txBody>
            <a:bodyPr wrap="square" lIns="90000" tIns="46800" rIns="90000" bIns="46800" anchor="ctr" anchorCtr="0">
              <a:normAutofit fontScale="25000" lnSpcReduction="20000"/>
            </a:bodyPr>
            <a:lstStyle/>
            <a:p>
              <a:endParaRPr lang="zh-CN" altLang="en-US" sz="1690">
                <a:solidFill>
                  <a:sysClr val="windowText" lastClr="000000">
                    <a:lumMod val="50000"/>
                    <a:lumOff val="50000"/>
                  </a:sysClr>
                </a:solidFill>
              </a:endParaRPr>
            </a:p>
          </p:txBody>
        </p:sp>
        <p:sp>
          <p:nvSpPr>
            <p:cNvPr id="226" name="文本框 225"/>
            <p:cNvSpPr txBox="1"/>
            <p:nvPr>
              <p:custDataLst>
                <p:tags r:id="rId2"/>
              </p:custDataLst>
            </p:nvPr>
          </p:nvSpPr>
          <p:spPr>
            <a:xfrm>
              <a:off x="839" y="1816"/>
              <a:ext cx="3147" cy="585"/>
            </a:xfrm>
            <a:prstGeom prst="rect">
              <a:avLst/>
            </a:prstGeom>
            <a:noFill/>
          </p:spPr>
          <p:txBody>
            <a:bodyPr wrap="square" lIns="90000" tIns="46800" rIns="90000" bIns="46800" rtlCol="0" anchor="ctr" anchorCtr="0"/>
            <a:lstStyle/>
            <a:p>
              <a:r>
                <a:rPr lang="en-US" altLang="zh-CN" b="1" dirty="0">
                  <a:solidFill>
                    <a:srgbClr val="00B0F0"/>
                  </a:solidFill>
                  <a:latin typeface="Palatino Linotype" panose="02040502050505030304" charset="0"/>
                  <a:ea typeface="+mn-ea"/>
                  <a:cs typeface="Palatino Linotype" panose="02040502050505030304" charset="0"/>
                </a:rPr>
                <a:t>Results 1</a:t>
              </a:r>
            </a:p>
          </p:txBody>
        </p:sp>
        <p:sp>
          <p:nvSpPr>
            <p:cNvPr id="238" name="文本框 237"/>
            <p:cNvSpPr txBox="1"/>
            <p:nvPr>
              <p:custDataLst>
                <p:tags r:id="rId3"/>
              </p:custDataLst>
            </p:nvPr>
          </p:nvSpPr>
          <p:spPr>
            <a:xfrm>
              <a:off x="839" y="2401"/>
              <a:ext cx="8083" cy="2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nchorCtr="0">
              <a:noAutofit/>
            </a:bodyPr>
            <a:lstStyle>
              <a:defPPr>
                <a:defRPr lang="zh-CN"/>
              </a:defPPr>
              <a:lvl1pPr>
                <a:lnSpc>
                  <a:spcPct val="120000"/>
                </a:lnSpc>
                <a:buFont typeface="Arial" panose="020B0604020202020204" pitchFamily="34" charset="0"/>
                <a:buNone/>
                <a:defRPr sz="1800">
                  <a:solidFill>
                    <a:sysClr val="windowText" lastClr="000000">
                      <a:lumMod val="50000"/>
                      <a:lumOff val="50000"/>
                    </a:sysClr>
                  </a:solidFill>
                </a:defRPr>
              </a:lvl1pPr>
            </a:lstStyle>
            <a:p>
              <a:pPr marL="285750" indent="-285750">
                <a:buClr>
                  <a:srgbClr val="00B0F0"/>
                </a:buClr>
                <a:buFont typeface="Wingdings" panose="05000000000000000000" charset="0"/>
                <a:buChar char="u"/>
              </a:pPr>
              <a:r>
                <a:rPr lang="en-US" altLang="zh-CN" sz="1700" dirty="0">
                  <a:solidFill>
                    <a:schemeClr val="tx1"/>
                  </a:solidFill>
                  <a:latin typeface="Palatino Linotype" panose="02040502050505030304" charset="0"/>
                  <a:cs typeface="Palatino Linotype" panose="02040502050505030304" charset="0"/>
                  <a:sym typeface="+mn-ea"/>
                </a:rPr>
                <a:t>Then I will show you.</a:t>
              </a:r>
            </a:p>
          </p:txBody>
        </p:sp>
      </p:grpSp>
      <p:sp>
        <p:nvSpPr>
          <p:cNvPr id="2" name="文本框 1"/>
          <p:cNvSpPr txBox="1"/>
          <p:nvPr/>
        </p:nvSpPr>
        <p:spPr>
          <a:xfrm>
            <a:off x="11434445" y="6061710"/>
            <a:ext cx="489585" cy="337185"/>
          </a:xfrm>
          <a:prstGeom prst="rect">
            <a:avLst/>
          </a:prstGeom>
          <a:noFill/>
        </p:spPr>
        <p:txBody>
          <a:bodyPr wrap="square" rtlCol="0">
            <a:spAutoFit/>
          </a:bodyPr>
          <a:lstStyle/>
          <a:p>
            <a:pPr algn="ctr"/>
            <a:r>
              <a:rPr lang="en-US" altLang="zh-CN" sz="1600">
                <a:latin typeface="Arial" panose="020B0604020202020204" pitchFamily="34" charset="0"/>
                <a:cs typeface="Arial" panose="020B0604020202020204" pitchFamily="34" charset="0"/>
              </a:rPr>
              <a:t>4</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973454" y="97155"/>
            <a:ext cx="6121029" cy="719621"/>
          </a:xfrm>
          <a:prstGeom prst="rect">
            <a:avLst/>
          </a:prstGeom>
          <a:noFill/>
        </p:spPr>
        <p:txBody>
          <a:bodyPr wrap="square" rtlCol="0">
            <a:spAutoFit/>
          </a:bodyPr>
          <a:lstStyle/>
          <a:p>
            <a:pPr>
              <a:lnSpc>
                <a:spcPct val="130000"/>
              </a:lnSpc>
              <a:spcBef>
                <a:spcPts val="600"/>
              </a:spcBef>
            </a:pPr>
            <a:r>
              <a:rPr lang="en-US" sz="3500" b="1" dirty="0">
                <a:solidFill>
                  <a:srgbClr val="005CA2"/>
                </a:solidFill>
                <a:latin typeface="Arial" panose="020B0604020202020204" pitchFamily="34" charset="0"/>
                <a:cs typeface="Arial" panose="020B0604020202020204" pitchFamily="34" charset="0"/>
                <a:sym typeface="+mn-lt"/>
              </a:rPr>
              <a:t>1</a:t>
            </a:r>
            <a:r>
              <a:rPr lang="zh-CN" altLang="en-US" sz="3500" b="1" dirty="0">
                <a:solidFill>
                  <a:srgbClr val="005CA2"/>
                </a:solidFill>
                <a:latin typeface="Arial" panose="020B0604020202020204" pitchFamily="34" charset="0"/>
                <a:cs typeface="Arial" panose="020B0604020202020204" pitchFamily="34" charset="0"/>
                <a:sym typeface="+mn-lt"/>
              </a:rPr>
              <a:t> </a:t>
            </a:r>
            <a:r>
              <a:rPr lang="en-US" altLang="zh-CN" sz="3500" b="1" dirty="0">
                <a:solidFill>
                  <a:srgbClr val="005CA2"/>
                </a:solidFill>
                <a:latin typeface="Arial" panose="020B0604020202020204" pitchFamily="34" charset="0"/>
                <a:cs typeface="Arial" panose="020B0604020202020204" pitchFamily="34" charset="0"/>
                <a:sym typeface="+mn-lt"/>
              </a:rPr>
              <a:t>Project1</a:t>
            </a:r>
            <a:endParaRPr sz="3500" b="1" dirty="0">
              <a:solidFill>
                <a:srgbClr val="005CA2"/>
              </a:solidFill>
              <a:latin typeface="Arial" panose="020B0604020202020204" pitchFamily="34" charset="0"/>
              <a:cs typeface="Arial" panose="020B0604020202020204" pitchFamily="34" charset="0"/>
              <a:sym typeface="+mn-lt"/>
            </a:endParaRPr>
          </a:p>
        </p:txBody>
      </p:sp>
      <p:grpSp>
        <p:nvGrpSpPr>
          <p:cNvPr id="16" name="组合 15"/>
          <p:cNvGrpSpPr/>
          <p:nvPr/>
        </p:nvGrpSpPr>
        <p:grpSpPr>
          <a:xfrm>
            <a:off x="431825" y="1331208"/>
            <a:ext cx="5132705" cy="2540066"/>
            <a:chOff x="839" y="1816"/>
            <a:chExt cx="8083" cy="2989"/>
          </a:xfrm>
        </p:grpSpPr>
        <p:sp>
          <p:nvSpPr>
            <p:cNvPr id="225" name="Line 24"/>
            <p:cNvSpPr>
              <a:spLocks noChangeShapeType="1"/>
            </p:cNvSpPr>
            <p:nvPr>
              <p:custDataLst>
                <p:tags r:id="rId1"/>
              </p:custDataLst>
            </p:nvPr>
          </p:nvSpPr>
          <p:spPr bwMode="auto">
            <a:xfrm>
              <a:off x="839" y="3863"/>
              <a:ext cx="8013" cy="0"/>
            </a:xfrm>
            <a:prstGeom prst="line">
              <a:avLst/>
            </a:prstGeom>
            <a:noFill/>
            <a:ln w="6350">
              <a:solidFill>
                <a:srgbClr val="00B0F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EEECE1"/>
                    </a:outerShdw>
                  </a:effectLst>
                </a14:hiddenEffects>
              </a:ext>
            </a:extLst>
          </p:spPr>
          <p:txBody>
            <a:bodyPr wrap="square" lIns="90000" tIns="46800" rIns="90000" bIns="46800" anchor="ctr" anchorCtr="0">
              <a:normAutofit fontScale="25000" lnSpcReduction="20000"/>
            </a:bodyPr>
            <a:lstStyle/>
            <a:p>
              <a:endParaRPr lang="zh-CN" altLang="en-US" sz="1690">
                <a:solidFill>
                  <a:sysClr val="windowText" lastClr="000000">
                    <a:lumMod val="50000"/>
                    <a:lumOff val="50000"/>
                  </a:sysClr>
                </a:solidFill>
              </a:endParaRPr>
            </a:p>
          </p:txBody>
        </p:sp>
        <p:sp>
          <p:nvSpPr>
            <p:cNvPr id="226" name="文本框 225"/>
            <p:cNvSpPr txBox="1"/>
            <p:nvPr>
              <p:custDataLst>
                <p:tags r:id="rId2"/>
              </p:custDataLst>
            </p:nvPr>
          </p:nvSpPr>
          <p:spPr>
            <a:xfrm>
              <a:off x="839" y="1816"/>
              <a:ext cx="4904" cy="585"/>
            </a:xfrm>
            <a:prstGeom prst="rect">
              <a:avLst/>
            </a:prstGeom>
            <a:noFill/>
          </p:spPr>
          <p:txBody>
            <a:bodyPr wrap="square" lIns="90000" tIns="46800" rIns="90000" bIns="46800" rtlCol="0" anchor="ctr" anchorCtr="0"/>
            <a:lstStyle/>
            <a:p>
              <a:r>
                <a:rPr lang="en-US" altLang="zh-CN" b="1" dirty="0">
                  <a:solidFill>
                    <a:srgbClr val="00B0F0"/>
                  </a:solidFill>
                  <a:latin typeface="Palatino Linotype" panose="02040502050505030304" charset="0"/>
                  <a:ea typeface="+mn-ea"/>
                  <a:cs typeface="Palatino Linotype" panose="02040502050505030304" charset="0"/>
                </a:rPr>
                <a:t>1.1 Requirements</a:t>
              </a:r>
            </a:p>
          </p:txBody>
        </p:sp>
        <p:sp>
          <p:nvSpPr>
            <p:cNvPr id="238" name="文本框 237"/>
            <p:cNvSpPr txBox="1"/>
            <p:nvPr>
              <p:custDataLst>
                <p:tags r:id="rId3"/>
              </p:custDataLst>
            </p:nvPr>
          </p:nvSpPr>
          <p:spPr>
            <a:xfrm>
              <a:off x="839" y="2323"/>
              <a:ext cx="8083" cy="2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nchorCtr="0">
              <a:noAutofit/>
            </a:bodyPr>
            <a:lstStyle>
              <a:defPPr>
                <a:defRPr lang="zh-CN"/>
              </a:defPPr>
              <a:lvl1pPr>
                <a:lnSpc>
                  <a:spcPct val="120000"/>
                </a:lnSpc>
                <a:buFont typeface="Arial" panose="020B0604020202020204" pitchFamily="34" charset="0"/>
                <a:buNone/>
                <a:defRPr sz="1800">
                  <a:solidFill>
                    <a:sysClr val="windowText" lastClr="000000">
                      <a:lumMod val="50000"/>
                      <a:lumOff val="50000"/>
                    </a:sysClr>
                  </a:solidFill>
                </a:defRPr>
              </a:lvl1pPr>
            </a:lstStyle>
            <a:p>
              <a:pPr marL="285750" indent="-285750">
                <a:buClr>
                  <a:srgbClr val="00B0F0"/>
                </a:buClr>
                <a:buFont typeface="Wingdings" panose="05000000000000000000" charset="0"/>
                <a:buChar char="u"/>
              </a:pPr>
              <a:r>
                <a:rPr lang="en-US" altLang="zh-CN" sz="1600" b="0" i="0" dirty="0">
                  <a:solidFill>
                    <a:srgbClr val="222222"/>
                  </a:solidFill>
                  <a:effectLst/>
                  <a:latin typeface="Assistant" pitchFamily="2" charset="-79"/>
                  <a:cs typeface="Assistant" pitchFamily="2" charset="-79"/>
                </a:rPr>
                <a:t>This project requires you to parse two applications with different architectures for their DOS headers, NT headers (including signature, </a:t>
              </a:r>
              <a:r>
                <a:rPr lang="en-US" altLang="zh-CN" sz="1600" b="0" i="0" dirty="0" err="1">
                  <a:solidFill>
                    <a:srgbClr val="222222"/>
                  </a:solidFill>
                  <a:effectLst/>
                  <a:latin typeface="Assistant" pitchFamily="2" charset="-79"/>
                  <a:cs typeface="Assistant" pitchFamily="2" charset="-79"/>
                </a:rPr>
                <a:t>coff</a:t>
              </a:r>
              <a:r>
                <a:rPr lang="en-US" altLang="zh-CN" sz="1600" b="0" i="0" dirty="0">
                  <a:solidFill>
                    <a:srgbClr val="222222"/>
                  </a:solidFill>
                  <a:effectLst/>
                  <a:latin typeface="Assistant" pitchFamily="2" charset="-79"/>
                  <a:cs typeface="Assistant" pitchFamily="2" charset="-79"/>
                </a:rPr>
                <a:t> header and optional header), and section headers and print out their values in a format like (field name: field value). </a:t>
              </a:r>
            </a:p>
          </p:txBody>
        </p:sp>
      </p:grpSp>
      <p:sp>
        <p:nvSpPr>
          <p:cNvPr id="2" name="文本框 1"/>
          <p:cNvSpPr txBox="1"/>
          <p:nvPr/>
        </p:nvSpPr>
        <p:spPr>
          <a:xfrm>
            <a:off x="11434445" y="6061710"/>
            <a:ext cx="489585" cy="337185"/>
          </a:xfrm>
          <a:prstGeom prst="rect">
            <a:avLst/>
          </a:prstGeom>
          <a:noFill/>
        </p:spPr>
        <p:txBody>
          <a:bodyPr wrap="square" rtlCol="0">
            <a:spAutoFit/>
          </a:bodyPr>
          <a:lstStyle/>
          <a:p>
            <a:pPr algn="ctr"/>
            <a:r>
              <a:rPr lang="en-US" altLang="zh-CN" sz="1600">
                <a:latin typeface="Arial" panose="020B0604020202020204" pitchFamily="34" charset="0"/>
                <a:cs typeface="Arial" panose="020B0604020202020204" pitchFamily="34" charset="0"/>
              </a:rPr>
              <a:t>4</a:t>
            </a:r>
          </a:p>
        </p:txBody>
      </p:sp>
    </p:spTree>
    <p:extLst>
      <p:ext uri="{BB962C8B-B14F-4D97-AF65-F5344CB8AC3E}">
        <p14:creationId xmlns:p14="http://schemas.microsoft.com/office/powerpoint/2010/main" val="25349268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973454" y="97155"/>
            <a:ext cx="6121029" cy="719621"/>
          </a:xfrm>
          <a:prstGeom prst="rect">
            <a:avLst/>
          </a:prstGeom>
          <a:noFill/>
        </p:spPr>
        <p:txBody>
          <a:bodyPr wrap="square" rtlCol="0">
            <a:spAutoFit/>
          </a:bodyPr>
          <a:lstStyle/>
          <a:p>
            <a:pPr>
              <a:lnSpc>
                <a:spcPct val="130000"/>
              </a:lnSpc>
              <a:spcBef>
                <a:spcPts val="600"/>
              </a:spcBef>
            </a:pPr>
            <a:r>
              <a:rPr lang="en-US" sz="3500" b="1" dirty="0">
                <a:solidFill>
                  <a:srgbClr val="005CA2"/>
                </a:solidFill>
                <a:latin typeface="Arial" panose="020B0604020202020204" pitchFamily="34" charset="0"/>
                <a:cs typeface="Arial" panose="020B0604020202020204" pitchFamily="34" charset="0"/>
                <a:sym typeface="+mn-lt"/>
              </a:rPr>
              <a:t>1</a:t>
            </a:r>
            <a:r>
              <a:rPr lang="zh-CN" altLang="en-US" sz="3500" b="1" dirty="0">
                <a:solidFill>
                  <a:srgbClr val="005CA2"/>
                </a:solidFill>
                <a:latin typeface="Arial" panose="020B0604020202020204" pitchFamily="34" charset="0"/>
                <a:cs typeface="Arial" panose="020B0604020202020204" pitchFamily="34" charset="0"/>
                <a:sym typeface="+mn-lt"/>
              </a:rPr>
              <a:t> </a:t>
            </a:r>
            <a:r>
              <a:rPr lang="en-US" altLang="zh-CN" sz="3500" b="1" dirty="0">
                <a:solidFill>
                  <a:srgbClr val="005CA2"/>
                </a:solidFill>
                <a:latin typeface="Arial" panose="020B0604020202020204" pitchFamily="34" charset="0"/>
                <a:cs typeface="Arial" panose="020B0604020202020204" pitchFamily="34" charset="0"/>
                <a:sym typeface="+mn-lt"/>
              </a:rPr>
              <a:t>Project1</a:t>
            </a:r>
            <a:endParaRPr sz="3500" b="1" dirty="0">
              <a:solidFill>
                <a:srgbClr val="005CA2"/>
              </a:solidFill>
              <a:latin typeface="Arial" panose="020B0604020202020204" pitchFamily="34" charset="0"/>
              <a:cs typeface="Arial" panose="020B0604020202020204" pitchFamily="34" charset="0"/>
              <a:sym typeface="+mn-lt"/>
            </a:endParaRPr>
          </a:p>
        </p:txBody>
      </p:sp>
      <p:grpSp>
        <p:nvGrpSpPr>
          <p:cNvPr id="16" name="组合 15"/>
          <p:cNvGrpSpPr/>
          <p:nvPr/>
        </p:nvGrpSpPr>
        <p:grpSpPr>
          <a:xfrm>
            <a:off x="431825" y="1218473"/>
            <a:ext cx="5132705" cy="4311767"/>
            <a:chOff x="839" y="1816"/>
            <a:chExt cx="8083" cy="2989"/>
          </a:xfrm>
        </p:grpSpPr>
        <p:sp>
          <p:nvSpPr>
            <p:cNvPr id="225" name="Line 24"/>
            <p:cNvSpPr>
              <a:spLocks noChangeShapeType="1"/>
            </p:cNvSpPr>
            <p:nvPr>
              <p:custDataLst>
                <p:tags r:id="rId1"/>
              </p:custDataLst>
            </p:nvPr>
          </p:nvSpPr>
          <p:spPr bwMode="auto">
            <a:xfrm>
              <a:off x="839" y="3863"/>
              <a:ext cx="8013" cy="0"/>
            </a:xfrm>
            <a:prstGeom prst="line">
              <a:avLst/>
            </a:prstGeom>
            <a:noFill/>
            <a:ln w="6350">
              <a:solidFill>
                <a:srgbClr val="00B0F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EEECE1"/>
                    </a:outerShdw>
                  </a:effectLst>
                </a14:hiddenEffects>
              </a:ext>
            </a:extLst>
          </p:spPr>
          <p:txBody>
            <a:bodyPr wrap="square" lIns="90000" tIns="46800" rIns="90000" bIns="46800" anchor="ctr" anchorCtr="0">
              <a:normAutofit fontScale="25000" lnSpcReduction="20000"/>
            </a:bodyPr>
            <a:lstStyle/>
            <a:p>
              <a:endParaRPr lang="zh-CN" altLang="en-US" sz="1690">
                <a:solidFill>
                  <a:sysClr val="windowText" lastClr="000000">
                    <a:lumMod val="50000"/>
                    <a:lumOff val="50000"/>
                  </a:sysClr>
                </a:solidFill>
              </a:endParaRPr>
            </a:p>
          </p:txBody>
        </p:sp>
        <p:sp>
          <p:nvSpPr>
            <p:cNvPr id="226" name="文本框 225"/>
            <p:cNvSpPr txBox="1"/>
            <p:nvPr>
              <p:custDataLst>
                <p:tags r:id="rId2"/>
              </p:custDataLst>
            </p:nvPr>
          </p:nvSpPr>
          <p:spPr>
            <a:xfrm>
              <a:off x="839" y="1816"/>
              <a:ext cx="4904" cy="585"/>
            </a:xfrm>
            <a:prstGeom prst="rect">
              <a:avLst/>
            </a:prstGeom>
            <a:noFill/>
          </p:spPr>
          <p:txBody>
            <a:bodyPr wrap="square" lIns="90000" tIns="46800" rIns="90000" bIns="46800" rtlCol="0" anchor="ctr" anchorCtr="0"/>
            <a:lstStyle/>
            <a:p>
              <a:r>
                <a:rPr lang="en-US" altLang="zh-CN" b="1" dirty="0">
                  <a:solidFill>
                    <a:srgbClr val="00B0F0"/>
                  </a:solidFill>
                  <a:latin typeface="Palatino Linotype" panose="02040502050505030304" charset="0"/>
                  <a:ea typeface="+mn-ea"/>
                  <a:cs typeface="Palatino Linotype" panose="02040502050505030304" charset="0"/>
                </a:rPr>
                <a:t>1.2 challenges and solutions</a:t>
              </a:r>
            </a:p>
          </p:txBody>
        </p:sp>
        <p:sp>
          <p:nvSpPr>
            <p:cNvPr id="238" name="文本框 237"/>
            <p:cNvSpPr txBox="1"/>
            <p:nvPr>
              <p:custDataLst>
                <p:tags r:id="rId3"/>
              </p:custDataLst>
            </p:nvPr>
          </p:nvSpPr>
          <p:spPr>
            <a:xfrm>
              <a:off x="839" y="2323"/>
              <a:ext cx="8083" cy="2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nchorCtr="0">
              <a:noAutofit/>
            </a:bodyPr>
            <a:lstStyle>
              <a:defPPr>
                <a:defRPr lang="zh-CN"/>
              </a:defPPr>
              <a:lvl1pPr>
                <a:lnSpc>
                  <a:spcPct val="120000"/>
                </a:lnSpc>
                <a:buFont typeface="Arial" panose="020B0604020202020204" pitchFamily="34" charset="0"/>
                <a:buNone/>
                <a:defRPr sz="1800">
                  <a:solidFill>
                    <a:sysClr val="windowText" lastClr="000000">
                      <a:lumMod val="50000"/>
                      <a:lumOff val="50000"/>
                    </a:sysClr>
                  </a:solidFill>
                </a:defRPr>
              </a:lvl1pPr>
            </a:lstStyle>
            <a:p>
              <a:pPr marL="285750" indent="-285750">
                <a:buClr>
                  <a:srgbClr val="00B0F0"/>
                </a:buClr>
                <a:buFont typeface="Wingdings" panose="05000000000000000000" charset="0"/>
                <a:buChar char="u"/>
              </a:pPr>
              <a:r>
                <a:rPr lang="en-US" altLang="zh-CN" sz="1700" dirty="0">
                  <a:solidFill>
                    <a:schemeClr val="tx1"/>
                  </a:solidFill>
                  <a:latin typeface="Palatino Linotype" panose="02040502050505030304" charset="0"/>
                  <a:sym typeface="+mn-ea"/>
                </a:rPr>
                <a:t>Before developing a program to parse the Headers, It is important to note the difference of the NT header between x64 and x86.</a:t>
              </a:r>
            </a:p>
            <a:p>
              <a:pPr marL="285750" indent="-285750">
                <a:buClr>
                  <a:srgbClr val="00B0F0"/>
                </a:buClr>
                <a:buFont typeface="Wingdings" panose="05000000000000000000" charset="0"/>
                <a:buChar char="u"/>
              </a:pPr>
              <a:r>
                <a:rPr lang="en-US" altLang="zh-CN" sz="1700" dirty="0">
                  <a:solidFill>
                    <a:schemeClr val="tx1"/>
                  </a:solidFill>
                  <a:latin typeface="Palatino Linotype" panose="02040502050505030304" charset="0"/>
                  <a:sym typeface="+mn-ea"/>
                </a:rPr>
                <a:t>The differences of it is that some members of optional header are different in x64 and x86. Please look at the screenshot. We can notice the </a:t>
              </a:r>
              <a:r>
                <a:rPr lang="en-US" altLang="zh-CN" sz="1700" dirty="0" err="1">
                  <a:solidFill>
                    <a:schemeClr val="tx1"/>
                  </a:solidFill>
                  <a:latin typeface="Palatino Linotype" panose="02040502050505030304" charset="0"/>
                  <a:sym typeface="+mn-ea"/>
                </a:rPr>
                <a:t>OptionalHeader</a:t>
              </a:r>
              <a:r>
                <a:rPr lang="en-US" altLang="zh-CN" sz="1700" dirty="0">
                  <a:solidFill>
                    <a:schemeClr val="tx1"/>
                  </a:solidFill>
                  <a:latin typeface="Palatino Linotype" panose="02040502050505030304" charset="0"/>
                  <a:sym typeface="+mn-ea"/>
                </a:rPr>
                <a:t> is different.</a:t>
              </a:r>
            </a:p>
            <a:p>
              <a:pPr marL="285750" indent="-285750">
                <a:buClr>
                  <a:srgbClr val="00B0F0"/>
                </a:buClr>
                <a:buFont typeface="Wingdings" panose="05000000000000000000" charset="0"/>
                <a:buChar char="u"/>
              </a:pPr>
              <a:r>
                <a:rPr lang="en-US" altLang="zh-CN" sz="1700" dirty="0">
                  <a:solidFill>
                    <a:schemeClr val="tx1"/>
                  </a:solidFill>
                  <a:latin typeface="Palatino Linotype" panose="02040502050505030304" charset="0"/>
                  <a:sym typeface="+mn-ea"/>
                </a:rPr>
                <a:t> If we parse the 32-bits exe by the structure `IMAGE_NT_HEADERS64` we will catch in a awkward situation.</a:t>
              </a:r>
            </a:p>
            <a:p>
              <a:pPr marL="285750" indent="-285750">
                <a:buClr>
                  <a:srgbClr val="00B0F0"/>
                </a:buClr>
                <a:buFont typeface="Wingdings" panose="05000000000000000000" charset="0"/>
                <a:buChar char="u"/>
              </a:pPr>
              <a:r>
                <a:rPr lang="en-US" altLang="zh-CN" sz="1700" dirty="0">
                  <a:solidFill>
                    <a:schemeClr val="tx1"/>
                  </a:solidFill>
                  <a:latin typeface="Palatino Linotype" panose="02040502050505030304" charset="0"/>
                  <a:sym typeface="+mn-ea"/>
                </a:rPr>
                <a:t>Solution: So we need to develop two functions to parse 32-bits exe and 64-bits exe respectively. </a:t>
              </a:r>
              <a:endParaRPr lang="zh-CN" altLang="en-US" sz="1700" dirty="0">
                <a:solidFill>
                  <a:schemeClr val="tx1"/>
                </a:solidFill>
                <a:latin typeface="Palatino Linotype" panose="02040502050505030304" charset="0"/>
                <a:sym typeface="+mn-ea"/>
              </a:endParaRPr>
            </a:p>
          </p:txBody>
        </p:sp>
      </p:grpSp>
      <p:sp>
        <p:nvSpPr>
          <p:cNvPr id="2" name="文本框 1"/>
          <p:cNvSpPr txBox="1"/>
          <p:nvPr/>
        </p:nvSpPr>
        <p:spPr>
          <a:xfrm>
            <a:off x="11434445" y="6061710"/>
            <a:ext cx="489585" cy="337185"/>
          </a:xfrm>
          <a:prstGeom prst="rect">
            <a:avLst/>
          </a:prstGeom>
          <a:noFill/>
        </p:spPr>
        <p:txBody>
          <a:bodyPr wrap="square" rtlCol="0">
            <a:spAutoFit/>
          </a:bodyPr>
          <a:lstStyle/>
          <a:p>
            <a:pPr algn="ctr"/>
            <a:r>
              <a:rPr lang="en-US" altLang="zh-CN" sz="1600">
                <a:latin typeface="Arial" panose="020B0604020202020204" pitchFamily="34" charset="0"/>
                <a:cs typeface="Arial" panose="020B0604020202020204" pitchFamily="34" charset="0"/>
              </a:rPr>
              <a:t>4</a:t>
            </a:r>
          </a:p>
        </p:txBody>
      </p:sp>
      <p:pic>
        <p:nvPicPr>
          <p:cNvPr id="5" name="图片 4">
            <a:extLst>
              <a:ext uri="{FF2B5EF4-FFF2-40B4-BE49-F238E27FC236}">
                <a16:creationId xmlns:a16="http://schemas.microsoft.com/office/drawing/2014/main" id="{7F73D0EF-FA01-582C-CE67-91E362659BF5}"/>
              </a:ext>
            </a:extLst>
          </p:cNvPr>
          <p:cNvPicPr>
            <a:picLocks noChangeAspect="1"/>
          </p:cNvPicPr>
          <p:nvPr/>
        </p:nvPicPr>
        <p:blipFill>
          <a:blip r:embed="rId6"/>
          <a:stretch>
            <a:fillRect/>
          </a:stretch>
        </p:blipFill>
        <p:spPr>
          <a:xfrm>
            <a:off x="6591769" y="0"/>
            <a:ext cx="5591175" cy="3019425"/>
          </a:xfrm>
          <a:prstGeom prst="rect">
            <a:avLst/>
          </a:prstGeom>
        </p:spPr>
      </p:pic>
      <p:pic>
        <p:nvPicPr>
          <p:cNvPr id="6" name="图片 5">
            <a:extLst>
              <a:ext uri="{FF2B5EF4-FFF2-40B4-BE49-F238E27FC236}">
                <a16:creationId xmlns:a16="http://schemas.microsoft.com/office/drawing/2014/main" id="{1C90D54F-5AA5-DCFB-DAD1-D6222013BEFE}"/>
              </a:ext>
            </a:extLst>
          </p:cNvPr>
          <p:cNvPicPr>
            <a:picLocks noChangeAspect="1"/>
          </p:cNvPicPr>
          <p:nvPr/>
        </p:nvPicPr>
        <p:blipFill>
          <a:blip r:embed="rId7"/>
          <a:stretch>
            <a:fillRect/>
          </a:stretch>
        </p:blipFill>
        <p:spPr>
          <a:xfrm>
            <a:off x="5755710" y="3043421"/>
            <a:ext cx="6436290" cy="3018289"/>
          </a:xfrm>
          <a:prstGeom prst="rect">
            <a:avLst/>
          </a:prstGeom>
        </p:spPr>
      </p:pic>
    </p:spTree>
    <p:extLst>
      <p:ext uri="{BB962C8B-B14F-4D97-AF65-F5344CB8AC3E}">
        <p14:creationId xmlns:p14="http://schemas.microsoft.com/office/powerpoint/2010/main" val="8142439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973454" y="97155"/>
            <a:ext cx="6121029" cy="719621"/>
          </a:xfrm>
          <a:prstGeom prst="rect">
            <a:avLst/>
          </a:prstGeom>
          <a:noFill/>
        </p:spPr>
        <p:txBody>
          <a:bodyPr wrap="square" rtlCol="0">
            <a:spAutoFit/>
          </a:bodyPr>
          <a:lstStyle/>
          <a:p>
            <a:pPr>
              <a:lnSpc>
                <a:spcPct val="130000"/>
              </a:lnSpc>
              <a:spcBef>
                <a:spcPts val="600"/>
              </a:spcBef>
            </a:pPr>
            <a:r>
              <a:rPr lang="en-US" sz="3500" b="1" dirty="0">
                <a:solidFill>
                  <a:srgbClr val="005CA2"/>
                </a:solidFill>
                <a:latin typeface="Arial" panose="020B0604020202020204" pitchFamily="34" charset="0"/>
                <a:cs typeface="Arial" panose="020B0604020202020204" pitchFamily="34" charset="0"/>
                <a:sym typeface="+mn-lt"/>
              </a:rPr>
              <a:t>1</a:t>
            </a:r>
            <a:r>
              <a:rPr lang="zh-CN" altLang="en-US" sz="3500" b="1" dirty="0">
                <a:solidFill>
                  <a:srgbClr val="005CA2"/>
                </a:solidFill>
                <a:latin typeface="Arial" panose="020B0604020202020204" pitchFamily="34" charset="0"/>
                <a:cs typeface="Arial" panose="020B0604020202020204" pitchFamily="34" charset="0"/>
                <a:sym typeface="+mn-lt"/>
              </a:rPr>
              <a:t> </a:t>
            </a:r>
            <a:r>
              <a:rPr lang="en-US" altLang="zh-CN" sz="3500" b="1" dirty="0">
                <a:solidFill>
                  <a:srgbClr val="005CA2"/>
                </a:solidFill>
                <a:latin typeface="Arial" panose="020B0604020202020204" pitchFamily="34" charset="0"/>
                <a:cs typeface="Arial" panose="020B0604020202020204" pitchFamily="34" charset="0"/>
                <a:sym typeface="+mn-lt"/>
              </a:rPr>
              <a:t>Project1</a:t>
            </a:r>
            <a:endParaRPr sz="3500" b="1" dirty="0">
              <a:solidFill>
                <a:srgbClr val="005CA2"/>
              </a:solidFill>
              <a:latin typeface="Arial" panose="020B0604020202020204" pitchFamily="34" charset="0"/>
              <a:cs typeface="Arial" panose="020B0604020202020204" pitchFamily="34" charset="0"/>
              <a:sym typeface="+mn-lt"/>
            </a:endParaRPr>
          </a:p>
        </p:txBody>
      </p:sp>
      <p:grpSp>
        <p:nvGrpSpPr>
          <p:cNvPr id="16" name="组合 15"/>
          <p:cNvGrpSpPr/>
          <p:nvPr/>
        </p:nvGrpSpPr>
        <p:grpSpPr>
          <a:xfrm>
            <a:off x="431825" y="1218473"/>
            <a:ext cx="5201285" cy="4157415"/>
            <a:chOff x="839" y="1816"/>
            <a:chExt cx="8191" cy="2882"/>
          </a:xfrm>
        </p:grpSpPr>
        <p:sp>
          <p:nvSpPr>
            <p:cNvPr id="225" name="Line 24"/>
            <p:cNvSpPr>
              <a:spLocks noChangeShapeType="1"/>
            </p:cNvSpPr>
            <p:nvPr>
              <p:custDataLst>
                <p:tags r:id="rId1"/>
              </p:custDataLst>
            </p:nvPr>
          </p:nvSpPr>
          <p:spPr bwMode="auto">
            <a:xfrm>
              <a:off x="839" y="3863"/>
              <a:ext cx="8013" cy="0"/>
            </a:xfrm>
            <a:prstGeom prst="line">
              <a:avLst/>
            </a:prstGeom>
            <a:noFill/>
            <a:ln w="6350">
              <a:solidFill>
                <a:srgbClr val="00B0F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EEECE1"/>
                    </a:outerShdw>
                  </a:effectLst>
                </a14:hiddenEffects>
              </a:ext>
            </a:extLst>
          </p:spPr>
          <p:txBody>
            <a:bodyPr wrap="square" lIns="90000" tIns="46800" rIns="90000" bIns="46800" anchor="ctr" anchorCtr="0">
              <a:normAutofit fontScale="25000" lnSpcReduction="20000"/>
            </a:bodyPr>
            <a:lstStyle/>
            <a:p>
              <a:endParaRPr lang="zh-CN" altLang="en-US" sz="1690">
                <a:solidFill>
                  <a:sysClr val="windowText" lastClr="000000">
                    <a:lumMod val="50000"/>
                    <a:lumOff val="50000"/>
                  </a:sysClr>
                </a:solidFill>
              </a:endParaRPr>
            </a:p>
          </p:txBody>
        </p:sp>
        <p:sp>
          <p:nvSpPr>
            <p:cNvPr id="226" name="文本框 225"/>
            <p:cNvSpPr txBox="1"/>
            <p:nvPr>
              <p:custDataLst>
                <p:tags r:id="rId2"/>
              </p:custDataLst>
            </p:nvPr>
          </p:nvSpPr>
          <p:spPr>
            <a:xfrm>
              <a:off x="839" y="1816"/>
              <a:ext cx="4904" cy="585"/>
            </a:xfrm>
            <a:prstGeom prst="rect">
              <a:avLst/>
            </a:prstGeom>
            <a:noFill/>
          </p:spPr>
          <p:txBody>
            <a:bodyPr wrap="square" lIns="90000" tIns="46800" rIns="90000" bIns="46800" rtlCol="0" anchor="ctr" anchorCtr="0"/>
            <a:lstStyle/>
            <a:p>
              <a:r>
                <a:rPr lang="en-US" altLang="zh-CN" b="1" dirty="0">
                  <a:solidFill>
                    <a:srgbClr val="00B0F0"/>
                  </a:solidFill>
                  <a:latin typeface="Palatino Linotype" panose="02040502050505030304" charset="0"/>
                  <a:ea typeface="+mn-ea"/>
                  <a:cs typeface="Palatino Linotype" panose="02040502050505030304" charset="0"/>
                </a:rPr>
                <a:t>1.3 Main Parts of Code</a:t>
              </a:r>
            </a:p>
          </p:txBody>
        </p:sp>
        <p:sp>
          <p:nvSpPr>
            <p:cNvPr id="238" name="文本框 237"/>
            <p:cNvSpPr txBox="1"/>
            <p:nvPr>
              <p:custDataLst>
                <p:tags r:id="rId3"/>
              </p:custDataLst>
            </p:nvPr>
          </p:nvSpPr>
          <p:spPr>
            <a:xfrm>
              <a:off x="947" y="2216"/>
              <a:ext cx="8083" cy="2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nchorCtr="0">
              <a:noAutofit/>
            </a:bodyPr>
            <a:lstStyle>
              <a:defPPr>
                <a:defRPr lang="zh-CN"/>
              </a:defPPr>
              <a:lvl1pPr>
                <a:lnSpc>
                  <a:spcPct val="120000"/>
                </a:lnSpc>
                <a:buFont typeface="Arial" panose="020B0604020202020204" pitchFamily="34" charset="0"/>
                <a:buNone/>
                <a:defRPr sz="1800">
                  <a:solidFill>
                    <a:sysClr val="windowText" lastClr="000000">
                      <a:lumMod val="50000"/>
                      <a:lumOff val="50000"/>
                    </a:sysClr>
                  </a:solidFill>
                </a:defRPr>
              </a:lvl1pPr>
            </a:lstStyle>
            <a:p>
              <a:pPr marL="285750" indent="-285750">
                <a:buClr>
                  <a:srgbClr val="00B0F0"/>
                </a:buClr>
                <a:buFont typeface="Wingdings" panose="05000000000000000000" charset="0"/>
                <a:buChar char="u"/>
              </a:pPr>
              <a:r>
                <a:rPr lang="en-US" altLang="zh-CN" sz="1700" dirty="0">
                  <a:solidFill>
                    <a:schemeClr val="tx1"/>
                  </a:solidFill>
                  <a:latin typeface="Palatino Linotype" panose="02040502050505030304" charset="0"/>
                  <a:sym typeface="+mn-ea"/>
                </a:rPr>
                <a:t>The code link:</a:t>
              </a:r>
              <a:r>
                <a:rPr lang="en-US" altLang="zh-CN" sz="1600" dirty="0">
                  <a:hlinkClick r:id="rId6"/>
                </a:rPr>
                <a:t>csci-591-fall2023-private/project1 at main · </a:t>
              </a:r>
              <a:r>
                <a:rPr lang="en-US" altLang="zh-CN" sz="1600" dirty="0" err="1">
                  <a:hlinkClick r:id="rId6"/>
                </a:rPr>
                <a:t>QXinHan</a:t>
              </a:r>
              <a:r>
                <a:rPr lang="en-US" altLang="zh-CN" sz="1600" dirty="0">
                  <a:hlinkClick r:id="rId6"/>
                </a:rPr>
                <a:t>/csci-591-fall2023-private (github.com)</a:t>
              </a:r>
              <a:endParaRPr lang="en-US" altLang="zh-CN" sz="1700" dirty="0">
                <a:solidFill>
                  <a:schemeClr val="tx1"/>
                </a:solidFill>
                <a:latin typeface="Palatino Linotype" panose="02040502050505030304" charset="0"/>
                <a:sym typeface="+mn-ea"/>
              </a:endParaRPr>
            </a:p>
            <a:p>
              <a:pPr marL="285750" indent="-285750">
                <a:buClr>
                  <a:srgbClr val="00B0F0"/>
                </a:buClr>
                <a:buFont typeface="Wingdings" panose="05000000000000000000" charset="0"/>
                <a:buChar char="u"/>
              </a:pPr>
              <a:r>
                <a:rPr lang="en-US" altLang="zh-CN" sz="1700" dirty="0">
                  <a:solidFill>
                    <a:schemeClr val="tx1"/>
                  </a:solidFill>
                  <a:latin typeface="Palatino Linotype" panose="02040502050505030304" charset="0"/>
                  <a:sym typeface="+mn-ea"/>
                </a:rPr>
                <a:t>I define a class named ‘</a:t>
              </a:r>
              <a:r>
                <a:rPr lang="en-US" altLang="zh-CN" sz="1700" dirty="0" err="1">
                  <a:solidFill>
                    <a:schemeClr val="tx1"/>
                  </a:solidFill>
                  <a:latin typeface="Palatino Linotype" panose="02040502050505030304" charset="0"/>
                  <a:sym typeface="+mn-ea"/>
                </a:rPr>
                <a:t>parsePE</a:t>
              </a:r>
              <a:r>
                <a:rPr lang="en-US" altLang="zh-CN" sz="1700" dirty="0">
                  <a:solidFill>
                    <a:schemeClr val="tx1"/>
                  </a:solidFill>
                  <a:latin typeface="Palatino Linotype" panose="02040502050505030304" charset="0"/>
                  <a:sym typeface="+mn-ea"/>
                </a:rPr>
                <a:t>’ in ‘</a:t>
              </a:r>
              <a:r>
                <a:rPr lang="en-US" altLang="zh-CN" sz="1700" dirty="0" err="1">
                  <a:solidFill>
                    <a:schemeClr val="tx1"/>
                  </a:solidFill>
                  <a:latin typeface="Palatino Linotype" panose="02040502050505030304" charset="0"/>
                  <a:sym typeface="+mn-ea"/>
                </a:rPr>
                <a:t>function.h</a:t>
              </a:r>
              <a:r>
                <a:rPr lang="en-US" altLang="zh-CN" sz="1700" dirty="0">
                  <a:solidFill>
                    <a:schemeClr val="tx1"/>
                  </a:solidFill>
                  <a:latin typeface="Palatino Linotype" panose="02040502050505030304" charset="0"/>
                  <a:sym typeface="+mn-ea"/>
                </a:rPr>
                <a:t>’ to implement the function I want. </a:t>
              </a:r>
            </a:p>
            <a:p>
              <a:pPr marL="285750" indent="-285750">
                <a:buClr>
                  <a:srgbClr val="00B0F0"/>
                </a:buClr>
                <a:buFont typeface="Wingdings" panose="05000000000000000000" charset="0"/>
                <a:buChar char="u"/>
              </a:pPr>
              <a:r>
                <a:rPr lang="en-US" altLang="zh-CN" sz="1700" dirty="0">
                  <a:solidFill>
                    <a:schemeClr val="tx1"/>
                  </a:solidFill>
                  <a:latin typeface="Palatino Linotype" panose="02040502050505030304" charset="0"/>
                  <a:sym typeface="+mn-ea"/>
                </a:rPr>
                <a:t>Please notice that the section header is the same in x64 and x86, but we need to use the format `pointer + offset` to find the structure of the section header. The `offset` is different because of the difference of optional header.</a:t>
              </a:r>
              <a:endParaRPr lang="zh-CN" altLang="en-US" sz="1700" dirty="0">
                <a:solidFill>
                  <a:schemeClr val="tx1"/>
                </a:solidFill>
                <a:latin typeface="Palatino Linotype" panose="02040502050505030304" charset="0"/>
                <a:sym typeface="+mn-ea"/>
              </a:endParaRPr>
            </a:p>
          </p:txBody>
        </p:sp>
      </p:grpSp>
      <p:sp>
        <p:nvSpPr>
          <p:cNvPr id="2" name="文本框 1"/>
          <p:cNvSpPr txBox="1"/>
          <p:nvPr/>
        </p:nvSpPr>
        <p:spPr>
          <a:xfrm>
            <a:off x="11434445" y="6061710"/>
            <a:ext cx="489585" cy="337185"/>
          </a:xfrm>
          <a:prstGeom prst="rect">
            <a:avLst/>
          </a:prstGeom>
          <a:noFill/>
        </p:spPr>
        <p:txBody>
          <a:bodyPr wrap="square" rtlCol="0">
            <a:spAutoFit/>
          </a:bodyPr>
          <a:lstStyle/>
          <a:p>
            <a:pPr algn="ctr"/>
            <a:r>
              <a:rPr lang="en-US" altLang="zh-CN" sz="1600">
                <a:latin typeface="Arial" panose="020B0604020202020204" pitchFamily="34" charset="0"/>
                <a:cs typeface="Arial" panose="020B0604020202020204" pitchFamily="34" charset="0"/>
              </a:rPr>
              <a:t>4</a:t>
            </a:r>
          </a:p>
        </p:txBody>
      </p:sp>
      <p:pic>
        <p:nvPicPr>
          <p:cNvPr id="4" name="图片 3">
            <a:extLst>
              <a:ext uri="{FF2B5EF4-FFF2-40B4-BE49-F238E27FC236}">
                <a16:creationId xmlns:a16="http://schemas.microsoft.com/office/drawing/2014/main" id="{905894FD-0EDA-D5E6-3465-71EDEAD03B43}"/>
              </a:ext>
            </a:extLst>
          </p:cNvPr>
          <p:cNvPicPr>
            <a:picLocks noChangeAspect="1"/>
          </p:cNvPicPr>
          <p:nvPr/>
        </p:nvPicPr>
        <p:blipFill>
          <a:blip r:embed="rId7"/>
          <a:stretch>
            <a:fillRect/>
          </a:stretch>
        </p:blipFill>
        <p:spPr>
          <a:xfrm>
            <a:off x="6008341" y="0"/>
            <a:ext cx="6121029" cy="6410116"/>
          </a:xfrm>
          <a:prstGeom prst="rect">
            <a:avLst/>
          </a:prstGeom>
        </p:spPr>
      </p:pic>
    </p:spTree>
    <p:extLst>
      <p:ext uri="{BB962C8B-B14F-4D97-AF65-F5344CB8AC3E}">
        <p14:creationId xmlns:p14="http://schemas.microsoft.com/office/powerpoint/2010/main" val="6220659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973454" y="97155"/>
            <a:ext cx="6121029" cy="719621"/>
          </a:xfrm>
          <a:prstGeom prst="rect">
            <a:avLst/>
          </a:prstGeom>
          <a:noFill/>
        </p:spPr>
        <p:txBody>
          <a:bodyPr wrap="square" rtlCol="0">
            <a:spAutoFit/>
          </a:bodyPr>
          <a:lstStyle/>
          <a:p>
            <a:pPr>
              <a:lnSpc>
                <a:spcPct val="130000"/>
              </a:lnSpc>
              <a:spcBef>
                <a:spcPts val="600"/>
              </a:spcBef>
            </a:pPr>
            <a:r>
              <a:rPr lang="en-US" sz="3500" b="1" dirty="0">
                <a:solidFill>
                  <a:srgbClr val="005CA2"/>
                </a:solidFill>
                <a:latin typeface="Arial" panose="020B0604020202020204" pitchFamily="34" charset="0"/>
                <a:cs typeface="Arial" panose="020B0604020202020204" pitchFamily="34" charset="0"/>
                <a:sym typeface="+mn-lt"/>
              </a:rPr>
              <a:t>1</a:t>
            </a:r>
            <a:r>
              <a:rPr lang="zh-CN" altLang="en-US" sz="3500" b="1" dirty="0">
                <a:solidFill>
                  <a:srgbClr val="005CA2"/>
                </a:solidFill>
                <a:latin typeface="Arial" panose="020B0604020202020204" pitchFamily="34" charset="0"/>
                <a:cs typeface="Arial" panose="020B0604020202020204" pitchFamily="34" charset="0"/>
                <a:sym typeface="+mn-lt"/>
              </a:rPr>
              <a:t> </a:t>
            </a:r>
            <a:r>
              <a:rPr lang="en-US" altLang="zh-CN" sz="3500" b="1" dirty="0">
                <a:solidFill>
                  <a:srgbClr val="005CA2"/>
                </a:solidFill>
                <a:latin typeface="Arial" panose="020B0604020202020204" pitchFamily="34" charset="0"/>
                <a:cs typeface="Arial" panose="020B0604020202020204" pitchFamily="34" charset="0"/>
                <a:sym typeface="+mn-lt"/>
              </a:rPr>
              <a:t>Project1</a:t>
            </a:r>
            <a:endParaRPr sz="3500" b="1" dirty="0">
              <a:solidFill>
                <a:srgbClr val="005CA2"/>
              </a:solidFill>
              <a:latin typeface="Arial" panose="020B0604020202020204" pitchFamily="34" charset="0"/>
              <a:cs typeface="Arial" panose="020B0604020202020204" pitchFamily="34" charset="0"/>
              <a:sym typeface="+mn-lt"/>
            </a:endParaRPr>
          </a:p>
        </p:txBody>
      </p:sp>
      <p:grpSp>
        <p:nvGrpSpPr>
          <p:cNvPr id="16" name="组合 15"/>
          <p:cNvGrpSpPr/>
          <p:nvPr/>
        </p:nvGrpSpPr>
        <p:grpSpPr>
          <a:xfrm>
            <a:off x="387375" y="1218473"/>
            <a:ext cx="5132705" cy="3580397"/>
            <a:chOff x="769" y="1816"/>
            <a:chExt cx="8083" cy="2482"/>
          </a:xfrm>
        </p:grpSpPr>
        <p:sp>
          <p:nvSpPr>
            <p:cNvPr id="225" name="Line 24"/>
            <p:cNvSpPr>
              <a:spLocks noChangeShapeType="1"/>
            </p:cNvSpPr>
            <p:nvPr>
              <p:custDataLst>
                <p:tags r:id="rId1"/>
              </p:custDataLst>
            </p:nvPr>
          </p:nvSpPr>
          <p:spPr bwMode="auto">
            <a:xfrm>
              <a:off x="839" y="3863"/>
              <a:ext cx="8013" cy="0"/>
            </a:xfrm>
            <a:prstGeom prst="line">
              <a:avLst/>
            </a:prstGeom>
            <a:noFill/>
            <a:ln w="6350">
              <a:solidFill>
                <a:srgbClr val="00B0F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EEECE1"/>
                    </a:outerShdw>
                  </a:effectLst>
                </a14:hiddenEffects>
              </a:ext>
            </a:extLst>
          </p:spPr>
          <p:txBody>
            <a:bodyPr wrap="square" lIns="90000" tIns="46800" rIns="90000" bIns="46800" anchor="ctr" anchorCtr="0">
              <a:normAutofit fontScale="25000" lnSpcReduction="20000"/>
            </a:bodyPr>
            <a:lstStyle/>
            <a:p>
              <a:endParaRPr lang="zh-CN" altLang="en-US" sz="1690">
                <a:solidFill>
                  <a:sysClr val="windowText" lastClr="000000">
                    <a:lumMod val="50000"/>
                    <a:lumOff val="50000"/>
                  </a:sysClr>
                </a:solidFill>
              </a:endParaRPr>
            </a:p>
          </p:txBody>
        </p:sp>
        <p:sp>
          <p:nvSpPr>
            <p:cNvPr id="226" name="文本框 225"/>
            <p:cNvSpPr txBox="1"/>
            <p:nvPr>
              <p:custDataLst>
                <p:tags r:id="rId2"/>
              </p:custDataLst>
            </p:nvPr>
          </p:nvSpPr>
          <p:spPr>
            <a:xfrm>
              <a:off x="839" y="1816"/>
              <a:ext cx="4904" cy="585"/>
            </a:xfrm>
            <a:prstGeom prst="rect">
              <a:avLst/>
            </a:prstGeom>
            <a:noFill/>
          </p:spPr>
          <p:txBody>
            <a:bodyPr wrap="square" lIns="90000" tIns="46800" rIns="90000" bIns="46800" rtlCol="0" anchor="ctr" anchorCtr="0"/>
            <a:lstStyle/>
            <a:p>
              <a:r>
                <a:rPr lang="en-US" altLang="zh-CN" b="1" dirty="0">
                  <a:solidFill>
                    <a:srgbClr val="00B0F0"/>
                  </a:solidFill>
                  <a:latin typeface="Palatino Linotype" panose="02040502050505030304" charset="0"/>
                  <a:ea typeface="+mn-ea"/>
                  <a:cs typeface="Palatino Linotype" panose="02040502050505030304" charset="0"/>
                </a:rPr>
                <a:t>1.3 Main Parts of Code</a:t>
              </a:r>
            </a:p>
          </p:txBody>
        </p:sp>
        <p:sp>
          <p:nvSpPr>
            <p:cNvPr id="238" name="文本框 237"/>
            <p:cNvSpPr txBox="1"/>
            <p:nvPr>
              <p:custDataLst>
                <p:tags r:id="rId3"/>
              </p:custDataLst>
            </p:nvPr>
          </p:nvSpPr>
          <p:spPr>
            <a:xfrm>
              <a:off x="769" y="1816"/>
              <a:ext cx="8083" cy="2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nchorCtr="0">
              <a:noAutofit/>
            </a:bodyPr>
            <a:lstStyle>
              <a:defPPr>
                <a:defRPr lang="zh-CN"/>
              </a:defPPr>
              <a:lvl1pPr>
                <a:lnSpc>
                  <a:spcPct val="120000"/>
                </a:lnSpc>
                <a:buFont typeface="Arial" panose="020B0604020202020204" pitchFamily="34" charset="0"/>
                <a:buNone/>
                <a:defRPr sz="1800">
                  <a:solidFill>
                    <a:sysClr val="windowText" lastClr="000000">
                      <a:lumMod val="50000"/>
                      <a:lumOff val="50000"/>
                    </a:sysClr>
                  </a:solidFill>
                </a:defRPr>
              </a:lvl1pPr>
            </a:lstStyle>
            <a:p>
              <a:pPr marL="285750" indent="-285750">
                <a:buClr>
                  <a:srgbClr val="00B0F0"/>
                </a:buClr>
                <a:buFont typeface="Wingdings" panose="05000000000000000000" charset="0"/>
                <a:buChar char="u"/>
              </a:pPr>
              <a:r>
                <a:rPr lang="en-US" altLang="zh-CN" sz="1700" dirty="0">
                  <a:solidFill>
                    <a:schemeClr val="tx1"/>
                  </a:solidFill>
                  <a:latin typeface="Palatino Linotype" panose="02040502050505030304" charset="0"/>
                  <a:sym typeface="+mn-ea"/>
                </a:rPr>
                <a:t>I think the most important function is the `</a:t>
              </a:r>
              <a:r>
                <a:rPr lang="en-US" altLang="zh-CN" sz="1800" dirty="0">
                  <a:solidFill>
                    <a:srgbClr val="000000"/>
                  </a:solidFill>
                  <a:latin typeface="新宋体" panose="02010609030101010101" pitchFamily="49" charset="-122"/>
                  <a:ea typeface="新宋体" panose="02010609030101010101" pitchFamily="49" charset="-122"/>
                </a:rPr>
                <a:t>Jude32or64(FILE* file)</a:t>
              </a:r>
              <a:r>
                <a:rPr lang="en-US" altLang="zh-CN" sz="1700" dirty="0">
                  <a:solidFill>
                    <a:schemeClr val="tx1"/>
                  </a:solidFill>
                  <a:latin typeface="Palatino Linotype" panose="02040502050505030304" charset="0"/>
                  <a:sym typeface="+mn-ea"/>
                </a:rPr>
                <a:t>`, it is used to judge whether the executable is 32-bits or 64-bits.</a:t>
              </a:r>
            </a:p>
            <a:p>
              <a:pPr marL="285750" indent="-285750">
                <a:buClr>
                  <a:srgbClr val="00B0F0"/>
                </a:buClr>
                <a:buFont typeface="Wingdings" panose="05000000000000000000" charset="0"/>
                <a:buChar char="u"/>
              </a:pPr>
              <a:r>
                <a:rPr lang="en-US" altLang="zh-CN" sz="1700" dirty="0">
                  <a:solidFill>
                    <a:schemeClr val="tx1"/>
                  </a:solidFill>
                  <a:latin typeface="Palatino Linotype" panose="02040502050505030304" charset="0"/>
                  <a:sym typeface="+mn-ea"/>
                </a:rPr>
                <a:t>Notice: the member `Magic` is the same as in 32-bits executable.(The first member of the structure and the size is the same.) </a:t>
              </a:r>
            </a:p>
            <a:p>
              <a:pPr marL="285750" indent="-285750">
                <a:buClr>
                  <a:srgbClr val="00B0F0"/>
                </a:buClr>
                <a:buFont typeface="Wingdings" panose="05000000000000000000" charset="0"/>
                <a:buChar char="u"/>
              </a:pPr>
              <a:endParaRPr lang="zh-CN" altLang="en-US" sz="1700" dirty="0">
                <a:solidFill>
                  <a:schemeClr val="tx1"/>
                </a:solidFill>
                <a:latin typeface="Palatino Linotype" panose="02040502050505030304" charset="0"/>
                <a:sym typeface="+mn-ea"/>
              </a:endParaRPr>
            </a:p>
          </p:txBody>
        </p:sp>
      </p:grpSp>
      <p:sp>
        <p:nvSpPr>
          <p:cNvPr id="2" name="文本框 1"/>
          <p:cNvSpPr txBox="1"/>
          <p:nvPr/>
        </p:nvSpPr>
        <p:spPr>
          <a:xfrm>
            <a:off x="11434445" y="6061710"/>
            <a:ext cx="489585" cy="337185"/>
          </a:xfrm>
          <a:prstGeom prst="rect">
            <a:avLst/>
          </a:prstGeom>
          <a:noFill/>
        </p:spPr>
        <p:txBody>
          <a:bodyPr wrap="square" rtlCol="0">
            <a:spAutoFit/>
          </a:bodyPr>
          <a:lstStyle/>
          <a:p>
            <a:pPr algn="ctr"/>
            <a:r>
              <a:rPr lang="en-US" altLang="zh-CN" sz="1600">
                <a:latin typeface="Arial" panose="020B0604020202020204" pitchFamily="34" charset="0"/>
                <a:cs typeface="Arial" panose="020B0604020202020204" pitchFamily="34" charset="0"/>
              </a:rPr>
              <a:t>4</a:t>
            </a:r>
          </a:p>
        </p:txBody>
      </p:sp>
      <p:pic>
        <p:nvPicPr>
          <p:cNvPr id="5" name="图片 4">
            <a:extLst>
              <a:ext uri="{FF2B5EF4-FFF2-40B4-BE49-F238E27FC236}">
                <a16:creationId xmlns:a16="http://schemas.microsoft.com/office/drawing/2014/main" id="{2E1F5F33-4E24-722F-22CF-3C6F2C93C08F}"/>
              </a:ext>
            </a:extLst>
          </p:cNvPr>
          <p:cNvPicPr>
            <a:picLocks noChangeAspect="1"/>
          </p:cNvPicPr>
          <p:nvPr/>
        </p:nvPicPr>
        <p:blipFill>
          <a:blip r:embed="rId6"/>
          <a:stretch>
            <a:fillRect/>
          </a:stretch>
        </p:blipFill>
        <p:spPr>
          <a:xfrm>
            <a:off x="488192" y="3830881"/>
            <a:ext cx="7620000" cy="2399421"/>
          </a:xfrm>
          <a:prstGeom prst="rect">
            <a:avLst/>
          </a:prstGeom>
        </p:spPr>
      </p:pic>
    </p:spTree>
    <p:extLst>
      <p:ext uri="{BB962C8B-B14F-4D97-AF65-F5344CB8AC3E}">
        <p14:creationId xmlns:p14="http://schemas.microsoft.com/office/powerpoint/2010/main" val="5035031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973454" y="97155"/>
            <a:ext cx="6121029" cy="719621"/>
          </a:xfrm>
          <a:prstGeom prst="rect">
            <a:avLst/>
          </a:prstGeom>
          <a:noFill/>
        </p:spPr>
        <p:txBody>
          <a:bodyPr wrap="square" rtlCol="0">
            <a:spAutoFit/>
          </a:bodyPr>
          <a:lstStyle/>
          <a:p>
            <a:pPr>
              <a:lnSpc>
                <a:spcPct val="130000"/>
              </a:lnSpc>
              <a:spcBef>
                <a:spcPts val="600"/>
              </a:spcBef>
            </a:pPr>
            <a:r>
              <a:rPr lang="en-US" sz="3500" b="1" dirty="0">
                <a:solidFill>
                  <a:srgbClr val="005CA2"/>
                </a:solidFill>
                <a:latin typeface="Arial" panose="020B0604020202020204" pitchFamily="34" charset="0"/>
                <a:cs typeface="Arial" panose="020B0604020202020204" pitchFamily="34" charset="0"/>
                <a:sym typeface="+mn-lt"/>
              </a:rPr>
              <a:t>1</a:t>
            </a:r>
            <a:r>
              <a:rPr lang="zh-CN" altLang="en-US" sz="3500" b="1" dirty="0">
                <a:solidFill>
                  <a:srgbClr val="005CA2"/>
                </a:solidFill>
                <a:latin typeface="Arial" panose="020B0604020202020204" pitchFamily="34" charset="0"/>
                <a:cs typeface="Arial" panose="020B0604020202020204" pitchFamily="34" charset="0"/>
                <a:sym typeface="+mn-lt"/>
              </a:rPr>
              <a:t> </a:t>
            </a:r>
            <a:r>
              <a:rPr lang="en-US" altLang="zh-CN" sz="3500" b="1" dirty="0">
                <a:solidFill>
                  <a:srgbClr val="005CA2"/>
                </a:solidFill>
                <a:latin typeface="Arial" panose="020B0604020202020204" pitchFamily="34" charset="0"/>
                <a:cs typeface="Arial" panose="020B0604020202020204" pitchFamily="34" charset="0"/>
                <a:sym typeface="+mn-lt"/>
              </a:rPr>
              <a:t>Project1</a:t>
            </a:r>
            <a:endParaRPr sz="3500" b="1" dirty="0">
              <a:solidFill>
                <a:srgbClr val="005CA2"/>
              </a:solidFill>
              <a:latin typeface="Arial" panose="020B0604020202020204" pitchFamily="34" charset="0"/>
              <a:cs typeface="Arial" panose="020B0604020202020204" pitchFamily="34" charset="0"/>
              <a:sym typeface="+mn-lt"/>
            </a:endParaRPr>
          </a:p>
        </p:txBody>
      </p:sp>
      <p:grpSp>
        <p:nvGrpSpPr>
          <p:cNvPr id="16" name="组合 15"/>
          <p:cNvGrpSpPr/>
          <p:nvPr/>
        </p:nvGrpSpPr>
        <p:grpSpPr>
          <a:xfrm>
            <a:off x="387375" y="1218473"/>
            <a:ext cx="5132705" cy="3580397"/>
            <a:chOff x="769" y="1816"/>
            <a:chExt cx="8083" cy="2482"/>
          </a:xfrm>
        </p:grpSpPr>
        <p:sp>
          <p:nvSpPr>
            <p:cNvPr id="225" name="Line 24"/>
            <p:cNvSpPr>
              <a:spLocks noChangeShapeType="1"/>
            </p:cNvSpPr>
            <p:nvPr>
              <p:custDataLst>
                <p:tags r:id="rId1"/>
              </p:custDataLst>
            </p:nvPr>
          </p:nvSpPr>
          <p:spPr bwMode="auto">
            <a:xfrm>
              <a:off x="839" y="3863"/>
              <a:ext cx="8013" cy="0"/>
            </a:xfrm>
            <a:prstGeom prst="line">
              <a:avLst/>
            </a:prstGeom>
            <a:noFill/>
            <a:ln w="6350">
              <a:solidFill>
                <a:srgbClr val="00B0F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EEECE1"/>
                    </a:outerShdw>
                  </a:effectLst>
                </a14:hiddenEffects>
              </a:ext>
            </a:extLst>
          </p:spPr>
          <p:txBody>
            <a:bodyPr wrap="square" lIns="90000" tIns="46800" rIns="90000" bIns="46800" anchor="ctr" anchorCtr="0">
              <a:normAutofit fontScale="25000" lnSpcReduction="20000"/>
            </a:bodyPr>
            <a:lstStyle/>
            <a:p>
              <a:endParaRPr lang="zh-CN" altLang="en-US" sz="1690">
                <a:solidFill>
                  <a:sysClr val="windowText" lastClr="000000">
                    <a:lumMod val="50000"/>
                    <a:lumOff val="50000"/>
                  </a:sysClr>
                </a:solidFill>
              </a:endParaRPr>
            </a:p>
          </p:txBody>
        </p:sp>
        <p:sp>
          <p:nvSpPr>
            <p:cNvPr id="226" name="文本框 225"/>
            <p:cNvSpPr txBox="1"/>
            <p:nvPr>
              <p:custDataLst>
                <p:tags r:id="rId2"/>
              </p:custDataLst>
            </p:nvPr>
          </p:nvSpPr>
          <p:spPr>
            <a:xfrm>
              <a:off x="839" y="1816"/>
              <a:ext cx="4904" cy="585"/>
            </a:xfrm>
            <a:prstGeom prst="rect">
              <a:avLst/>
            </a:prstGeom>
            <a:noFill/>
          </p:spPr>
          <p:txBody>
            <a:bodyPr wrap="square" lIns="90000" tIns="46800" rIns="90000" bIns="46800" rtlCol="0" anchor="ctr" anchorCtr="0"/>
            <a:lstStyle/>
            <a:p>
              <a:r>
                <a:rPr lang="en-US" altLang="zh-CN" b="1" dirty="0">
                  <a:solidFill>
                    <a:srgbClr val="00B0F0"/>
                  </a:solidFill>
                  <a:latin typeface="Palatino Linotype" panose="02040502050505030304" charset="0"/>
                  <a:ea typeface="+mn-ea"/>
                  <a:cs typeface="Palatino Linotype" panose="02040502050505030304" charset="0"/>
                </a:rPr>
                <a:t>1.3 Main Parts of Code</a:t>
              </a:r>
            </a:p>
          </p:txBody>
        </p:sp>
        <p:sp>
          <p:nvSpPr>
            <p:cNvPr id="238" name="文本框 237"/>
            <p:cNvSpPr txBox="1"/>
            <p:nvPr>
              <p:custDataLst>
                <p:tags r:id="rId3"/>
              </p:custDataLst>
            </p:nvPr>
          </p:nvSpPr>
          <p:spPr>
            <a:xfrm>
              <a:off x="769" y="1816"/>
              <a:ext cx="8083" cy="2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nchorCtr="0">
              <a:noAutofit/>
            </a:bodyPr>
            <a:lstStyle>
              <a:defPPr>
                <a:defRPr lang="zh-CN"/>
              </a:defPPr>
              <a:lvl1pPr>
                <a:lnSpc>
                  <a:spcPct val="120000"/>
                </a:lnSpc>
                <a:buFont typeface="Arial" panose="020B0604020202020204" pitchFamily="34" charset="0"/>
                <a:buNone/>
                <a:defRPr sz="1800">
                  <a:solidFill>
                    <a:sysClr val="windowText" lastClr="000000">
                      <a:lumMod val="50000"/>
                      <a:lumOff val="50000"/>
                    </a:sysClr>
                  </a:solidFill>
                </a:defRPr>
              </a:lvl1pPr>
            </a:lstStyle>
            <a:p>
              <a:pPr marL="285750" indent="-285750">
                <a:buClr>
                  <a:srgbClr val="00B0F0"/>
                </a:buClr>
                <a:buFont typeface="Wingdings" panose="05000000000000000000" charset="0"/>
                <a:buChar char="u"/>
              </a:pPr>
              <a:r>
                <a:rPr lang="en-US" altLang="zh-CN" sz="1700" dirty="0">
                  <a:solidFill>
                    <a:schemeClr val="tx1"/>
                  </a:solidFill>
                  <a:latin typeface="Palatino Linotype" panose="02040502050505030304" charset="0"/>
                  <a:sym typeface="+mn-ea"/>
                </a:rPr>
                <a:t>Knowing that there is nothing different between 32-bits executable and 64-bits executable in the structure DOS header, FILE header, and the member `Signature` in NT header so I print the value of them without judging it is 32-bits or 64-bits.</a:t>
              </a:r>
              <a:endParaRPr lang="zh-CN" altLang="en-US" sz="1700" dirty="0">
                <a:solidFill>
                  <a:schemeClr val="tx1"/>
                </a:solidFill>
                <a:latin typeface="Palatino Linotype" panose="02040502050505030304" charset="0"/>
                <a:sym typeface="+mn-ea"/>
              </a:endParaRPr>
            </a:p>
          </p:txBody>
        </p:sp>
      </p:grpSp>
      <p:sp>
        <p:nvSpPr>
          <p:cNvPr id="2" name="文本框 1"/>
          <p:cNvSpPr txBox="1"/>
          <p:nvPr/>
        </p:nvSpPr>
        <p:spPr>
          <a:xfrm>
            <a:off x="11434445" y="6061710"/>
            <a:ext cx="489585" cy="337185"/>
          </a:xfrm>
          <a:prstGeom prst="rect">
            <a:avLst/>
          </a:prstGeom>
          <a:noFill/>
        </p:spPr>
        <p:txBody>
          <a:bodyPr wrap="square" rtlCol="0">
            <a:spAutoFit/>
          </a:bodyPr>
          <a:lstStyle/>
          <a:p>
            <a:pPr algn="ctr"/>
            <a:r>
              <a:rPr lang="en-US" altLang="zh-CN" sz="1600">
                <a:latin typeface="Arial" panose="020B0604020202020204" pitchFamily="34" charset="0"/>
                <a:cs typeface="Arial" panose="020B0604020202020204" pitchFamily="34" charset="0"/>
              </a:rPr>
              <a:t>4</a:t>
            </a:r>
          </a:p>
        </p:txBody>
      </p:sp>
      <p:pic>
        <p:nvPicPr>
          <p:cNvPr id="4" name="图片 3">
            <a:extLst>
              <a:ext uri="{FF2B5EF4-FFF2-40B4-BE49-F238E27FC236}">
                <a16:creationId xmlns:a16="http://schemas.microsoft.com/office/drawing/2014/main" id="{647B7D14-E5A9-B17E-8561-ED81AA9A8E9A}"/>
              </a:ext>
            </a:extLst>
          </p:cNvPr>
          <p:cNvPicPr>
            <a:picLocks noChangeAspect="1"/>
          </p:cNvPicPr>
          <p:nvPr/>
        </p:nvPicPr>
        <p:blipFill>
          <a:blip r:embed="rId6"/>
          <a:stretch>
            <a:fillRect/>
          </a:stretch>
        </p:blipFill>
        <p:spPr>
          <a:xfrm>
            <a:off x="5752971" y="-1"/>
            <a:ext cx="6439030" cy="6494745"/>
          </a:xfrm>
          <a:prstGeom prst="rect">
            <a:avLst/>
          </a:prstGeom>
        </p:spPr>
      </p:pic>
    </p:spTree>
    <p:extLst>
      <p:ext uri="{BB962C8B-B14F-4D97-AF65-F5344CB8AC3E}">
        <p14:creationId xmlns:p14="http://schemas.microsoft.com/office/powerpoint/2010/main" val="35096176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973454" y="97155"/>
            <a:ext cx="6121029" cy="719621"/>
          </a:xfrm>
          <a:prstGeom prst="rect">
            <a:avLst/>
          </a:prstGeom>
          <a:noFill/>
        </p:spPr>
        <p:txBody>
          <a:bodyPr wrap="square" rtlCol="0">
            <a:spAutoFit/>
          </a:bodyPr>
          <a:lstStyle/>
          <a:p>
            <a:pPr>
              <a:lnSpc>
                <a:spcPct val="130000"/>
              </a:lnSpc>
              <a:spcBef>
                <a:spcPts val="600"/>
              </a:spcBef>
            </a:pPr>
            <a:r>
              <a:rPr lang="en-US" sz="3500" b="1" dirty="0">
                <a:solidFill>
                  <a:srgbClr val="005CA2"/>
                </a:solidFill>
                <a:latin typeface="Arial" panose="020B0604020202020204" pitchFamily="34" charset="0"/>
                <a:cs typeface="Arial" panose="020B0604020202020204" pitchFamily="34" charset="0"/>
                <a:sym typeface="+mn-lt"/>
              </a:rPr>
              <a:t>1</a:t>
            </a:r>
            <a:r>
              <a:rPr lang="zh-CN" altLang="en-US" sz="3500" b="1" dirty="0">
                <a:solidFill>
                  <a:srgbClr val="005CA2"/>
                </a:solidFill>
                <a:latin typeface="Arial" panose="020B0604020202020204" pitchFamily="34" charset="0"/>
                <a:cs typeface="Arial" panose="020B0604020202020204" pitchFamily="34" charset="0"/>
                <a:sym typeface="+mn-lt"/>
              </a:rPr>
              <a:t> </a:t>
            </a:r>
            <a:r>
              <a:rPr lang="en-US" altLang="zh-CN" sz="3500" b="1" dirty="0">
                <a:solidFill>
                  <a:srgbClr val="005CA2"/>
                </a:solidFill>
                <a:latin typeface="Arial" panose="020B0604020202020204" pitchFamily="34" charset="0"/>
                <a:cs typeface="Arial" panose="020B0604020202020204" pitchFamily="34" charset="0"/>
                <a:sym typeface="+mn-lt"/>
              </a:rPr>
              <a:t>Project1</a:t>
            </a:r>
            <a:endParaRPr sz="3500" b="1" dirty="0">
              <a:solidFill>
                <a:srgbClr val="005CA2"/>
              </a:solidFill>
              <a:latin typeface="Arial" panose="020B0604020202020204" pitchFamily="34" charset="0"/>
              <a:cs typeface="Arial" panose="020B0604020202020204" pitchFamily="34" charset="0"/>
              <a:sym typeface="+mn-lt"/>
            </a:endParaRPr>
          </a:p>
        </p:txBody>
      </p:sp>
      <p:grpSp>
        <p:nvGrpSpPr>
          <p:cNvPr id="16" name="组合 15"/>
          <p:cNvGrpSpPr/>
          <p:nvPr/>
        </p:nvGrpSpPr>
        <p:grpSpPr>
          <a:xfrm>
            <a:off x="387375" y="1425152"/>
            <a:ext cx="5132705" cy="3580397"/>
            <a:chOff x="769" y="1816"/>
            <a:chExt cx="8083" cy="2482"/>
          </a:xfrm>
        </p:grpSpPr>
        <p:sp>
          <p:nvSpPr>
            <p:cNvPr id="225" name="Line 24"/>
            <p:cNvSpPr>
              <a:spLocks noChangeShapeType="1"/>
            </p:cNvSpPr>
            <p:nvPr>
              <p:custDataLst>
                <p:tags r:id="rId1"/>
              </p:custDataLst>
            </p:nvPr>
          </p:nvSpPr>
          <p:spPr bwMode="auto">
            <a:xfrm>
              <a:off x="839" y="3863"/>
              <a:ext cx="8013" cy="0"/>
            </a:xfrm>
            <a:prstGeom prst="line">
              <a:avLst/>
            </a:prstGeom>
            <a:noFill/>
            <a:ln w="6350">
              <a:solidFill>
                <a:srgbClr val="00B0F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EEECE1"/>
                    </a:outerShdw>
                  </a:effectLst>
                </a14:hiddenEffects>
              </a:ext>
            </a:extLst>
          </p:spPr>
          <p:txBody>
            <a:bodyPr wrap="square" lIns="90000" tIns="46800" rIns="90000" bIns="46800" anchor="ctr" anchorCtr="0">
              <a:normAutofit fontScale="25000" lnSpcReduction="20000"/>
            </a:bodyPr>
            <a:lstStyle/>
            <a:p>
              <a:endParaRPr lang="zh-CN" altLang="en-US" sz="1690">
                <a:solidFill>
                  <a:sysClr val="windowText" lastClr="000000">
                    <a:lumMod val="50000"/>
                    <a:lumOff val="50000"/>
                  </a:sysClr>
                </a:solidFill>
              </a:endParaRPr>
            </a:p>
          </p:txBody>
        </p:sp>
        <p:sp>
          <p:nvSpPr>
            <p:cNvPr id="226" name="文本框 225"/>
            <p:cNvSpPr txBox="1"/>
            <p:nvPr>
              <p:custDataLst>
                <p:tags r:id="rId2"/>
              </p:custDataLst>
            </p:nvPr>
          </p:nvSpPr>
          <p:spPr>
            <a:xfrm>
              <a:off x="839" y="1816"/>
              <a:ext cx="4904" cy="585"/>
            </a:xfrm>
            <a:prstGeom prst="rect">
              <a:avLst/>
            </a:prstGeom>
            <a:noFill/>
          </p:spPr>
          <p:txBody>
            <a:bodyPr wrap="square" lIns="90000" tIns="46800" rIns="90000" bIns="46800" rtlCol="0" anchor="ctr" anchorCtr="0"/>
            <a:lstStyle/>
            <a:p>
              <a:r>
                <a:rPr lang="en-US" altLang="zh-CN" b="1" dirty="0">
                  <a:solidFill>
                    <a:srgbClr val="00B0F0"/>
                  </a:solidFill>
                  <a:latin typeface="Palatino Linotype" panose="02040502050505030304" charset="0"/>
                  <a:ea typeface="+mn-ea"/>
                  <a:cs typeface="Palatino Linotype" panose="02040502050505030304" charset="0"/>
                </a:rPr>
                <a:t>1.3 Main Parts of Code</a:t>
              </a:r>
            </a:p>
          </p:txBody>
        </p:sp>
        <p:sp>
          <p:nvSpPr>
            <p:cNvPr id="238" name="文本框 237"/>
            <p:cNvSpPr txBox="1"/>
            <p:nvPr>
              <p:custDataLst>
                <p:tags r:id="rId3"/>
              </p:custDataLst>
            </p:nvPr>
          </p:nvSpPr>
          <p:spPr>
            <a:xfrm>
              <a:off x="769" y="1816"/>
              <a:ext cx="8083" cy="2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nchorCtr="0">
              <a:noAutofit/>
            </a:bodyPr>
            <a:lstStyle>
              <a:defPPr>
                <a:defRPr lang="zh-CN"/>
              </a:defPPr>
              <a:lvl1pPr>
                <a:lnSpc>
                  <a:spcPct val="120000"/>
                </a:lnSpc>
                <a:buFont typeface="Arial" panose="020B0604020202020204" pitchFamily="34" charset="0"/>
                <a:buNone/>
                <a:defRPr sz="1800">
                  <a:solidFill>
                    <a:sysClr val="windowText" lastClr="000000">
                      <a:lumMod val="50000"/>
                      <a:lumOff val="50000"/>
                    </a:sysClr>
                  </a:solidFill>
                </a:defRPr>
              </a:lvl1pPr>
            </a:lstStyle>
            <a:p>
              <a:pPr marL="285750" indent="-285750">
                <a:buClr>
                  <a:srgbClr val="00B0F0"/>
                </a:buClr>
                <a:buFont typeface="Wingdings" panose="05000000000000000000" charset="0"/>
                <a:buChar char="u"/>
              </a:pPr>
              <a:r>
                <a:rPr lang="en-US" altLang="zh-CN" sz="1700" dirty="0">
                  <a:solidFill>
                    <a:schemeClr val="tx1"/>
                  </a:solidFill>
                  <a:latin typeface="Palatino Linotype" panose="02040502050505030304" charset="0"/>
                  <a:sym typeface="+mn-ea"/>
                </a:rPr>
                <a:t>We can easily find that the code are highly similar.</a:t>
              </a:r>
            </a:p>
            <a:p>
              <a:pPr marL="285750" indent="-285750">
                <a:buClr>
                  <a:srgbClr val="00B0F0"/>
                </a:buClr>
                <a:buFont typeface="Wingdings" panose="05000000000000000000" charset="0"/>
                <a:buChar char="u"/>
              </a:pPr>
              <a:r>
                <a:rPr lang="en-US" altLang="zh-CN" sz="1700" dirty="0">
                  <a:solidFill>
                    <a:schemeClr val="tx1"/>
                  </a:solidFill>
                  <a:latin typeface="Palatino Linotype" panose="02040502050505030304" charset="0"/>
                  <a:sym typeface="+mn-ea"/>
                </a:rPr>
                <a:t>I want to merge the two parts of code into one and the function is the same, but failed.</a:t>
              </a:r>
              <a:endParaRPr lang="zh-CN" altLang="en-US" sz="1700" dirty="0">
                <a:solidFill>
                  <a:schemeClr val="tx1"/>
                </a:solidFill>
                <a:latin typeface="Palatino Linotype" panose="02040502050505030304" charset="0"/>
                <a:sym typeface="+mn-ea"/>
              </a:endParaRPr>
            </a:p>
          </p:txBody>
        </p:sp>
      </p:grpSp>
      <p:sp>
        <p:nvSpPr>
          <p:cNvPr id="2" name="文本框 1"/>
          <p:cNvSpPr txBox="1"/>
          <p:nvPr/>
        </p:nvSpPr>
        <p:spPr>
          <a:xfrm>
            <a:off x="11434445" y="6061710"/>
            <a:ext cx="489585" cy="337185"/>
          </a:xfrm>
          <a:prstGeom prst="rect">
            <a:avLst/>
          </a:prstGeom>
          <a:noFill/>
        </p:spPr>
        <p:txBody>
          <a:bodyPr wrap="square" rtlCol="0">
            <a:spAutoFit/>
          </a:bodyPr>
          <a:lstStyle/>
          <a:p>
            <a:pPr algn="ctr"/>
            <a:r>
              <a:rPr lang="en-US" altLang="zh-CN" sz="1600">
                <a:latin typeface="Arial" panose="020B0604020202020204" pitchFamily="34" charset="0"/>
                <a:cs typeface="Arial" panose="020B0604020202020204" pitchFamily="34" charset="0"/>
              </a:rPr>
              <a:t>4</a:t>
            </a:r>
          </a:p>
        </p:txBody>
      </p:sp>
      <p:pic>
        <p:nvPicPr>
          <p:cNvPr id="5" name="图片 4">
            <a:extLst>
              <a:ext uri="{FF2B5EF4-FFF2-40B4-BE49-F238E27FC236}">
                <a16:creationId xmlns:a16="http://schemas.microsoft.com/office/drawing/2014/main" id="{37895E7F-60BE-8D3C-12F2-CB08470E20B3}"/>
              </a:ext>
            </a:extLst>
          </p:cNvPr>
          <p:cNvPicPr>
            <a:picLocks noChangeAspect="1"/>
          </p:cNvPicPr>
          <p:nvPr/>
        </p:nvPicPr>
        <p:blipFill>
          <a:blip r:embed="rId6"/>
          <a:stretch>
            <a:fillRect/>
          </a:stretch>
        </p:blipFill>
        <p:spPr>
          <a:xfrm>
            <a:off x="5665800" y="-206680"/>
            <a:ext cx="6983400" cy="6704631"/>
          </a:xfrm>
          <a:prstGeom prst="rect">
            <a:avLst/>
          </a:prstGeom>
        </p:spPr>
      </p:pic>
    </p:spTree>
    <p:extLst>
      <p:ext uri="{BB962C8B-B14F-4D97-AF65-F5344CB8AC3E}">
        <p14:creationId xmlns:p14="http://schemas.microsoft.com/office/powerpoint/2010/main" val="42887258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973454" y="97155"/>
            <a:ext cx="6121029" cy="719621"/>
          </a:xfrm>
          <a:prstGeom prst="rect">
            <a:avLst/>
          </a:prstGeom>
          <a:noFill/>
        </p:spPr>
        <p:txBody>
          <a:bodyPr wrap="square" rtlCol="0">
            <a:spAutoFit/>
          </a:bodyPr>
          <a:lstStyle/>
          <a:p>
            <a:pPr>
              <a:lnSpc>
                <a:spcPct val="130000"/>
              </a:lnSpc>
              <a:spcBef>
                <a:spcPts val="600"/>
              </a:spcBef>
            </a:pPr>
            <a:r>
              <a:rPr lang="en-US" sz="3500" b="1" dirty="0">
                <a:solidFill>
                  <a:srgbClr val="005CA2"/>
                </a:solidFill>
                <a:latin typeface="Arial" panose="020B0604020202020204" pitchFamily="34" charset="0"/>
                <a:cs typeface="Arial" panose="020B0604020202020204" pitchFamily="34" charset="0"/>
                <a:sym typeface="+mn-lt"/>
              </a:rPr>
              <a:t>1</a:t>
            </a:r>
            <a:r>
              <a:rPr lang="zh-CN" altLang="en-US" sz="3500" b="1" dirty="0">
                <a:solidFill>
                  <a:srgbClr val="005CA2"/>
                </a:solidFill>
                <a:latin typeface="Arial" panose="020B0604020202020204" pitchFamily="34" charset="0"/>
                <a:cs typeface="Arial" panose="020B0604020202020204" pitchFamily="34" charset="0"/>
                <a:sym typeface="+mn-lt"/>
              </a:rPr>
              <a:t> </a:t>
            </a:r>
            <a:r>
              <a:rPr lang="en-US" altLang="zh-CN" sz="3500" b="1" dirty="0">
                <a:solidFill>
                  <a:srgbClr val="005CA2"/>
                </a:solidFill>
                <a:latin typeface="Arial" panose="020B0604020202020204" pitchFamily="34" charset="0"/>
                <a:cs typeface="Arial" panose="020B0604020202020204" pitchFamily="34" charset="0"/>
                <a:sym typeface="+mn-lt"/>
              </a:rPr>
              <a:t>Project1</a:t>
            </a:r>
            <a:endParaRPr sz="3500" b="1" dirty="0">
              <a:solidFill>
                <a:srgbClr val="005CA2"/>
              </a:solidFill>
              <a:latin typeface="Arial" panose="020B0604020202020204" pitchFamily="34" charset="0"/>
              <a:cs typeface="Arial" panose="020B0604020202020204" pitchFamily="34" charset="0"/>
              <a:sym typeface="+mn-lt"/>
            </a:endParaRPr>
          </a:p>
        </p:txBody>
      </p:sp>
      <p:grpSp>
        <p:nvGrpSpPr>
          <p:cNvPr id="16" name="组合 15"/>
          <p:cNvGrpSpPr/>
          <p:nvPr/>
        </p:nvGrpSpPr>
        <p:grpSpPr>
          <a:xfrm>
            <a:off x="387375" y="1425152"/>
            <a:ext cx="5132705" cy="3580397"/>
            <a:chOff x="769" y="1816"/>
            <a:chExt cx="8083" cy="2482"/>
          </a:xfrm>
        </p:grpSpPr>
        <p:sp>
          <p:nvSpPr>
            <p:cNvPr id="225" name="Line 24"/>
            <p:cNvSpPr>
              <a:spLocks noChangeShapeType="1"/>
            </p:cNvSpPr>
            <p:nvPr>
              <p:custDataLst>
                <p:tags r:id="rId1"/>
              </p:custDataLst>
            </p:nvPr>
          </p:nvSpPr>
          <p:spPr bwMode="auto">
            <a:xfrm>
              <a:off x="839" y="3863"/>
              <a:ext cx="8013" cy="0"/>
            </a:xfrm>
            <a:prstGeom prst="line">
              <a:avLst/>
            </a:prstGeom>
            <a:noFill/>
            <a:ln w="6350">
              <a:solidFill>
                <a:srgbClr val="00B0F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EEECE1"/>
                    </a:outerShdw>
                  </a:effectLst>
                </a14:hiddenEffects>
              </a:ext>
            </a:extLst>
          </p:spPr>
          <p:txBody>
            <a:bodyPr wrap="square" lIns="90000" tIns="46800" rIns="90000" bIns="46800" anchor="ctr" anchorCtr="0">
              <a:normAutofit fontScale="25000" lnSpcReduction="20000"/>
            </a:bodyPr>
            <a:lstStyle/>
            <a:p>
              <a:endParaRPr lang="zh-CN" altLang="en-US" sz="1690">
                <a:solidFill>
                  <a:sysClr val="windowText" lastClr="000000">
                    <a:lumMod val="50000"/>
                    <a:lumOff val="50000"/>
                  </a:sysClr>
                </a:solidFill>
              </a:endParaRPr>
            </a:p>
          </p:txBody>
        </p:sp>
        <p:sp>
          <p:nvSpPr>
            <p:cNvPr id="226" name="文本框 225"/>
            <p:cNvSpPr txBox="1"/>
            <p:nvPr>
              <p:custDataLst>
                <p:tags r:id="rId2"/>
              </p:custDataLst>
            </p:nvPr>
          </p:nvSpPr>
          <p:spPr>
            <a:xfrm>
              <a:off x="839" y="1816"/>
              <a:ext cx="4904" cy="585"/>
            </a:xfrm>
            <a:prstGeom prst="rect">
              <a:avLst/>
            </a:prstGeom>
            <a:noFill/>
          </p:spPr>
          <p:txBody>
            <a:bodyPr wrap="square" lIns="90000" tIns="46800" rIns="90000" bIns="46800" rtlCol="0" anchor="ctr" anchorCtr="0"/>
            <a:lstStyle/>
            <a:p>
              <a:r>
                <a:rPr lang="en-US" altLang="zh-CN" b="1" dirty="0">
                  <a:solidFill>
                    <a:srgbClr val="00B0F0"/>
                  </a:solidFill>
                  <a:latin typeface="Palatino Linotype" panose="02040502050505030304" charset="0"/>
                  <a:ea typeface="+mn-ea"/>
                  <a:cs typeface="Palatino Linotype" panose="02040502050505030304" charset="0"/>
                </a:rPr>
                <a:t>1.3 Main Parts of Code</a:t>
              </a:r>
            </a:p>
          </p:txBody>
        </p:sp>
        <p:sp>
          <p:nvSpPr>
            <p:cNvPr id="238" name="文本框 237"/>
            <p:cNvSpPr txBox="1"/>
            <p:nvPr>
              <p:custDataLst>
                <p:tags r:id="rId3"/>
              </p:custDataLst>
            </p:nvPr>
          </p:nvSpPr>
          <p:spPr>
            <a:xfrm>
              <a:off x="769" y="1816"/>
              <a:ext cx="8083" cy="2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nchorCtr="0">
              <a:noAutofit/>
            </a:bodyPr>
            <a:lstStyle>
              <a:defPPr>
                <a:defRPr lang="zh-CN"/>
              </a:defPPr>
              <a:lvl1pPr>
                <a:lnSpc>
                  <a:spcPct val="120000"/>
                </a:lnSpc>
                <a:buFont typeface="Arial" panose="020B0604020202020204" pitchFamily="34" charset="0"/>
                <a:buNone/>
                <a:defRPr sz="1800">
                  <a:solidFill>
                    <a:sysClr val="windowText" lastClr="000000">
                      <a:lumMod val="50000"/>
                      <a:lumOff val="50000"/>
                    </a:sysClr>
                  </a:solidFill>
                </a:defRPr>
              </a:lvl1pPr>
            </a:lstStyle>
            <a:p>
              <a:pPr marL="285750" indent="-285750">
                <a:buClr>
                  <a:srgbClr val="00B0F0"/>
                </a:buClr>
                <a:buFont typeface="Wingdings" panose="05000000000000000000" charset="0"/>
                <a:buChar char="u"/>
              </a:pPr>
              <a:r>
                <a:rPr lang="en-US" altLang="zh-CN" sz="1700" dirty="0">
                  <a:solidFill>
                    <a:schemeClr val="tx1"/>
                  </a:solidFill>
                  <a:latin typeface="Palatino Linotype" panose="02040502050505030304" charset="0"/>
                  <a:sym typeface="+mn-ea"/>
                </a:rPr>
                <a:t>Certainly, the only different is calculation of the `offset` to get the structure of section header.</a:t>
              </a:r>
            </a:p>
            <a:p>
              <a:pPr marL="285750" indent="-285750">
                <a:buClr>
                  <a:srgbClr val="00B0F0"/>
                </a:buClr>
                <a:buFont typeface="Wingdings" panose="05000000000000000000" charset="0"/>
                <a:buChar char="u"/>
              </a:pPr>
              <a:r>
                <a:rPr lang="en-US" altLang="zh-CN" sz="1700" dirty="0">
                  <a:solidFill>
                    <a:schemeClr val="tx1"/>
                  </a:solidFill>
                  <a:latin typeface="Palatino Linotype" panose="02040502050505030304" charset="0"/>
                  <a:sym typeface="+mn-ea"/>
                </a:rPr>
                <a:t>The code ‘pNt64 + 1’ means ‘(char*)pNt64 + </a:t>
              </a:r>
              <a:r>
                <a:rPr lang="en-US" altLang="zh-CN" sz="1700" dirty="0" err="1">
                  <a:solidFill>
                    <a:schemeClr val="tx1"/>
                  </a:solidFill>
                  <a:latin typeface="Palatino Linotype" panose="02040502050505030304" charset="0"/>
                  <a:sym typeface="+mn-ea"/>
                </a:rPr>
                <a:t>sizeof</a:t>
              </a:r>
              <a:r>
                <a:rPr lang="en-US" altLang="zh-CN" sz="1700" dirty="0">
                  <a:solidFill>
                    <a:schemeClr val="tx1"/>
                  </a:solidFill>
                  <a:latin typeface="Palatino Linotype" panose="02040502050505030304" charset="0"/>
                  <a:sym typeface="+mn-ea"/>
                </a:rPr>
                <a:t>(IMAGE_NT_HEADERS64)’</a:t>
              </a:r>
            </a:p>
          </p:txBody>
        </p:sp>
      </p:grpSp>
      <p:sp>
        <p:nvSpPr>
          <p:cNvPr id="2" name="文本框 1"/>
          <p:cNvSpPr txBox="1"/>
          <p:nvPr/>
        </p:nvSpPr>
        <p:spPr>
          <a:xfrm>
            <a:off x="11434445" y="6061710"/>
            <a:ext cx="489585" cy="337185"/>
          </a:xfrm>
          <a:prstGeom prst="rect">
            <a:avLst/>
          </a:prstGeom>
          <a:noFill/>
        </p:spPr>
        <p:txBody>
          <a:bodyPr wrap="square" rtlCol="0">
            <a:spAutoFit/>
          </a:bodyPr>
          <a:lstStyle/>
          <a:p>
            <a:pPr algn="ctr"/>
            <a:r>
              <a:rPr lang="en-US" altLang="zh-CN" sz="1600">
                <a:latin typeface="Arial" panose="020B0604020202020204" pitchFamily="34" charset="0"/>
                <a:cs typeface="Arial" panose="020B0604020202020204" pitchFamily="34" charset="0"/>
              </a:rPr>
              <a:t>4</a:t>
            </a:r>
          </a:p>
        </p:txBody>
      </p:sp>
      <p:pic>
        <p:nvPicPr>
          <p:cNvPr id="4" name="图片 3">
            <a:extLst>
              <a:ext uri="{FF2B5EF4-FFF2-40B4-BE49-F238E27FC236}">
                <a16:creationId xmlns:a16="http://schemas.microsoft.com/office/drawing/2014/main" id="{8BAC1405-E4BD-7C50-F57C-0BCAA1F45E9F}"/>
              </a:ext>
            </a:extLst>
          </p:cNvPr>
          <p:cNvPicPr>
            <a:picLocks noChangeAspect="1"/>
          </p:cNvPicPr>
          <p:nvPr/>
        </p:nvPicPr>
        <p:blipFill>
          <a:blip r:embed="rId7"/>
          <a:stretch>
            <a:fillRect/>
          </a:stretch>
        </p:blipFill>
        <p:spPr>
          <a:xfrm>
            <a:off x="6288066" y="-382045"/>
            <a:ext cx="5830906" cy="6914367"/>
          </a:xfrm>
          <a:prstGeom prst="rect">
            <a:avLst/>
          </a:prstGeom>
        </p:spPr>
      </p:pic>
    </p:spTree>
    <p:extLst>
      <p:ext uri="{BB962C8B-B14F-4D97-AF65-F5344CB8AC3E}">
        <p14:creationId xmlns:p14="http://schemas.microsoft.com/office/powerpoint/2010/main" val="1259302346"/>
      </p:ext>
    </p:extLst>
  </p:cSld>
  <p:clrMapOvr>
    <a:masterClrMapping/>
  </p:clrMapOvr>
  <p:extLst>
    <p:ext uri="{6950BFC3-D8DA-4A85-94F7-54DA5524770B}">
      <p188:commentRel xmlns:p188="http://schemas.microsoft.com/office/powerpoint/2018/8/main" r:id="rId6"/>
    </p:ext>
  </p:extLs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973454" y="78366"/>
            <a:ext cx="6121029" cy="719621"/>
          </a:xfrm>
          <a:prstGeom prst="rect">
            <a:avLst/>
          </a:prstGeom>
          <a:noFill/>
        </p:spPr>
        <p:txBody>
          <a:bodyPr wrap="square" rtlCol="0">
            <a:spAutoFit/>
          </a:bodyPr>
          <a:lstStyle/>
          <a:p>
            <a:pPr>
              <a:lnSpc>
                <a:spcPct val="130000"/>
              </a:lnSpc>
              <a:spcBef>
                <a:spcPts val="600"/>
              </a:spcBef>
            </a:pPr>
            <a:r>
              <a:rPr lang="en-US" sz="3500" b="1" dirty="0">
                <a:solidFill>
                  <a:srgbClr val="005CA2"/>
                </a:solidFill>
                <a:latin typeface="Arial" panose="020B0604020202020204" pitchFamily="34" charset="0"/>
                <a:cs typeface="Arial" panose="020B0604020202020204" pitchFamily="34" charset="0"/>
                <a:sym typeface="+mn-lt"/>
              </a:rPr>
              <a:t>1</a:t>
            </a:r>
            <a:r>
              <a:rPr lang="zh-CN" altLang="en-US" sz="3500" b="1" dirty="0">
                <a:solidFill>
                  <a:srgbClr val="005CA2"/>
                </a:solidFill>
                <a:latin typeface="Arial" panose="020B0604020202020204" pitchFamily="34" charset="0"/>
                <a:cs typeface="Arial" panose="020B0604020202020204" pitchFamily="34" charset="0"/>
                <a:sym typeface="+mn-lt"/>
              </a:rPr>
              <a:t> </a:t>
            </a:r>
            <a:r>
              <a:rPr lang="en-US" altLang="zh-CN" sz="3500" b="1" dirty="0">
                <a:solidFill>
                  <a:srgbClr val="005CA2"/>
                </a:solidFill>
                <a:latin typeface="Arial" panose="020B0604020202020204" pitchFamily="34" charset="0"/>
                <a:cs typeface="Arial" panose="020B0604020202020204" pitchFamily="34" charset="0"/>
                <a:sym typeface="+mn-lt"/>
              </a:rPr>
              <a:t>Project1</a:t>
            </a:r>
            <a:endParaRPr sz="3500" b="1" dirty="0">
              <a:solidFill>
                <a:srgbClr val="005CA2"/>
              </a:solidFill>
              <a:latin typeface="Arial" panose="020B0604020202020204" pitchFamily="34" charset="0"/>
              <a:cs typeface="Arial" panose="020B0604020202020204" pitchFamily="34" charset="0"/>
              <a:sym typeface="+mn-lt"/>
            </a:endParaRPr>
          </a:p>
        </p:txBody>
      </p:sp>
      <p:grpSp>
        <p:nvGrpSpPr>
          <p:cNvPr id="16" name="组合 15"/>
          <p:cNvGrpSpPr/>
          <p:nvPr/>
        </p:nvGrpSpPr>
        <p:grpSpPr>
          <a:xfrm>
            <a:off x="431825" y="1331208"/>
            <a:ext cx="5132705" cy="2540066"/>
            <a:chOff x="839" y="1816"/>
            <a:chExt cx="8083" cy="2989"/>
          </a:xfrm>
        </p:grpSpPr>
        <p:sp>
          <p:nvSpPr>
            <p:cNvPr id="225" name="Line 24"/>
            <p:cNvSpPr>
              <a:spLocks noChangeShapeType="1"/>
            </p:cNvSpPr>
            <p:nvPr>
              <p:custDataLst>
                <p:tags r:id="rId1"/>
              </p:custDataLst>
            </p:nvPr>
          </p:nvSpPr>
          <p:spPr bwMode="auto">
            <a:xfrm>
              <a:off x="839" y="3863"/>
              <a:ext cx="8013" cy="0"/>
            </a:xfrm>
            <a:prstGeom prst="line">
              <a:avLst/>
            </a:prstGeom>
            <a:noFill/>
            <a:ln w="6350">
              <a:solidFill>
                <a:srgbClr val="00B0F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EEECE1"/>
                    </a:outerShdw>
                  </a:effectLst>
                </a14:hiddenEffects>
              </a:ext>
            </a:extLst>
          </p:spPr>
          <p:txBody>
            <a:bodyPr wrap="square" lIns="90000" tIns="46800" rIns="90000" bIns="46800" anchor="ctr" anchorCtr="0">
              <a:normAutofit fontScale="25000" lnSpcReduction="20000"/>
            </a:bodyPr>
            <a:lstStyle/>
            <a:p>
              <a:endParaRPr lang="zh-CN" altLang="en-US" sz="1690">
                <a:solidFill>
                  <a:sysClr val="windowText" lastClr="000000">
                    <a:lumMod val="50000"/>
                    <a:lumOff val="50000"/>
                  </a:sysClr>
                </a:solidFill>
              </a:endParaRPr>
            </a:p>
          </p:txBody>
        </p:sp>
        <p:sp>
          <p:nvSpPr>
            <p:cNvPr id="226" name="文本框 225"/>
            <p:cNvSpPr txBox="1"/>
            <p:nvPr>
              <p:custDataLst>
                <p:tags r:id="rId2"/>
              </p:custDataLst>
            </p:nvPr>
          </p:nvSpPr>
          <p:spPr>
            <a:xfrm>
              <a:off x="839" y="1816"/>
              <a:ext cx="4904" cy="585"/>
            </a:xfrm>
            <a:prstGeom prst="rect">
              <a:avLst/>
            </a:prstGeom>
            <a:noFill/>
          </p:spPr>
          <p:txBody>
            <a:bodyPr wrap="square" lIns="90000" tIns="46800" rIns="90000" bIns="46800" rtlCol="0" anchor="ctr" anchorCtr="0"/>
            <a:lstStyle/>
            <a:p>
              <a:r>
                <a:rPr lang="en-US" altLang="zh-CN" b="1" dirty="0">
                  <a:solidFill>
                    <a:srgbClr val="00B0F0"/>
                  </a:solidFill>
                  <a:latin typeface="Palatino Linotype" panose="02040502050505030304" charset="0"/>
                  <a:ea typeface="+mn-ea"/>
                  <a:cs typeface="Palatino Linotype" panose="02040502050505030304" charset="0"/>
                </a:rPr>
                <a:t>1.4 Result</a:t>
              </a:r>
            </a:p>
          </p:txBody>
        </p:sp>
        <p:sp>
          <p:nvSpPr>
            <p:cNvPr id="238" name="文本框 237"/>
            <p:cNvSpPr txBox="1"/>
            <p:nvPr>
              <p:custDataLst>
                <p:tags r:id="rId3"/>
              </p:custDataLst>
            </p:nvPr>
          </p:nvSpPr>
          <p:spPr>
            <a:xfrm>
              <a:off x="839" y="2323"/>
              <a:ext cx="8083" cy="2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nchorCtr="0">
              <a:noAutofit/>
            </a:bodyPr>
            <a:lstStyle>
              <a:defPPr>
                <a:defRPr lang="zh-CN"/>
              </a:defPPr>
              <a:lvl1pPr>
                <a:lnSpc>
                  <a:spcPct val="120000"/>
                </a:lnSpc>
                <a:buFont typeface="Arial" panose="020B0604020202020204" pitchFamily="34" charset="0"/>
                <a:buNone/>
                <a:defRPr sz="1800">
                  <a:solidFill>
                    <a:sysClr val="windowText" lastClr="000000">
                      <a:lumMod val="50000"/>
                      <a:lumOff val="50000"/>
                    </a:sysClr>
                  </a:solidFill>
                </a:defRPr>
              </a:lvl1pPr>
            </a:lstStyle>
            <a:p>
              <a:pPr marL="285750" indent="-285750">
                <a:buClr>
                  <a:srgbClr val="00B0F0"/>
                </a:buClr>
                <a:buFont typeface="Wingdings" panose="05000000000000000000" charset="0"/>
                <a:buChar char="u"/>
              </a:pPr>
              <a:r>
                <a:rPr lang="en-US" altLang="zh-CN" sz="1600" b="0" i="0" dirty="0">
                  <a:solidFill>
                    <a:srgbClr val="222222"/>
                  </a:solidFill>
                  <a:effectLst/>
                  <a:latin typeface="Assistant" pitchFamily="2" charset="-79"/>
                  <a:cs typeface="Assistant" pitchFamily="2" charset="-79"/>
                </a:rPr>
                <a:t>The 32-bits executable</a:t>
              </a:r>
            </a:p>
          </p:txBody>
        </p:sp>
      </p:grpSp>
      <p:sp>
        <p:nvSpPr>
          <p:cNvPr id="2" name="文本框 1"/>
          <p:cNvSpPr txBox="1"/>
          <p:nvPr/>
        </p:nvSpPr>
        <p:spPr>
          <a:xfrm>
            <a:off x="11434445" y="6061710"/>
            <a:ext cx="489585" cy="337185"/>
          </a:xfrm>
          <a:prstGeom prst="rect">
            <a:avLst/>
          </a:prstGeom>
          <a:noFill/>
        </p:spPr>
        <p:txBody>
          <a:bodyPr wrap="square" rtlCol="0">
            <a:spAutoFit/>
          </a:bodyPr>
          <a:lstStyle/>
          <a:p>
            <a:pPr algn="ctr"/>
            <a:r>
              <a:rPr lang="en-US" altLang="zh-CN" sz="1600">
                <a:latin typeface="Arial" panose="020B0604020202020204" pitchFamily="34" charset="0"/>
                <a:cs typeface="Arial" panose="020B0604020202020204" pitchFamily="34" charset="0"/>
              </a:rPr>
              <a:t>4</a:t>
            </a:r>
          </a:p>
        </p:txBody>
      </p:sp>
      <p:pic>
        <p:nvPicPr>
          <p:cNvPr id="4" name="图片 3">
            <a:extLst>
              <a:ext uri="{FF2B5EF4-FFF2-40B4-BE49-F238E27FC236}">
                <a16:creationId xmlns:a16="http://schemas.microsoft.com/office/drawing/2014/main" id="{8730335A-B733-624B-782C-8D1711268AD8}"/>
              </a:ext>
            </a:extLst>
          </p:cNvPr>
          <p:cNvPicPr>
            <a:picLocks noChangeAspect="1"/>
          </p:cNvPicPr>
          <p:nvPr/>
        </p:nvPicPr>
        <p:blipFill>
          <a:blip r:embed="rId6"/>
          <a:stretch>
            <a:fillRect/>
          </a:stretch>
        </p:blipFill>
        <p:spPr>
          <a:xfrm>
            <a:off x="1861547" y="2961381"/>
            <a:ext cx="4922729" cy="2796853"/>
          </a:xfrm>
          <a:prstGeom prst="rect">
            <a:avLst/>
          </a:prstGeom>
        </p:spPr>
      </p:pic>
      <p:pic>
        <p:nvPicPr>
          <p:cNvPr id="6" name="图片 5">
            <a:extLst>
              <a:ext uri="{FF2B5EF4-FFF2-40B4-BE49-F238E27FC236}">
                <a16:creationId xmlns:a16="http://schemas.microsoft.com/office/drawing/2014/main" id="{01C6AB53-DF2B-21CD-9511-A2042A56844E}"/>
              </a:ext>
            </a:extLst>
          </p:cNvPr>
          <p:cNvPicPr>
            <a:picLocks noChangeAspect="1"/>
          </p:cNvPicPr>
          <p:nvPr/>
        </p:nvPicPr>
        <p:blipFill>
          <a:blip r:embed="rId7"/>
          <a:stretch>
            <a:fillRect/>
          </a:stretch>
        </p:blipFill>
        <p:spPr>
          <a:xfrm>
            <a:off x="6690330" y="4511"/>
            <a:ext cx="5501667" cy="2653394"/>
          </a:xfrm>
          <a:prstGeom prst="rect">
            <a:avLst/>
          </a:prstGeom>
        </p:spPr>
      </p:pic>
      <p:pic>
        <p:nvPicPr>
          <p:cNvPr id="9" name="图片 8">
            <a:extLst>
              <a:ext uri="{FF2B5EF4-FFF2-40B4-BE49-F238E27FC236}">
                <a16:creationId xmlns:a16="http://schemas.microsoft.com/office/drawing/2014/main" id="{75AF077D-6AD3-F937-D968-8A2F51EB0AD5}"/>
              </a:ext>
            </a:extLst>
          </p:cNvPr>
          <p:cNvPicPr>
            <a:picLocks noChangeAspect="1"/>
          </p:cNvPicPr>
          <p:nvPr/>
        </p:nvPicPr>
        <p:blipFill>
          <a:blip r:embed="rId8"/>
          <a:stretch>
            <a:fillRect/>
          </a:stretch>
        </p:blipFill>
        <p:spPr>
          <a:xfrm>
            <a:off x="6690331" y="2632710"/>
            <a:ext cx="5501667" cy="3766185"/>
          </a:xfrm>
          <a:prstGeom prst="rect">
            <a:avLst/>
          </a:prstGeom>
        </p:spPr>
      </p:pic>
    </p:spTree>
    <p:extLst>
      <p:ext uri="{BB962C8B-B14F-4D97-AF65-F5344CB8AC3E}">
        <p14:creationId xmlns:p14="http://schemas.microsoft.com/office/powerpoint/2010/main" val="10020484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973454" y="78366"/>
            <a:ext cx="6121029" cy="719621"/>
          </a:xfrm>
          <a:prstGeom prst="rect">
            <a:avLst/>
          </a:prstGeom>
          <a:noFill/>
        </p:spPr>
        <p:txBody>
          <a:bodyPr wrap="square" rtlCol="0">
            <a:spAutoFit/>
          </a:bodyPr>
          <a:lstStyle/>
          <a:p>
            <a:pPr>
              <a:lnSpc>
                <a:spcPct val="130000"/>
              </a:lnSpc>
              <a:spcBef>
                <a:spcPts val="600"/>
              </a:spcBef>
            </a:pPr>
            <a:r>
              <a:rPr lang="en-US" sz="3500" b="1" dirty="0">
                <a:solidFill>
                  <a:srgbClr val="005CA2"/>
                </a:solidFill>
                <a:latin typeface="Arial" panose="020B0604020202020204" pitchFamily="34" charset="0"/>
                <a:cs typeface="Arial" panose="020B0604020202020204" pitchFamily="34" charset="0"/>
                <a:sym typeface="+mn-lt"/>
              </a:rPr>
              <a:t>1</a:t>
            </a:r>
            <a:r>
              <a:rPr lang="zh-CN" altLang="en-US" sz="3500" b="1" dirty="0">
                <a:solidFill>
                  <a:srgbClr val="005CA2"/>
                </a:solidFill>
                <a:latin typeface="Arial" panose="020B0604020202020204" pitchFamily="34" charset="0"/>
                <a:cs typeface="Arial" panose="020B0604020202020204" pitchFamily="34" charset="0"/>
                <a:sym typeface="+mn-lt"/>
              </a:rPr>
              <a:t> </a:t>
            </a:r>
            <a:r>
              <a:rPr lang="en-US" altLang="zh-CN" sz="3500" b="1" dirty="0">
                <a:solidFill>
                  <a:srgbClr val="005CA2"/>
                </a:solidFill>
                <a:latin typeface="Arial" panose="020B0604020202020204" pitchFamily="34" charset="0"/>
                <a:cs typeface="Arial" panose="020B0604020202020204" pitchFamily="34" charset="0"/>
                <a:sym typeface="+mn-lt"/>
              </a:rPr>
              <a:t>Project1</a:t>
            </a:r>
            <a:endParaRPr sz="3500" b="1" dirty="0">
              <a:solidFill>
                <a:srgbClr val="005CA2"/>
              </a:solidFill>
              <a:latin typeface="Arial" panose="020B0604020202020204" pitchFamily="34" charset="0"/>
              <a:cs typeface="Arial" panose="020B0604020202020204" pitchFamily="34" charset="0"/>
              <a:sym typeface="+mn-lt"/>
            </a:endParaRPr>
          </a:p>
        </p:txBody>
      </p:sp>
      <p:grpSp>
        <p:nvGrpSpPr>
          <p:cNvPr id="16" name="组合 15"/>
          <p:cNvGrpSpPr/>
          <p:nvPr/>
        </p:nvGrpSpPr>
        <p:grpSpPr>
          <a:xfrm>
            <a:off x="431825" y="1331208"/>
            <a:ext cx="5132705" cy="2540066"/>
            <a:chOff x="839" y="1816"/>
            <a:chExt cx="8083" cy="2989"/>
          </a:xfrm>
        </p:grpSpPr>
        <p:sp>
          <p:nvSpPr>
            <p:cNvPr id="225" name="Line 24"/>
            <p:cNvSpPr>
              <a:spLocks noChangeShapeType="1"/>
            </p:cNvSpPr>
            <p:nvPr>
              <p:custDataLst>
                <p:tags r:id="rId1"/>
              </p:custDataLst>
            </p:nvPr>
          </p:nvSpPr>
          <p:spPr bwMode="auto">
            <a:xfrm>
              <a:off x="839" y="3863"/>
              <a:ext cx="8013" cy="0"/>
            </a:xfrm>
            <a:prstGeom prst="line">
              <a:avLst/>
            </a:prstGeom>
            <a:noFill/>
            <a:ln w="6350">
              <a:solidFill>
                <a:srgbClr val="00B0F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EEECE1"/>
                    </a:outerShdw>
                  </a:effectLst>
                </a14:hiddenEffects>
              </a:ext>
            </a:extLst>
          </p:spPr>
          <p:txBody>
            <a:bodyPr wrap="square" lIns="90000" tIns="46800" rIns="90000" bIns="46800" anchor="ctr" anchorCtr="0">
              <a:normAutofit fontScale="25000" lnSpcReduction="20000"/>
            </a:bodyPr>
            <a:lstStyle/>
            <a:p>
              <a:endParaRPr lang="zh-CN" altLang="en-US" sz="1690">
                <a:solidFill>
                  <a:sysClr val="windowText" lastClr="000000">
                    <a:lumMod val="50000"/>
                    <a:lumOff val="50000"/>
                  </a:sysClr>
                </a:solidFill>
              </a:endParaRPr>
            </a:p>
          </p:txBody>
        </p:sp>
        <p:sp>
          <p:nvSpPr>
            <p:cNvPr id="226" name="文本框 225"/>
            <p:cNvSpPr txBox="1"/>
            <p:nvPr>
              <p:custDataLst>
                <p:tags r:id="rId2"/>
              </p:custDataLst>
            </p:nvPr>
          </p:nvSpPr>
          <p:spPr>
            <a:xfrm>
              <a:off x="839" y="1816"/>
              <a:ext cx="4904" cy="585"/>
            </a:xfrm>
            <a:prstGeom prst="rect">
              <a:avLst/>
            </a:prstGeom>
            <a:noFill/>
          </p:spPr>
          <p:txBody>
            <a:bodyPr wrap="square" lIns="90000" tIns="46800" rIns="90000" bIns="46800" rtlCol="0" anchor="ctr" anchorCtr="0"/>
            <a:lstStyle/>
            <a:p>
              <a:r>
                <a:rPr lang="en-US" altLang="zh-CN" b="1" dirty="0">
                  <a:solidFill>
                    <a:srgbClr val="00B0F0"/>
                  </a:solidFill>
                  <a:latin typeface="Palatino Linotype" panose="02040502050505030304" charset="0"/>
                  <a:ea typeface="+mn-ea"/>
                  <a:cs typeface="Palatino Linotype" panose="02040502050505030304" charset="0"/>
                </a:rPr>
                <a:t>1.4 Result</a:t>
              </a:r>
            </a:p>
          </p:txBody>
        </p:sp>
        <p:sp>
          <p:nvSpPr>
            <p:cNvPr id="238" name="文本框 237"/>
            <p:cNvSpPr txBox="1"/>
            <p:nvPr>
              <p:custDataLst>
                <p:tags r:id="rId3"/>
              </p:custDataLst>
            </p:nvPr>
          </p:nvSpPr>
          <p:spPr>
            <a:xfrm>
              <a:off x="839" y="2323"/>
              <a:ext cx="8083" cy="2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nchorCtr="0">
              <a:noAutofit/>
            </a:bodyPr>
            <a:lstStyle>
              <a:defPPr>
                <a:defRPr lang="zh-CN"/>
              </a:defPPr>
              <a:lvl1pPr>
                <a:lnSpc>
                  <a:spcPct val="120000"/>
                </a:lnSpc>
                <a:buFont typeface="Arial" panose="020B0604020202020204" pitchFamily="34" charset="0"/>
                <a:buNone/>
                <a:defRPr sz="1800">
                  <a:solidFill>
                    <a:sysClr val="windowText" lastClr="000000">
                      <a:lumMod val="50000"/>
                      <a:lumOff val="50000"/>
                    </a:sysClr>
                  </a:solidFill>
                </a:defRPr>
              </a:lvl1pPr>
            </a:lstStyle>
            <a:p>
              <a:pPr marL="285750" indent="-285750">
                <a:buClr>
                  <a:srgbClr val="00B0F0"/>
                </a:buClr>
                <a:buFont typeface="Wingdings" panose="05000000000000000000" charset="0"/>
                <a:buChar char="u"/>
              </a:pPr>
              <a:r>
                <a:rPr lang="en-US" altLang="zh-CN" sz="1600" b="0" i="0" dirty="0">
                  <a:solidFill>
                    <a:srgbClr val="222222"/>
                  </a:solidFill>
                  <a:effectLst/>
                  <a:latin typeface="Assistant" pitchFamily="2" charset="-79"/>
                  <a:cs typeface="Assistant" pitchFamily="2" charset="-79"/>
                </a:rPr>
                <a:t>The 64-bits executable</a:t>
              </a:r>
            </a:p>
          </p:txBody>
        </p:sp>
      </p:grpSp>
      <p:sp>
        <p:nvSpPr>
          <p:cNvPr id="2" name="文本框 1"/>
          <p:cNvSpPr txBox="1"/>
          <p:nvPr/>
        </p:nvSpPr>
        <p:spPr>
          <a:xfrm>
            <a:off x="11434445" y="6061710"/>
            <a:ext cx="489585" cy="337185"/>
          </a:xfrm>
          <a:prstGeom prst="rect">
            <a:avLst/>
          </a:prstGeom>
          <a:noFill/>
        </p:spPr>
        <p:txBody>
          <a:bodyPr wrap="square" rtlCol="0">
            <a:spAutoFit/>
          </a:bodyPr>
          <a:lstStyle/>
          <a:p>
            <a:pPr algn="ctr"/>
            <a:r>
              <a:rPr lang="en-US" altLang="zh-CN" sz="1600">
                <a:latin typeface="Arial" panose="020B0604020202020204" pitchFamily="34" charset="0"/>
                <a:cs typeface="Arial" panose="020B0604020202020204" pitchFamily="34" charset="0"/>
              </a:rPr>
              <a:t>4</a:t>
            </a:r>
          </a:p>
        </p:txBody>
      </p:sp>
      <p:pic>
        <p:nvPicPr>
          <p:cNvPr id="5" name="图片 4">
            <a:extLst>
              <a:ext uri="{FF2B5EF4-FFF2-40B4-BE49-F238E27FC236}">
                <a16:creationId xmlns:a16="http://schemas.microsoft.com/office/drawing/2014/main" id="{3968EE4A-8738-5737-FEA0-3B777375BDDC}"/>
              </a:ext>
            </a:extLst>
          </p:cNvPr>
          <p:cNvPicPr>
            <a:picLocks noChangeAspect="1"/>
          </p:cNvPicPr>
          <p:nvPr/>
        </p:nvPicPr>
        <p:blipFill>
          <a:blip r:embed="rId6"/>
          <a:stretch>
            <a:fillRect/>
          </a:stretch>
        </p:blipFill>
        <p:spPr>
          <a:xfrm>
            <a:off x="56367" y="3178315"/>
            <a:ext cx="6318010" cy="3314062"/>
          </a:xfrm>
          <a:prstGeom prst="rect">
            <a:avLst/>
          </a:prstGeom>
        </p:spPr>
      </p:pic>
      <p:pic>
        <p:nvPicPr>
          <p:cNvPr id="10" name="图片 9">
            <a:extLst>
              <a:ext uri="{FF2B5EF4-FFF2-40B4-BE49-F238E27FC236}">
                <a16:creationId xmlns:a16="http://schemas.microsoft.com/office/drawing/2014/main" id="{BBC4AB28-A4D8-A3E7-6AE4-3EA4132F92B1}"/>
              </a:ext>
            </a:extLst>
          </p:cNvPr>
          <p:cNvPicPr>
            <a:picLocks noChangeAspect="1"/>
          </p:cNvPicPr>
          <p:nvPr/>
        </p:nvPicPr>
        <p:blipFill>
          <a:blip r:embed="rId7"/>
          <a:stretch>
            <a:fillRect/>
          </a:stretch>
        </p:blipFill>
        <p:spPr>
          <a:xfrm>
            <a:off x="6326353" y="-99301"/>
            <a:ext cx="5890699" cy="2911394"/>
          </a:xfrm>
          <a:prstGeom prst="rect">
            <a:avLst/>
          </a:prstGeom>
        </p:spPr>
      </p:pic>
      <p:pic>
        <p:nvPicPr>
          <p:cNvPr id="12" name="图片 11">
            <a:extLst>
              <a:ext uri="{FF2B5EF4-FFF2-40B4-BE49-F238E27FC236}">
                <a16:creationId xmlns:a16="http://schemas.microsoft.com/office/drawing/2014/main" id="{BEFDB6D4-416A-2E87-E1C9-E0F67A11279B}"/>
              </a:ext>
            </a:extLst>
          </p:cNvPr>
          <p:cNvPicPr>
            <a:picLocks noChangeAspect="1"/>
          </p:cNvPicPr>
          <p:nvPr/>
        </p:nvPicPr>
        <p:blipFill>
          <a:blip r:embed="rId8"/>
          <a:stretch>
            <a:fillRect/>
          </a:stretch>
        </p:blipFill>
        <p:spPr>
          <a:xfrm>
            <a:off x="6374377" y="2730674"/>
            <a:ext cx="5890699" cy="3761703"/>
          </a:xfrm>
          <a:prstGeom prst="rect">
            <a:avLst/>
          </a:prstGeom>
        </p:spPr>
      </p:pic>
    </p:spTree>
    <p:extLst>
      <p:ext uri="{BB962C8B-B14F-4D97-AF65-F5344CB8AC3E}">
        <p14:creationId xmlns:p14="http://schemas.microsoft.com/office/powerpoint/2010/main" val="14270871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973454" y="97155"/>
            <a:ext cx="6121029" cy="719621"/>
          </a:xfrm>
          <a:prstGeom prst="rect">
            <a:avLst/>
          </a:prstGeom>
          <a:noFill/>
        </p:spPr>
        <p:txBody>
          <a:bodyPr wrap="square" rtlCol="0">
            <a:spAutoFit/>
          </a:bodyPr>
          <a:lstStyle/>
          <a:p>
            <a:pPr>
              <a:lnSpc>
                <a:spcPct val="130000"/>
              </a:lnSpc>
              <a:spcBef>
                <a:spcPts val="600"/>
              </a:spcBef>
            </a:pPr>
            <a:r>
              <a:rPr lang="en-US" sz="3500" b="1" dirty="0">
                <a:solidFill>
                  <a:srgbClr val="005CA2"/>
                </a:solidFill>
                <a:latin typeface="Arial" panose="020B0604020202020204" pitchFamily="34" charset="0"/>
                <a:cs typeface="Arial" panose="020B0604020202020204" pitchFamily="34" charset="0"/>
                <a:sym typeface="+mn-lt"/>
              </a:rPr>
              <a:t>2 </a:t>
            </a:r>
            <a:r>
              <a:rPr lang="en-US" altLang="zh-CN" sz="3500" b="1" dirty="0">
                <a:solidFill>
                  <a:srgbClr val="005CA2"/>
                </a:solidFill>
                <a:latin typeface="Arial" panose="020B0604020202020204" pitchFamily="34" charset="0"/>
                <a:cs typeface="Arial" panose="020B0604020202020204" pitchFamily="34" charset="0"/>
                <a:sym typeface="+mn-lt"/>
              </a:rPr>
              <a:t>Project2</a:t>
            </a:r>
            <a:endParaRPr sz="3500" b="1" dirty="0">
              <a:solidFill>
                <a:srgbClr val="005CA2"/>
              </a:solidFill>
              <a:latin typeface="Arial" panose="020B0604020202020204" pitchFamily="34" charset="0"/>
              <a:cs typeface="Arial" panose="020B0604020202020204" pitchFamily="34" charset="0"/>
              <a:sym typeface="+mn-lt"/>
            </a:endParaRPr>
          </a:p>
        </p:txBody>
      </p:sp>
      <p:grpSp>
        <p:nvGrpSpPr>
          <p:cNvPr id="16" name="组合 15"/>
          <p:cNvGrpSpPr/>
          <p:nvPr/>
        </p:nvGrpSpPr>
        <p:grpSpPr>
          <a:xfrm>
            <a:off x="274980" y="1218474"/>
            <a:ext cx="5245100" cy="2606351"/>
            <a:chOff x="592" y="1816"/>
            <a:chExt cx="8260" cy="3067"/>
          </a:xfrm>
        </p:grpSpPr>
        <p:sp>
          <p:nvSpPr>
            <p:cNvPr id="225" name="Line 24"/>
            <p:cNvSpPr>
              <a:spLocks noChangeShapeType="1"/>
            </p:cNvSpPr>
            <p:nvPr>
              <p:custDataLst>
                <p:tags r:id="rId1"/>
              </p:custDataLst>
            </p:nvPr>
          </p:nvSpPr>
          <p:spPr bwMode="auto">
            <a:xfrm>
              <a:off x="839" y="3863"/>
              <a:ext cx="8013" cy="0"/>
            </a:xfrm>
            <a:prstGeom prst="line">
              <a:avLst/>
            </a:prstGeom>
            <a:noFill/>
            <a:ln w="6350">
              <a:solidFill>
                <a:srgbClr val="00B0F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EEECE1"/>
                    </a:outerShdw>
                  </a:effectLst>
                </a14:hiddenEffects>
              </a:ext>
            </a:extLst>
          </p:spPr>
          <p:txBody>
            <a:bodyPr wrap="square" lIns="90000" tIns="46800" rIns="90000" bIns="46800" anchor="ctr" anchorCtr="0">
              <a:normAutofit fontScale="25000" lnSpcReduction="20000"/>
            </a:bodyPr>
            <a:lstStyle/>
            <a:p>
              <a:endParaRPr lang="zh-CN" altLang="en-US" sz="1690">
                <a:solidFill>
                  <a:sysClr val="windowText" lastClr="000000">
                    <a:lumMod val="50000"/>
                    <a:lumOff val="50000"/>
                  </a:sysClr>
                </a:solidFill>
              </a:endParaRPr>
            </a:p>
          </p:txBody>
        </p:sp>
        <p:sp>
          <p:nvSpPr>
            <p:cNvPr id="226" name="文本框 225"/>
            <p:cNvSpPr txBox="1"/>
            <p:nvPr>
              <p:custDataLst>
                <p:tags r:id="rId2"/>
              </p:custDataLst>
            </p:nvPr>
          </p:nvSpPr>
          <p:spPr>
            <a:xfrm>
              <a:off x="839" y="1816"/>
              <a:ext cx="4904" cy="585"/>
            </a:xfrm>
            <a:prstGeom prst="rect">
              <a:avLst/>
            </a:prstGeom>
            <a:noFill/>
          </p:spPr>
          <p:txBody>
            <a:bodyPr wrap="square" lIns="90000" tIns="46800" rIns="90000" bIns="46800" rtlCol="0" anchor="ctr" anchorCtr="0"/>
            <a:lstStyle/>
            <a:p>
              <a:r>
                <a:rPr lang="en-US" altLang="zh-CN" b="1" dirty="0">
                  <a:solidFill>
                    <a:srgbClr val="00B0F0"/>
                  </a:solidFill>
                  <a:latin typeface="Palatino Linotype" panose="02040502050505030304" charset="0"/>
                  <a:ea typeface="+mn-ea"/>
                  <a:cs typeface="Palatino Linotype" panose="02040502050505030304" charset="0"/>
                </a:rPr>
                <a:t>1.1 Requirement</a:t>
              </a:r>
            </a:p>
          </p:txBody>
        </p:sp>
        <p:sp>
          <p:nvSpPr>
            <p:cNvPr id="238" name="文本框 237"/>
            <p:cNvSpPr txBox="1"/>
            <p:nvPr>
              <p:custDataLst>
                <p:tags r:id="rId3"/>
              </p:custDataLst>
            </p:nvPr>
          </p:nvSpPr>
          <p:spPr>
            <a:xfrm>
              <a:off x="592" y="2401"/>
              <a:ext cx="8083" cy="2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nchorCtr="0">
              <a:noAutofit/>
            </a:bodyPr>
            <a:lstStyle>
              <a:defPPr>
                <a:defRPr lang="zh-CN"/>
              </a:defPPr>
              <a:lvl1pPr>
                <a:lnSpc>
                  <a:spcPct val="120000"/>
                </a:lnSpc>
                <a:buFont typeface="Arial" panose="020B0604020202020204" pitchFamily="34" charset="0"/>
                <a:buNone/>
                <a:defRPr sz="1800">
                  <a:solidFill>
                    <a:sysClr val="windowText" lastClr="000000">
                      <a:lumMod val="50000"/>
                      <a:lumOff val="50000"/>
                    </a:sysClr>
                  </a:solidFill>
                </a:defRPr>
              </a:lvl1pPr>
            </a:lstStyle>
            <a:p>
              <a:pPr marL="285750" indent="-285750">
                <a:buClr>
                  <a:srgbClr val="00B0F0"/>
                </a:buClr>
                <a:buFont typeface="Wingdings" panose="05000000000000000000" charset="0"/>
                <a:buChar char="u"/>
              </a:pPr>
              <a:endParaRPr lang="zh-CN" altLang="en-US" sz="1700" dirty="0">
                <a:solidFill>
                  <a:schemeClr val="tx1"/>
                </a:solidFill>
                <a:latin typeface="Palatino Linotype" panose="02040502050505030304" charset="0"/>
                <a:sym typeface="+mn-ea"/>
              </a:endParaRPr>
            </a:p>
          </p:txBody>
        </p:sp>
      </p:grpSp>
      <p:sp>
        <p:nvSpPr>
          <p:cNvPr id="2" name="文本框 1"/>
          <p:cNvSpPr txBox="1"/>
          <p:nvPr/>
        </p:nvSpPr>
        <p:spPr>
          <a:xfrm>
            <a:off x="11434445" y="6061710"/>
            <a:ext cx="489585" cy="337185"/>
          </a:xfrm>
          <a:prstGeom prst="rect">
            <a:avLst/>
          </a:prstGeom>
          <a:noFill/>
        </p:spPr>
        <p:txBody>
          <a:bodyPr wrap="square" rtlCol="0">
            <a:spAutoFit/>
          </a:bodyPr>
          <a:lstStyle/>
          <a:p>
            <a:pPr algn="ctr"/>
            <a:r>
              <a:rPr lang="en-US" altLang="zh-CN" sz="1600">
                <a:latin typeface="Arial" panose="020B0604020202020204" pitchFamily="34" charset="0"/>
                <a:cs typeface="Arial" panose="020B0604020202020204" pitchFamily="34" charset="0"/>
              </a:rPr>
              <a:t>4</a:t>
            </a:r>
          </a:p>
        </p:txBody>
      </p:sp>
      <p:pic>
        <p:nvPicPr>
          <p:cNvPr id="8" name="图片 7">
            <a:extLst>
              <a:ext uri="{FF2B5EF4-FFF2-40B4-BE49-F238E27FC236}">
                <a16:creationId xmlns:a16="http://schemas.microsoft.com/office/drawing/2014/main" id="{09E96BB9-1CE6-122E-6241-18794C0E96F8}"/>
              </a:ext>
            </a:extLst>
          </p:cNvPr>
          <p:cNvPicPr>
            <a:picLocks noChangeAspect="1"/>
          </p:cNvPicPr>
          <p:nvPr/>
        </p:nvPicPr>
        <p:blipFill>
          <a:blip r:embed="rId6"/>
          <a:stretch>
            <a:fillRect/>
          </a:stretch>
        </p:blipFill>
        <p:spPr>
          <a:xfrm>
            <a:off x="519829" y="1633168"/>
            <a:ext cx="10651299" cy="4824000"/>
          </a:xfrm>
          <a:prstGeom prst="rect">
            <a:avLst/>
          </a:prstGeom>
        </p:spPr>
      </p:pic>
    </p:spTree>
    <p:extLst>
      <p:ext uri="{BB962C8B-B14F-4D97-AF65-F5344CB8AC3E}">
        <p14:creationId xmlns:p14="http://schemas.microsoft.com/office/powerpoint/2010/main" val="22440568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973454" y="97155"/>
            <a:ext cx="6121029" cy="719621"/>
          </a:xfrm>
          <a:prstGeom prst="rect">
            <a:avLst/>
          </a:prstGeom>
          <a:noFill/>
        </p:spPr>
        <p:txBody>
          <a:bodyPr wrap="square" rtlCol="0">
            <a:spAutoFit/>
          </a:bodyPr>
          <a:lstStyle/>
          <a:p>
            <a:pPr>
              <a:lnSpc>
                <a:spcPct val="130000"/>
              </a:lnSpc>
              <a:spcBef>
                <a:spcPts val="600"/>
              </a:spcBef>
            </a:pPr>
            <a:r>
              <a:rPr lang="en-US" sz="3500" b="1" dirty="0">
                <a:solidFill>
                  <a:srgbClr val="005CA2"/>
                </a:solidFill>
                <a:latin typeface="Arial" panose="020B0604020202020204" pitchFamily="34" charset="0"/>
                <a:cs typeface="Arial" panose="020B0604020202020204" pitchFamily="34" charset="0"/>
                <a:sym typeface="+mn-lt"/>
              </a:rPr>
              <a:t>2 </a:t>
            </a:r>
            <a:r>
              <a:rPr lang="en-US" altLang="zh-CN" sz="3500" b="1" dirty="0">
                <a:solidFill>
                  <a:srgbClr val="005CA2"/>
                </a:solidFill>
                <a:latin typeface="Arial" panose="020B0604020202020204" pitchFamily="34" charset="0"/>
                <a:cs typeface="Arial" panose="020B0604020202020204" pitchFamily="34" charset="0"/>
                <a:sym typeface="+mn-lt"/>
              </a:rPr>
              <a:t>Project2</a:t>
            </a:r>
            <a:endParaRPr sz="3500" b="1" dirty="0">
              <a:solidFill>
                <a:srgbClr val="005CA2"/>
              </a:solidFill>
              <a:latin typeface="Arial" panose="020B0604020202020204" pitchFamily="34" charset="0"/>
              <a:cs typeface="Arial" panose="020B0604020202020204" pitchFamily="34" charset="0"/>
              <a:sym typeface="+mn-lt"/>
            </a:endParaRPr>
          </a:p>
        </p:txBody>
      </p:sp>
      <p:grpSp>
        <p:nvGrpSpPr>
          <p:cNvPr id="16" name="组合 15"/>
          <p:cNvGrpSpPr/>
          <p:nvPr/>
        </p:nvGrpSpPr>
        <p:grpSpPr>
          <a:xfrm>
            <a:off x="148615" y="1218474"/>
            <a:ext cx="5371465" cy="2562161"/>
            <a:chOff x="393" y="1816"/>
            <a:chExt cx="8459" cy="3015"/>
          </a:xfrm>
        </p:grpSpPr>
        <p:sp>
          <p:nvSpPr>
            <p:cNvPr id="225" name="Line 24"/>
            <p:cNvSpPr>
              <a:spLocks noChangeShapeType="1"/>
            </p:cNvSpPr>
            <p:nvPr>
              <p:custDataLst>
                <p:tags r:id="rId1"/>
              </p:custDataLst>
            </p:nvPr>
          </p:nvSpPr>
          <p:spPr bwMode="auto">
            <a:xfrm>
              <a:off x="839" y="3863"/>
              <a:ext cx="8013" cy="0"/>
            </a:xfrm>
            <a:prstGeom prst="line">
              <a:avLst/>
            </a:prstGeom>
            <a:noFill/>
            <a:ln w="6350">
              <a:solidFill>
                <a:srgbClr val="00B0F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EEECE1"/>
                    </a:outerShdw>
                  </a:effectLst>
                </a14:hiddenEffects>
              </a:ext>
            </a:extLst>
          </p:spPr>
          <p:txBody>
            <a:bodyPr wrap="square" lIns="90000" tIns="46800" rIns="90000" bIns="46800" anchor="ctr" anchorCtr="0">
              <a:normAutofit fontScale="25000" lnSpcReduction="20000"/>
            </a:bodyPr>
            <a:lstStyle/>
            <a:p>
              <a:endParaRPr lang="zh-CN" altLang="en-US" sz="1690">
                <a:solidFill>
                  <a:sysClr val="windowText" lastClr="000000">
                    <a:lumMod val="50000"/>
                    <a:lumOff val="50000"/>
                  </a:sysClr>
                </a:solidFill>
              </a:endParaRPr>
            </a:p>
          </p:txBody>
        </p:sp>
        <p:sp>
          <p:nvSpPr>
            <p:cNvPr id="226" name="文本框 225"/>
            <p:cNvSpPr txBox="1"/>
            <p:nvPr>
              <p:custDataLst>
                <p:tags r:id="rId2"/>
              </p:custDataLst>
            </p:nvPr>
          </p:nvSpPr>
          <p:spPr>
            <a:xfrm>
              <a:off x="839" y="1816"/>
              <a:ext cx="5504" cy="585"/>
            </a:xfrm>
            <a:prstGeom prst="rect">
              <a:avLst/>
            </a:prstGeom>
            <a:noFill/>
          </p:spPr>
          <p:txBody>
            <a:bodyPr wrap="square" lIns="90000" tIns="46800" rIns="90000" bIns="46800" rtlCol="0" anchor="ctr" anchorCtr="0"/>
            <a:lstStyle/>
            <a:p>
              <a:r>
                <a:rPr lang="en-US" altLang="zh-CN" b="1" dirty="0">
                  <a:solidFill>
                    <a:srgbClr val="00B0F0"/>
                  </a:solidFill>
                  <a:latin typeface="Palatino Linotype" panose="02040502050505030304" charset="0"/>
                  <a:ea typeface="+mn-ea"/>
                  <a:cs typeface="Palatino Linotype" panose="02040502050505030304" charset="0"/>
                </a:rPr>
                <a:t>1.2 Challenges and Solutions</a:t>
              </a:r>
            </a:p>
          </p:txBody>
        </p:sp>
        <p:sp>
          <p:nvSpPr>
            <p:cNvPr id="238" name="文本框 237"/>
            <p:cNvSpPr txBox="1"/>
            <p:nvPr>
              <p:custDataLst>
                <p:tags r:id="rId3"/>
              </p:custDataLst>
            </p:nvPr>
          </p:nvSpPr>
          <p:spPr>
            <a:xfrm>
              <a:off x="393" y="2349"/>
              <a:ext cx="8083" cy="2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nchorCtr="0">
              <a:noAutofit/>
            </a:bodyPr>
            <a:lstStyle>
              <a:defPPr>
                <a:defRPr lang="zh-CN"/>
              </a:defPPr>
              <a:lvl1pPr>
                <a:lnSpc>
                  <a:spcPct val="120000"/>
                </a:lnSpc>
                <a:buFont typeface="Arial" panose="020B0604020202020204" pitchFamily="34" charset="0"/>
                <a:buNone/>
                <a:defRPr sz="1800">
                  <a:solidFill>
                    <a:sysClr val="windowText" lastClr="000000">
                      <a:lumMod val="50000"/>
                      <a:lumOff val="50000"/>
                    </a:sysClr>
                  </a:solidFill>
                </a:defRPr>
              </a:lvl1pPr>
            </a:lstStyle>
            <a:p>
              <a:pPr marL="285750" indent="-285750">
                <a:buClr>
                  <a:srgbClr val="00B0F0"/>
                </a:buClr>
                <a:buFont typeface="Wingdings" panose="05000000000000000000" charset="0"/>
                <a:buChar char="u"/>
              </a:pPr>
              <a:r>
                <a:rPr lang="en-US" altLang="zh-CN" sz="1700" dirty="0">
                  <a:solidFill>
                    <a:schemeClr val="tx1"/>
                  </a:solidFill>
                  <a:latin typeface="Palatino Linotype" panose="02040502050505030304" charset="0"/>
                  <a:sym typeface="+mn-ea"/>
                </a:rPr>
                <a:t>1. Please look at the screenshot on the right, while parsing the resource directory, I found that the name of it is not terminated by ‘\0’.</a:t>
              </a:r>
            </a:p>
            <a:p>
              <a:pPr marL="285750" indent="-285750">
                <a:buClr>
                  <a:srgbClr val="00B0F0"/>
                </a:buClr>
                <a:buFont typeface="Wingdings" panose="05000000000000000000" charset="0"/>
                <a:buChar char="u"/>
              </a:pPr>
              <a:r>
                <a:rPr lang="en-US" altLang="zh-CN" sz="1700" dirty="0">
                  <a:solidFill>
                    <a:schemeClr val="tx1"/>
                  </a:solidFill>
                  <a:latin typeface="Palatino Linotype" panose="02040502050505030304" charset="0"/>
                  <a:sym typeface="+mn-ea"/>
                </a:rPr>
                <a:t>2. the data directory is stored in optional header, so it is different in 32-bits executable and 64-bits executable.</a:t>
              </a:r>
              <a:endParaRPr lang="zh-CN" altLang="en-US" sz="1700" dirty="0">
                <a:solidFill>
                  <a:schemeClr val="tx1"/>
                </a:solidFill>
                <a:latin typeface="Palatino Linotype" panose="02040502050505030304" charset="0"/>
                <a:sym typeface="+mn-ea"/>
              </a:endParaRPr>
            </a:p>
          </p:txBody>
        </p:sp>
      </p:grpSp>
      <p:sp>
        <p:nvSpPr>
          <p:cNvPr id="2" name="文本框 1"/>
          <p:cNvSpPr txBox="1"/>
          <p:nvPr/>
        </p:nvSpPr>
        <p:spPr>
          <a:xfrm>
            <a:off x="11434445" y="6061710"/>
            <a:ext cx="489585" cy="337185"/>
          </a:xfrm>
          <a:prstGeom prst="rect">
            <a:avLst/>
          </a:prstGeom>
          <a:noFill/>
        </p:spPr>
        <p:txBody>
          <a:bodyPr wrap="square" rtlCol="0">
            <a:spAutoFit/>
          </a:bodyPr>
          <a:lstStyle/>
          <a:p>
            <a:pPr algn="ctr"/>
            <a:r>
              <a:rPr lang="en-US" altLang="zh-CN" sz="1600">
                <a:latin typeface="Arial" panose="020B0604020202020204" pitchFamily="34" charset="0"/>
                <a:cs typeface="Arial" panose="020B0604020202020204" pitchFamily="34" charset="0"/>
              </a:rPr>
              <a:t>4</a:t>
            </a:r>
          </a:p>
        </p:txBody>
      </p:sp>
      <p:pic>
        <p:nvPicPr>
          <p:cNvPr id="4" name="图片 3">
            <a:extLst>
              <a:ext uri="{FF2B5EF4-FFF2-40B4-BE49-F238E27FC236}">
                <a16:creationId xmlns:a16="http://schemas.microsoft.com/office/drawing/2014/main" id="{F8965AC8-821D-AB62-14B0-AEB8FD0B0FA2}"/>
              </a:ext>
            </a:extLst>
          </p:cNvPr>
          <p:cNvPicPr>
            <a:picLocks noChangeAspect="1"/>
          </p:cNvPicPr>
          <p:nvPr/>
        </p:nvPicPr>
        <p:blipFill>
          <a:blip r:embed="rId6"/>
          <a:stretch>
            <a:fillRect/>
          </a:stretch>
        </p:blipFill>
        <p:spPr>
          <a:xfrm>
            <a:off x="6269277" y="-5650"/>
            <a:ext cx="6121030" cy="1472692"/>
          </a:xfrm>
          <a:prstGeom prst="rect">
            <a:avLst/>
          </a:prstGeom>
        </p:spPr>
      </p:pic>
      <p:pic>
        <p:nvPicPr>
          <p:cNvPr id="6" name="图片 5">
            <a:extLst>
              <a:ext uri="{FF2B5EF4-FFF2-40B4-BE49-F238E27FC236}">
                <a16:creationId xmlns:a16="http://schemas.microsoft.com/office/drawing/2014/main" id="{30BB7223-1885-D5AC-4443-9CDC9124AF39}"/>
              </a:ext>
            </a:extLst>
          </p:cNvPr>
          <p:cNvPicPr>
            <a:picLocks noChangeAspect="1"/>
          </p:cNvPicPr>
          <p:nvPr/>
        </p:nvPicPr>
        <p:blipFill>
          <a:blip r:embed="rId7"/>
          <a:stretch>
            <a:fillRect/>
          </a:stretch>
        </p:blipFill>
        <p:spPr>
          <a:xfrm>
            <a:off x="148615" y="3765947"/>
            <a:ext cx="4776255" cy="3092053"/>
          </a:xfrm>
          <a:prstGeom prst="rect">
            <a:avLst/>
          </a:prstGeom>
        </p:spPr>
      </p:pic>
    </p:spTree>
    <p:extLst>
      <p:ext uri="{BB962C8B-B14F-4D97-AF65-F5344CB8AC3E}">
        <p14:creationId xmlns:p14="http://schemas.microsoft.com/office/powerpoint/2010/main" val="33426533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992243" y="-96999"/>
            <a:ext cx="6121029" cy="719621"/>
          </a:xfrm>
          <a:prstGeom prst="rect">
            <a:avLst/>
          </a:prstGeom>
          <a:noFill/>
        </p:spPr>
        <p:txBody>
          <a:bodyPr wrap="square" rtlCol="0">
            <a:spAutoFit/>
          </a:bodyPr>
          <a:lstStyle/>
          <a:p>
            <a:pPr>
              <a:lnSpc>
                <a:spcPct val="130000"/>
              </a:lnSpc>
              <a:spcBef>
                <a:spcPts val="600"/>
              </a:spcBef>
            </a:pPr>
            <a:r>
              <a:rPr lang="en-US" sz="3500" b="1" dirty="0">
                <a:solidFill>
                  <a:srgbClr val="005CA2"/>
                </a:solidFill>
                <a:latin typeface="Arial" panose="020B0604020202020204" pitchFamily="34" charset="0"/>
                <a:cs typeface="Arial" panose="020B0604020202020204" pitchFamily="34" charset="0"/>
                <a:sym typeface="+mn-lt"/>
              </a:rPr>
              <a:t>2 </a:t>
            </a:r>
            <a:r>
              <a:rPr lang="en-US" altLang="zh-CN" sz="3500" b="1" dirty="0">
                <a:solidFill>
                  <a:srgbClr val="005CA2"/>
                </a:solidFill>
                <a:latin typeface="Arial" panose="020B0604020202020204" pitchFamily="34" charset="0"/>
                <a:cs typeface="Arial" panose="020B0604020202020204" pitchFamily="34" charset="0"/>
                <a:sym typeface="+mn-lt"/>
              </a:rPr>
              <a:t>Project2</a:t>
            </a:r>
            <a:endParaRPr sz="3500" b="1" dirty="0">
              <a:solidFill>
                <a:srgbClr val="005CA2"/>
              </a:solidFill>
              <a:latin typeface="Arial" panose="020B0604020202020204" pitchFamily="34" charset="0"/>
              <a:cs typeface="Arial" panose="020B0604020202020204" pitchFamily="34" charset="0"/>
              <a:sym typeface="+mn-lt"/>
            </a:endParaRPr>
          </a:p>
        </p:txBody>
      </p:sp>
      <p:grpSp>
        <p:nvGrpSpPr>
          <p:cNvPr id="16" name="组合 15"/>
          <p:cNvGrpSpPr/>
          <p:nvPr/>
        </p:nvGrpSpPr>
        <p:grpSpPr>
          <a:xfrm>
            <a:off x="274980" y="1218474"/>
            <a:ext cx="5245100" cy="4161225"/>
            <a:chOff x="592" y="1816"/>
            <a:chExt cx="8260" cy="3623"/>
          </a:xfrm>
        </p:grpSpPr>
        <p:sp>
          <p:nvSpPr>
            <p:cNvPr id="225" name="Line 24"/>
            <p:cNvSpPr>
              <a:spLocks noChangeShapeType="1"/>
            </p:cNvSpPr>
            <p:nvPr>
              <p:custDataLst>
                <p:tags r:id="rId1"/>
              </p:custDataLst>
            </p:nvPr>
          </p:nvSpPr>
          <p:spPr bwMode="auto">
            <a:xfrm>
              <a:off x="839" y="3863"/>
              <a:ext cx="8013" cy="0"/>
            </a:xfrm>
            <a:prstGeom prst="line">
              <a:avLst/>
            </a:prstGeom>
            <a:noFill/>
            <a:ln w="6350">
              <a:solidFill>
                <a:srgbClr val="00B0F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EEECE1"/>
                    </a:outerShdw>
                  </a:effectLst>
                </a14:hiddenEffects>
              </a:ext>
            </a:extLst>
          </p:spPr>
          <p:txBody>
            <a:bodyPr wrap="square" lIns="90000" tIns="46800" rIns="90000" bIns="46800" anchor="ctr" anchorCtr="0">
              <a:normAutofit fontScale="25000" lnSpcReduction="20000"/>
            </a:bodyPr>
            <a:lstStyle/>
            <a:p>
              <a:endParaRPr lang="zh-CN" altLang="en-US" sz="1690">
                <a:solidFill>
                  <a:sysClr val="windowText" lastClr="000000">
                    <a:lumMod val="50000"/>
                    <a:lumOff val="50000"/>
                  </a:sysClr>
                </a:solidFill>
              </a:endParaRPr>
            </a:p>
          </p:txBody>
        </p:sp>
        <p:sp>
          <p:nvSpPr>
            <p:cNvPr id="226" name="文本框 225"/>
            <p:cNvSpPr txBox="1"/>
            <p:nvPr>
              <p:custDataLst>
                <p:tags r:id="rId2"/>
              </p:custDataLst>
            </p:nvPr>
          </p:nvSpPr>
          <p:spPr>
            <a:xfrm>
              <a:off x="592" y="1816"/>
              <a:ext cx="4904" cy="585"/>
            </a:xfrm>
            <a:prstGeom prst="rect">
              <a:avLst/>
            </a:prstGeom>
            <a:noFill/>
          </p:spPr>
          <p:txBody>
            <a:bodyPr wrap="square" lIns="90000" tIns="46800" rIns="90000" bIns="46800" rtlCol="0" anchor="ctr" anchorCtr="0"/>
            <a:lstStyle/>
            <a:p>
              <a:r>
                <a:rPr lang="en-US" altLang="zh-CN" b="1" dirty="0">
                  <a:solidFill>
                    <a:srgbClr val="00B0F0"/>
                  </a:solidFill>
                  <a:latin typeface="Palatino Linotype" panose="02040502050505030304" charset="0"/>
                  <a:ea typeface="+mn-ea"/>
                  <a:cs typeface="Palatino Linotype" panose="02040502050505030304" charset="0"/>
                </a:rPr>
                <a:t>1.3 The Code</a:t>
              </a:r>
            </a:p>
          </p:txBody>
        </p:sp>
        <p:sp>
          <p:nvSpPr>
            <p:cNvPr id="238" name="文本框 237"/>
            <p:cNvSpPr txBox="1"/>
            <p:nvPr>
              <p:custDataLst>
                <p:tags r:id="rId3"/>
              </p:custDataLst>
            </p:nvPr>
          </p:nvSpPr>
          <p:spPr>
            <a:xfrm>
              <a:off x="592" y="2401"/>
              <a:ext cx="8083" cy="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nchorCtr="0">
              <a:noAutofit/>
            </a:bodyPr>
            <a:lstStyle>
              <a:defPPr>
                <a:defRPr lang="zh-CN"/>
              </a:defPPr>
              <a:lvl1pPr>
                <a:lnSpc>
                  <a:spcPct val="120000"/>
                </a:lnSpc>
                <a:buFont typeface="Arial" panose="020B0604020202020204" pitchFamily="34" charset="0"/>
                <a:buNone/>
                <a:defRPr sz="1800">
                  <a:solidFill>
                    <a:sysClr val="windowText" lastClr="000000">
                      <a:lumMod val="50000"/>
                      <a:lumOff val="50000"/>
                    </a:sysClr>
                  </a:solidFill>
                </a:defRPr>
              </a:lvl1pPr>
            </a:lstStyle>
            <a:p>
              <a:pPr marL="285750" indent="-285750">
                <a:buClr>
                  <a:srgbClr val="00B0F0"/>
                </a:buClr>
                <a:buFont typeface="Wingdings" panose="05000000000000000000" charset="0"/>
                <a:buChar char="u"/>
              </a:pPr>
              <a:r>
                <a:rPr lang="en-US" altLang="zh-CN" sz="1700" dirty="0">
                  <a:solidFill>
                    <a:schemeClr val="tx1"/>
                  </a:solidFill>
                  <a:latin typeface="Palatino Linotype" panose="02040502050505030304" charset="0"/>
                  <a:sym typeface="+mn-ea"/>
                </a:rPr>
                <a:t>The code link:</a:t>
              </a:r>
              <a:r>
                <a:rPr lang="en-US" altLang="zh-CN" sz="1600" dirty="0">
                  <a:hlinkClick r:id="rId6"/>
                </a:rPr>
                <a:t>csci-591-fall2023-private/project2 at main · </a:t>
              </a:r>
              <a:r>
                <a:rPr lang="en-US" altLang="zh-CN" sz="1600" dirty="0" err="1">
                  <a:hlinkClick r:id="rId6"/>
                </a:rPr>
                <a:t>QXinHan</a:t>
              </a:r>
              <a:r>
                <a:rPr lang="en-US" altLang="zh-CN" sz="1600" dirty="0">
                  <a:hlinkClick r:id="rId6"/>
                </a:rPr>
                <a:t>/csci-591-fall2023-private (github.com)</a:t>
              </a:r>
              <a:r>
                <a:rPr lang="en-US" altLang="zh-CN" sz="1600" dirty="0"/>
                <a:t> </a:t>
              </a:r>
            </a:p>
            <a:p>
              <a:pPr marL="285750" indent="-285750">
                <a:buClr>
                  <a:srgbClr val="00B0F0"/>
                </a:buClr>
                <a:buFont typeface="Wingdings" panose="05000000000000000000" charset="0"/>
                <a:buChar char="u"/>
              </a:pPr>
              <a:r>
                <a:rPr lang="en-US" altLang="zh-CN" sz="1700" dirty="0">
                  <a:solidFill>
                    <a:schemeClr val="tx1"/>
                  </a:solidFill>
                  <a:latin typeface="Palatino Linotype" panose="02040502050505030304" charset="0"/>
                  <a:sym typeface="+mn-ea"/>
                </a:rPr>
                <a:t>I define the functions in the head `</a:t>
              </a:r>
              <a:r>
                <a:rPr lang="en-US" altLang="zh-CN" sz="1700" dirty="0" err="1">
                  <a:solidFill>
                    <a:schemeClr val="tx1"/>
                  </a:solidFill>
                  <a:latin typeface="Palatino Linotype" panose="02040502050505030304" charset="0"/>
                  <a:sym typeface="+mn-ea"/>
                </a:rPr>
                <a:t>function.h</a:t>
              </a:r>
              <a:r>
                <a:rPr lang="en-US" altLang="zh-CN" sz="1700" dirty="0">
                  <a:solidFill>
                    <a:schemeClr val="tx1"/>
                  </a:solidFill>
                  <a:latin typeface="Palatino Linotype" panose="02040502050505030304" charset="0"/>
                  <a:sym typeface="+mn-ea"/>
                </a:rPr>
                <a:t>` please notice the function `RVATOFOA` and `RVATOFOA32`, We must pay attention to every different details between 32-bits executable and 64-bits executable. Of course the main difference is the optional header I think. </a:t>
              </a:r>
            </a:p>
            <a:p>
              <a:pPr marL="285750" indent="-285750">
                <a:buClr>
                  <a:srgbClr val="00B0F0"/>
                </a:buClr>
                <a:buFont typeface="Wingdings" panose="05000000000000000000" charset="0"/>
                <a:buChar char="u"/>
              </a:pPr>
              <a:r>
                <a:rPr lang="en-US" altLang="zh-CN" sz="1700" dirty="0">
                  <a:solidFill>
                    <a:schemeClr val="tx1"/>
                  </a:solidFill>
                  <a:latin typeface="Palatino Linotype" panose="02040502050505030304" charset="0"/>
                  <a:sym typeface="+mn-ea"/>
                </a:rPr>
                <a:t>Then I will explain every function not in order in this screenshot. And some of them have already been mentioned in project1, I will not note them. </a:t>
              </a:r>
            </a:p>
          </p:txBody>
        </p:sp>
      </p:grpSp>
      <p:sp>
        <p:nvSpPr>
          <p:cNvPr id="2" name="文本框 1"/>
          <p:cNvSpPr txBox="1"/>
          <p:nvPr/>
        </p:nvSpPr>
        <p:spPr>
          <a:xfrm>
            <a:off x="11434445" y="6061710"/>
            <a:ext cx="489585" cy="337185"/>
          </a:xfrm>
          <a:prstGeom prst="rect">
            <a:avLst/>
          </a:prstGeom>
          <a:noFill/>
        </p:spPr>
        <p:txBody>
          <a:bodyPr wrap="square" rtlCol="0">
            <a:spAutoFit/>
          </a:bodyPr>
          <a:lstStyle/>
          <a:p>
            <a:pPr algn="ctr"/>
            <a:r>
              <a:rPr lang="en-US" altLang="zh-CN" sz="1600">
                <a:latin typeface="Arial" panose="020B0604020202020204" pitchFamily="34" charset="0"/>
                <a:cs typeface="Arial" panose="020B0604020202020204" pitchFamily="34" charset="0"/>
              </a:rPr>
              <a:t>4</a:t>
            </a:r>
          </a:p>
        </p:txBody>
      </p:sp>
      <p:pic>
        <p:nvPicPr>
          <p:cNvPr id="4" name="图片 3">
            <a:extLst>
              <a:ext uri="{FF2B5EF4-FFF2-40B4-BE49-F238E27FC236}">
                <a16:creationId xmlns:a16="http://schemas.microsoft.com/office/drawing/2014/main" id="{D7CD8996-3CEC-2E2D-3797-B22A999D845C}"/>
              </a:ext>
            </a:extLst>
          </p:cNvPr>
          <p:cNvPicPr>
            <a:picLocks noChangeAspect="1"/>
          </p:cNvPicPr>
          <p:nvPr/>
        </p:nvPicPr>
        <p:blipFill>
          <a:blip r:embed="rId7"/>
          <a:stretch>
            <a:fillRect/>
          </a:stretch>
        </p:blipFill>
        <p:spPr>
          <a:xfrm>
            <a:off x="5943600" y="0"/>
            <a:ext cx="6248400" cy="5505450"/>
          </a:xfrm>
          <a:prstGeom prst="rect">
            <a:avLst/>
          </a:prstGeom>
        </p:spPr>
      </p:pic>
    </p:spTree>
    <p:extLst>
      <p:ext uri="{BB962C8B-B14F-4D97-AF65-F5344CB8AC3E}">
        <p14:creationId xmlns:p14="http://schemas.microsoft.com/office/powerpoint/2010/main" val="29794519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973454" y="97155"/>
            <a:ext cx="6121029" cy="719621"/>
          </a:xfrm>
          <a:prstGeom prst="rect">
            <a:avLst/>
          </a:prstGeom>
          <a:noFill/>
        </p:spPr>
        <p:txBody>
          <a:bodyPr wrap="square" rtlCol="0">
            <a:spAutoFit/>
          </a:bodyPr>
          <a:lstStyle/>
          <a:p>
            <a:pPr>
              <a:lnSpc>
                <a:spcPct val="130000"/>
              </a:lnSpc>
              <a:spcBef>
                <a:spcPts val="600"/>
              </a:spcBef>
            </a:pPr>
            <a:r>
              <a:rPr lang="en-US" sz="3500" b="1" dirty="0">
                <a:solidFill>
                  <a:srgbClr val="005CA2"/>
                </a:solidFill>
                <a:latin typeface="Arial" panose="020B0604020202020204" pitchFamily="34" charset="0"/>
                <a:cs typeface="Arial" panose="020B0604020202020204" pitchFamily="34" charset="0"/>
                <a:sym typeface="+mn-lt"/>
              </a:rPr>
              <a:t>2 </a:t>
            </a:r>
            <a:r>
              <a:rPr lang="en-US" altLang="zh-CN" sz="3500" b="1" dirty="0">
                <a:solidFill>
                  <a:srgbClr val="005CA2"/>
                </a:solidFill>
                <a:latin typeface="Arial" panose="020B0604020202020204" pitchFamily="34" charset="0"/>
                <a:cs typeface="Arial" panose="020B0604020202020204" pitchFamily="34" charset="0"/>
                <a:sym typeface="+mn-lt"/>
              </a:rPr>
              <a:t>Project2</a:t>
            </a:r>
            <a:endParaRPr sz="3500" b="1" dirty="0">
              <a:solidFill>
                <a:srgbClr val="005CA2"/>
              </a:solidFill>
              <a:latin typeface="Arial" panose="020B0604020202020204" pitchFamily="34" charset="0"/>
              <a:cs typeface="Arial" panose="020B0604020202020204" pitchFamily="34" charset="0"/>
              <a:sym typeface="+mn-lt"/>
            </a:endParaRPr>
          </a:p>
        </p:txBody>
      </p:sp>
      <p:grpSp>
        <p:nvGrpSpPr>
          <p:cNvPr id="16" name="组合 15"/>
          <p:cNvGrpSpPr/>
          <p:nvPr/>
        </p:nvGrpSpPr>
        <p:grpSpPr>
          <a:xfrm>
            <a:off x="274980" y="1218474"/>
            <a:ext cx="5245100" cy="4161225"/>
            <a:chOff x="592" y="1816"/>
            <a:chExt cx="8260" cy="3623"/>
          </a:xfrm>
        </p:grpSpPr>
        <p:sp>
          <p:nvSpPr>
            <p:cNvPr id="225" name="Line 24"/>
            <p:cNvSpPr>
              <a:spLocks noChangeShapeType="1"/>
            </p:cNvSpPr>
            <p:nvPr>
              <p:custDataLst>
                <p:tags r:id="rId1"/>
              </p:custDataLst>
            </p:nvPr>
          </p:nvSpPr>
          <p:spPr bwMode="auto">
            <a:xfrm>
              <a:off x="839" y="3863"/>
              <a:ext cx="8013" cy="0"/>
            </a:xfrm>
            <a:prstGeom prst="line">
              <a:avLst/>
            </a:prstGeom>
            <a:noFill/>
            <a:ln w="6350">
              <a:solidFill>
                <a:srgbClr val="00B0F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EEECE1"/>
                    </a:outerShdw>
                  </a:effectLst>
                </a14:hiddenEffects>
              </a:ext>
            </a:extLst>
          </p:spPr>
          <p:txBody>
            <a:bodyPr wrap="square" lIns="90000" tIns="46800" rIns="90000" bIns="46800" anchor="ctr" anchorCtr="0">
              <a:normAutofit fontScale="25000" lnSpcReduction="20000"/>
            </a:bodyPr>
            <a:lstStyle/>
            <a:p>
              <a:endParaRPr lang="zh-CN" altLang="en-US" sz="1690">
                <a:solidFill>
                  <a:sysClr val="windowText" lastClr="000000">
                    <a:lumMod val="50000"/>
                    <a:lumOff val="50000"/>
                  </a:sysClr>
                </a:solidFill>
              </a:endParaRPr>
            </a:p>
          </p:txBody>
        </p:sp>
        <p:sp>
          <p:nvSpPr>
            <p:cNvPr id="226" name="文本框 225"/>
            <p:cNvSpPr txBox="1"/>
            <p:nvPr>
              <p:custDataLst>
                <p:tags r:id="rId2"/>
              </p:custDataLst>
            </p:nvPr>
          </p:nvSpPr>
          <p:spPr>
            <a:xfrm>
              <a:off x="839" y="1816"/>
              <a:ext cx="4904" cy="585"/>
            </a:xfrm>
            <a:prstGeom prst="rect">
              <a:avLst/>
            </a:prstGeom>
            <a:noFill/>
          </p:spPr>
          <p:txBody>
            <a:bodyPr wrap="square" lIns="90000" tIns="46800" rIns="90000" bIns="46800" rtlCol="0" anchor="ctr" anchorCtr="0"/>
            <a:lstStyle/>
            <a:p>
              <a:r>
                <a:rPr lang="en-US" altLang="zh-CN" b="1" dirty="0">
                  <a:solidFill>
                    <a:srgbClr val="00B0F0"/>
                  </a:solidFill>
                  <a:latin typeface="Palatino Linotype" panose="02040502050505030304" charset="0"/>
                  <a:ea typeface="+mn-ea"/>
                  <a:cs typeface="Palatino Linotype" panose="02040502050505030304" charset="0"/>
                </a:rPr>
                <a:t>1.3 The Code</a:t>
              </a:r>
            </a:p>
          </p:txBody>
        </p:sp>
        <p:sp>
          <p:nvSpPr>
            <p:cNvPr id="238" name="文本框 237"/>
            <p:cNvSpPr txBox="1"/>
            <p:nvPr>
              <p:custDataLst>
                <p:tags r:id="rId3"/>
              </p:custDataLst>
            </p:nvPr>
          </p:nvSpPr>
          <p:spPr>
            <a:xfrm>
              <a:off x="592" y="2401"/>
              <a:ext cx="8083" cy="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nchorCtr="0">
              <a:noAutofit/>
            </a:bodyPr>
            <a:lstStyle>
              <a:defPPr>
                <a:defRPr lang="zh-CN"/>
              </a:defPPr>
              <a:lvl1pPr>
                <a:lnSpc>
                  <a:spcPct val="120000"/>
                </a:lnSpc>
                <a:buFont typeface="Arial" panose="020B0604020202020204" pitchFamily="34" charset="0"/>
                <a:buNone/>
                <a:defRPr sz="1800">
                  <a:solidFill>
                    <a:sysClr val="windowText" lastClr="000000">
                      <a:lumMod val="50000"/>
                      <a:lumOff val="50000"/>
                    </a:sysClr>
                  </a:solidFill>
                </a:defRPr>
              </a:lvl1pPr>
            </a:lstStyle>
            <a:p>
              <a:pPr marL="285750" indent="-285750">
                <a:buClr>
                  <a:srgbClr val="00B0F0"/>
                </a:buClr>
                <a:buFont typeface="Wingdings" panose="05000000000000000000" charset="0"/>
                <a:buChar char="u"/>
              </a:pPr>
              <a:r>
                <a:rPr lang="en-US" altLang="zh-CN" sz="1700" dirty="0">
                  <a:solidFill>
                    <a:schemeClr val="tx1"/>
                  </a:solidFill>
                  <a:latin typeface="Palatino Linotype" panose="02040502050505030304" charset="0"/>
                  <a:sym typeface="+mn-ea"/>
                </a:rPr>
                <a:t>Notice that I define two functions `RVATOFOA32` and `RVATOFOA` , the only different part is the structure of `IMAGE_NT_HEADERS64` and `IMAGE_NT_HEADERS32`. So just pay attention to one of them is ok.</a:t>
              </a:r>
            </a:p>
            <a:p>
              <a:pPr marL="285750" indent="-285750">
                <a:buClr>
                  <a:srgbClr val="00B0F0"/>
                </a:buClr>
                <a:buFont typeface="Wingdings" panose="05000000000000000000" charset="0"/>
                <a:buChar char="u"/>
              </a:pPr>
              <a:r>
                <a:rPr lang="en-US" altLang="zh-CN" sz="1700" dirty="0">
                  <a:solidFill>
                    <a:schemeClr val="tx1"/>
                  </a:solidFill>
                  <a:latin typeface="Palatino Linotype" panose="02040502050505030304" charset="0"/>
                  <a:sym typeface="+mn-ea"/>
                </a:rPr>
                <a:t>Please look at the next slide, I need to explain this part by a figure.</a:t>
              </a:r>
            </a:p>
            <a:p>
              <a:pPr marL="285750" indent="-285750">
                <a:buClr>
                  <a:srgbClr val="00B0F0"/>
                </a:buClr>
                <a:buFont typeface="Wingdings" panose="05000000000000000000" charset="0"/>
                <a:buChar char="u"/>
              </a:pPr>
              <a:endParaRPr lang="en-US" altLang="zh-CN" sz="1700" dirty="0">
                <a:solidFill>
                  <a:schemeClr val="tx1"/>
                </a:solidFill>
                <a:latin typeface="Palatino Linotype" panose="02040502050505030304" charset="0"/>
                <a:sym typeface="+mn-ea"/>
              </a:endParaRPr>
            </a:p>
          </p:txBody>
        </p:sp>
      </p:grpSp>
      <p:sp>
        <p:nvSpPr>
          <p:cNvPr id="2" name="文本框 1"/>
          <p:cNvSpPr txBox="1"/>
          <p:nvPr/>
        </p:nvSpPr>
        <p:spPr>
          <a:xfrm>
            <a:off x="11434445" y="6061710"/>
            <a:ext cx="489585" cy="337185"/>
          </a:xfrm>
          <a:prstGeom prst="rect">
            <a:avLst/>
          </a:prstGeom>
          <a:noFill/>
        </p:spPr>
        <p:txBody>
          <a:bodyPr wrap="square" rtlCol="0">
            <a:spAutoFit/>
          </a:bodyPr>
          <a:lstStyle/>
          <a:p>
            <a:pPr algn="ctr"/>
            <a:r>
              <a:rPr lang="en-US" altLang="zh-CN" sz="1600">
                <a:latin typeface="Arial" panose="020B0604020202020204" pitchFamily="34" charset="0"/>
                <a:cs typeface="Arial" panose="020B0604020202020204" pitchFamily="34" charset="0"/>
              </a:rPr>
              <a:t>4</a:t>
            </a:r>
          </a:p>
        </p:txBody>
      </p:sp>
      <p:pic>
        <p:nvPicPr>
          <p:cNvPr id="5" name="图片 4">
            <a:extLst>
              <a:ext uri="{FF2B5EF4-FFF2-40B4-BE49-F238E27FC236}">
                <a16:creationId xmlns:a16="http://schemas.microsoft.com/office/drawing/2014/main" id="{EE672338-D2BA-8AA2-167F-237C2237C0BE}"/>
              </a:ext>
            </a:extLst>
          </p:cNvPr>
          <p:cNvPicPr>
            <a:picLocks noChangeAspect="1"/>
          </p:cNvPicPr>
          <p:nvPr/>
        </p:nvPicPr>
        <p:blipFill>
          <a:blip r:embed="rId6"/>
          <a:stretch>
            <a:fillRect/>
          </a:stretch>
        </p:blipFill>
        <p:spPr>
          <a:xfrm>
            <a:off x="6039633" y="-22704"/>
            <a:ext cx="5520079" cy="6231699"/>
          </a:xfrm>
          <a:prstGeom prst="rect">
            <a:avLst/>
          </a:prstGeom>
        </p:spPr>
      </p:pic>
    </p:spTree>
    <p:extLst>
      <p:ext uri="{BB962C8B-B14F-4D97-AF65-F5344CB8AC3E}">
        <p14:creationId xmlns:p14="http://schemas.microsoft.com/office/powerpoint/2010/main" val="20621073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973454" y="97155"/>
            <a:ext cx="6121029" cy="719621"/>
          </a:xfrm>
          <a:prstGeom prst="rect">
            <a:avLst/>
          </a:prstGeom>
          <a:noFill/>
        </p:spPr>
        <p:txBody>
          <a:bodyPr wrap="square" rtlCol="0">
            <a:spAutoFit/>
          </a:bodyPr>
          <a:lstStyle/>
          <a:p>
            <a:pPr>
              <a:lnSpc>
                <a:spcPct val="130000"/>
              </a:lnSpc>
              <a:spcBef>
                <a:spcPts val="600"/>
              </a:spcBef>
            </a:pPr>
            <a:r>
              <a:rPr lang="en-US" sz="3500" b="1" dirty="0">
                <a:solidFill>
                  <a:srgbClr val="005CA2"/>
                </a:solidFill>
                <a:latin typeface="Arial" panose="020B0604020202020204" pitchFamily="34" charset="0"/>
                <a:cs typeface="Arial" panose="020B0604020202020204" pitchFamily="34" charset="0"/>
                <a:sym typeface="+mn-lt"/>
              </a:rPr>
              <a:t>2 </a:t>
            </a:r>
            <a:r>
              <a:rPr lang="en-US" altLang="zh-CN" sz="3500" b="1" dirty="0">
                <a:solidFill>
                  <a:srgbClr val="005CA2"/>
                </a:solidFill>
                <a:latin typeface="Arial" panose="020B0604020202020204" pitchFamily="34" charset="0"/>
                <a:cs typeface="Arial" panose="020B0604020202020204" pitchFamily="34" charset="0"/>
                <a:sym typeface="+mn-lt"/>
              </a:rPr>
              <a:t>Project2</a:t>
            </a:r>
            <a:endParaRPr sz="3500" b="1" dirty="0">
              <a:solidFill>
                <a:srgbClr val="005CA2"/>
              </a:solidFill>
              <a:latin typeface="Arial" panose="020B0604020202020204" pitchFamily="34" charset="0"/>
              <a:cs typeface="Arial" panose="020B0604020202020204" pitchFamily="34" charset="0"/>
              <a:sym typeface="+mn-lt"/>
            </a:endParaRPr>
          </a:p>
        </p:txBody>
      </p:sp>
      <p:grpSp>
        <p:nvGrpSpPr>
          <p:cNvPr id="16" name="组合 15"/>
          <p:cNvGrpSpPr/>
          <p:nvPr/>
        </p:nvGrpSpPr>
        <p:grpSpPr>
          <a:xfrm>
            <a:off x="274980" y="1715610"/>
            <a:ext cx="5245100" cy="2109215"/>
            <a:chOff x="592" y="2401"/>
            <a:chExt cx="8260" cy="2482"/>
          </a:xfrm>
        </p:grpSpPr>
        <p:sp>
          <p:nvSpPr>
            <p:cNvPr id="225" name="Line 24"/>
            <p:cNvSpPr>
              <a:spLocks noChangeShapeType="1"/>
            </p:cNvSpPr>
            <p:nvPr>
              <p:custDataLst>
                <p:tags r:id="rId2"/>
              </p:custDataLst>
            </p:nvPr>
          </p:nvSpPr>
          <p:spPr bwMode="auto">
            <a:xfrm>
              <a:off x="839" y="3863"/>
              <a:ext cx="8013" cy="0"/>
            </a:xfrm>
            <a:prstGeom prst="line">
              <a:avLst/>
            </a:prstGeom>
            <a:noFill/>
            <a:ln w="6350">
              <a:solidFill>
                <a:srgbClr val="00B0F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EEECE1"/>
                    </a:outerShdw>
                  </a:effectLst>
                </a14:hiddenEffects>
              </a:ext>
            </a:extLst>
          </p:spPr>
          <p:txBody>
            <a:bodyPr wrap="square" lIns="90000" tIns="46800" rIns="90000" bIns="46800" anchor="ctr" anchorCtr="0">
              <a:normAutofit fontScale="25000" lnSpcReduction="20000"/>
            </a:bodyPr>
            <a:lstStyle/>
            <a:p>
              <a:endParaRPr lang="zh-CN" altLang="en-US" sz="1690">
                <a:solidFill>
                  <a:sysClr val="windowText" lastClr="000000">
                    <a:lumMod val="50000"/>
                    <a:lumOff val="50000"/>
                  </a:sysClr>
                </a:solidFill>
              </a:endParaRPr>
            </a:p>
          </p:txBody>
        </p:sp>
        <p:sp>
          <p:nvSpPr>
            <p:cNvPr id="238" name="文本框 237"/>
            <p:cNvSpPr txBox="1"/>
            <p:nvPr>
              <p:custDataLst>
                <p:tags r:id="rId3"/>
              </p:custDataLst>
            </p:nvPr>
          </p:nvSpPr>
          <p:spPr>
            <a:xfrm>
              <a:off x="592" y="2401"/>
              <a:ext cx="8083" cy="2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nchorCtr="0">
              <a:noAutofit/>
            </a:bodyPr>
            <a:lstStyle>
              <a:defPPr>
                <a:defRPr lang="zh-CN"/>
              </a:defPPr>
              <a:lvl1pPr>
                <a:lnSpc>
                  <a:spcPct val="120000"/>
                </a:lnSpc>
                <a:buFont typeface="Arial" panose="020B0604020202020204" pitchFamily="34" charset="0"/>
                <a:buNone/>
                <a:defRPr sz="1800">
                  <a:solidFill>
                    <a:sysClr val="windowText" lastClr="000000">
                      <a:lumMod val="50000"/>
                      <a:lumOff val="50000"/>
                    </a:sysClr>
                  </a:solidFill>
                </a:defRPr>
              </a:lvl1pPr>
            </a:lstStyle>
            <a:p>
              <a:pPr marL="285750" indent="-285750">
                <a:buClr>
                  <a:srgbClr val="00B0F0"/>
                </a:buClr>
                <a:buFont typeface="Wingdings" panose="05000000000000000000" charset="0"/>
                <a:buChar char="u"/>
              </a:pPr>
              <a:r>
                <a:rPr lang="en-US" altLang="zh-CN" sz="1700" dirty="0">
                  <a:solidFill>
                    <a:schemeClr val="tx1"/>
                  </a:solidFill>
                  <a:latin typeface="Palatino Linotype" panose="02040502050505030304" charset="0"/>
                  <a:sym typeface="+mn-ea"/>
                </a:rPr>
                <a:t>The headers will not be stretched.</a:t>
              </a:r>
            </a:p>
            <a:p>
              <a:pPr marL="285750" indent="-285750">
                <a:buClr>
                  <a:srgbClr val="00B0F0"/>
                </a:buClr>
                <a:buFont typeface="Wingdings" panose="05000000000000000000" charset="0"/>
                <a:buChar char="u"/>
              </a:pPr>
              <a:r>
                <a:rPr lang="en-US" altLang="zh-CN" sz="1700" dirty="0">
                  <a:solidFill>
                    <a:schemeClr val="tx1"/>
                  </a:solidFill>
                  <a:latin typeface="Palatino Linotype" panose="02040502050505030304" charset="0"/>
                  <a:sym typeface="+mn-ea"/>
                </a:rPr>
                <a:t>Pay attention to every section, locate the </a:t>
              </a:r>
              <a:r>
                <a:rPr lang="en-US" altLang="zh-CN" sz="1700" dirty="0" err="1">
                  <a:solidFill>
                    <a:schemeClr val="tx1"/>
                  </a:solidFill>
                  <a:latin typeface="Palatino Linotype" panose="02040502050505030304" charset="0"/>
                  <a:sym typeface="+mn-ea"/>
                </a:rPr>
                <a:t>Rva</a:t>
              </a:r>
              <a:r>
                <a:rPr lang="en-US" altLang="zh-CN" sz="1700" dirty="0">
                  <a:solidFill>
                    <a:schemeClr val="tx1"/>
                  </a:solidFill>
                  <a:latin typeface="Palatino Linotype" panose="02040502050505030304" charset="0"/>
                  <a:sym typeface="+mn-ea"/>
                </a:rPr>
                <a:t> in which block, and calculate the offset in each block, after plus the offset of the block then we get the </a:t>
              </a:r>
              <a:r>
                <a:rPr lang="en-US" altLang="zh-CN" sz="1700" dirty="0" err="1">
                  <a:solidFill>
                    <a:schemeClr val="tx1"/>
                  </a:solidFill>
                  <a:latin typeface="Palatino Linotype" panose="02040502050505030304" charset="0"/>
                  <a:sym typeface="+mn-ea"/>
                </a:rPr>
                <a:t>foa</a:t>
              </a:r>
              <a:r>
                <a:rPr lang="en-US" altLang="zh-CN" sz="1700" dirty="0">
                  <a:solidFill>
                    <a:schemeClr val="tx1"/>
                  </a:solidFill>
                  <a:latin typeface="Palatino Linotype" panose="02040502050505030304" charset="0"/>
                  <a:sym typeface="+mn-ea"/>
                </a:rPr>
                <a:t>.</a:t>
              </a:r>
            </a:p>
          </p:txBody>
        </p:sp>
      </p:grpSp>
      <p:sp>
        <p:nvSpPr>
          <p:cNvPr id="2" name="文本框 1"/>
          <p:cNvSpPr txBox="1"/>
          <p:nvPr/>
        </p:nvSpPr>
        <p:spPr>
          <a:xfrm>
            <a:off x="11434445" y="6061710"/>
            <a:ext cx="489585" cy="337185"/>
          </a:xfrm>
          <a:prstGeom prst="rect">
            <a:avLst/>
          </a:prstGeom>
          <a:noFill/>
        </p:spPr>
        <p:txBody>
          <a:bodyPr wrap="square" rtlCol="0">
            <a:spAutoFit/>
          </a:bodyPr>
          <a:lstStyle/>
          <a:p>
            <a:pPr algn="ctr"/>
            <a:r>
              <a:rPr lang="en-US" altLang="zh-CN" sz="1600">
                <a:latin typeface="Arial" panose="020B0604020202020204" pitchFamily="34" charset="0"/>
                <a:cs typeface="Arial" panose="020B0604020202020204" pitchFamily="34" charset="0"/>
              </a:rPr>
              <a:t>4</a:t>
            </a:r>
          </a:p>
        </p:txBody>
      </p:sp>
      <p:pic>
        <p:nvPicPr>
          <p:cNvPr id="4" name="图片 3">
            <a:extLst>
              <a:ext uri="{FF2B5EF4-FFF2-40B4-BE49-F238E27FC236}">
                <a16:creationId xmlns:a16="http://schemas.microsoft.com/office/drawing/2014/main" id="{860B40A7-9BE7-A87D-7D7B-E0DA55CC5E25}"/>
              </a:ext>
            </a:extLst>
          </p:cNvPr>
          <p:cNvPicPr>
            <a:picLocks noChangeAspect="1"/>
          </p:cNvPicPr>
          <p:nvPr/>
        </p:nvPicPr>
        <p:blipFill>
          <a:blip r:embed="rId6"/>
          <a:stretch>
            <a:fillRect/>
          </a:stretch>
        </p:blipFill>
        <p:spPr>
          <a:xfrm>
            <a:off x="5407685" y="97155"/>
            <a:ext cx="7786340" cy="6078177"/>
          </a:xfrm>
          <a:prstGeom prst="rect">
            <a:avLst/>
          </a:prstGeom>
        </p:spPr>
      </p:pic>
      <p:sp>
        <p:nvSpPr>
          <p:cNvPr id="5" name="文本框 4">
            <a:extLst>
              <a:ext uri="{FF2B5EF4-FFF2-40B4-BE49-F238E27FC236}">
                <a16:creationId xmlns:a16="http://schemas.microsoft.com/office/drawing/2014/main" id="{4941DF71-5803-683E-72F4-F2C33B3A702E}"/>
              </a:ext>
            </a:extLst>
          </p:cNvPr>
          <p:cNvSpPr txBox="1"/>
          <p:nvPr>
            <p:custDataLst>
              <p:tags r:id="rId1"/>
            </p:custDataLst>
          </p:nvPr>
        </p:nvSpPr>
        <p:spPr>
          <a:xfrm>
            <a:off x="344142" y="1043704"/>
            <a:ext cx="3114040" cy="671906"/>
          </a:xfrm>
          <a:prstGeom prst="rect">
            <a:avLst/>
          </a:prstGeom>
          <a:noFill/>
        </p:spPr>
        <p:txBody>
          <a:bodyPr wrap="square" lIns="90000" tIns="46800" rIns="90000" bIns="46800" rtlCol="0" anchor="ctr" anchorCtr="0"/>
          <a:lstStyle/>
          <a:p>
            <a:r>
              <a:rPr lang="en-US" altLang="zh-CN" b="1" dirty="0">
                <a:solidFill>
                  <a:srgbClr val="00B0F0"/>
                </a:solidFill>
                <a:latin typeface="Palatino Linotype" panose="02040502050505030304" charset="0"/>
                <a:ea typeface="+mn-ea"/>
                <a:cs typeface="Palatino Linotype" panose="02040502050505030304" charset="0"/>
              </a:rPr>
              <a:t>1.3 The Code</a:t>
            </a:r>
          </a:p>
        </p:txBody>
      </p:sp>
    </p:spTree>
    <p:extLst>
      <p:ext uri="{BB962C8B-B14F-4D97-AF65-F5344CB8AC3E}">
        <p14:creationId xmlns:p14="http://schemas.microsoft.com/office/powerpoint/2010/main" val="40165879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973454" y="97155"/>
            <a:ext cx="6121029" cy="719621"/>
          </a:xfrm>
          <a:prstGeom prst="rect">
            <a:avLst/>
          </a:prstGeom>
          <a:noFill/>
        </p:spPr>
        <p:txBody>
          <a:bodyPr wrap="square" rtlCol="0">
            <a:spAutoFit/>
          </a:bodyPr>
          <a:lstStyle/>
          <a:p>
            <a:pPr>
              <a:lnSpc>
                <a:spcPct val="130000"/>
              </a:lnSpc>
              <a:spcBef>
                <a:spcPts val="600"/>
              </a:spcBef>
            </a:pPr>
            <a:r>
              <a:rPr lang="en-US" sz="3500" b="1" dirty="0">
                <a:solidFill>
                  <a:srgbClr val="005CA2"/>
                </a:solidFill>
                <a:latin typeface="Arial" panose="020B0604020202020204" pitchFamily="34" charset="0"/>
                <a:cs typeface="Arial" panose="020B0604020202020204" pitchFamily="34" charset="0"/>
                <a:sym typeface="+mn-lt"/>
              </a:rPr>
              <a:t>2 </a:t>
            </a:r>
            <a:r>
              <a:rPr lang="en-US" altLang="zh-CN" sz="3500" b="1" dirty="0">
                <a:solidFill>
                  <a:srgbClr val="005CA2"/>
                </a:solidFill>
                <a:latin typeface="Arial" panose="020B0604020202020204" pitchFamily="34" charset="0"/>
                <a:cs typeface="Arial" panose="020B0604020202020204" pitchFamily="34" charset="0"/>
                <a:sym typeface="+mn-lt"/>
              </a:rPr>
              <a:t>Project2</a:t>
            </a:r>
            <a:endParaRPr sz="3500" b="1" dirty="0">
              <a:solidFill>
                <a:srgbClr val="005CA2"/>
              </a:solidFill>
              <a:latin typeface="Arial" panose="020B0604020202020204" pitchFamily="34" charset="0"/>
              <a:cs typeface="Arial" panose="020B0604020202020204" pitchFamily="34" charset="0"/>
              <a:sym typeface="+mn-lt"/>
            </a:endParaRPr>
          </a:p>
        </p:txBody>
      </p:sp>
      <p:grpSp>
        <p:nvGrpSpPr>
          <p:cNvPr id="16" name="组合 15"/>
          <p:cNvGrpSpPr/>
          <p:nvPr/>
        </p:nvGrpSpPr>
        <p:grpSpPr>
          <a:xfrm>
            <a:off x="274980" y="1715610"/>
            <a:ext cx="5245100" cy="2109215"/>
            <a:chOff x="592" y="2401"/>
            <a:chExt cx="8260" cy="2482"/>
          </a:xfrm>
        </p:grpSpPr>
        <p:sp>
          <p:nvSpPr>
            <p:cNvPr id="225" name="Line 24"/>
            <p:cNvSpPr>
              <a:spLocks noChangeShapeType="1"/>
            </p:cNvSpPr>
            <p:nvPr>
              <p:custDataLst>
                <p:tags r:id="rId2"/>
              </p:custDataLst>
            </p:nvPr>
          </p:nvSpPr>
          <p:spPr bwMode="auto">
            <a:xfrm>
              <a:off x="839" y="3863"/>
              <a:ext cx="8013" cy="0"/>
            </a:xfrm>
            <a:prstGeom prst="line">
              <a:avLst/>
            </a:prstGeom>
            <a:noFill/>
            <a:ln w="6350">
              <a:solidFill>
                <a:srgbClr val="00B0F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EEECE1"/>
                    </a:outerShdw>
                  </a:effectLst>
                </a14:hiddenEffects>
              </a:ext>
            </a:extLst>
          </p:spPr>
          <p:txBody>
            <a:bodyPr wrap="square" lIns="90000" tIns="46800" rIns="90000" bIns="46800" anchor="ctr" anchorCtr="0">
              <a:normAutofit fontScale="25000" lnSpcReduction="20000"/>
            </a:bodyPr>
            <a:lstStyle/>
            <a:p>
              <a:endParaRPr lang="zh-CN" altLang="en-US" sz="1690">
                <a:solidFill>
                  <a:sysClr val="windowText" lastClr="000000">
                    <a:lumMod val="50000"/>
                    <a:lumOff val="50000"/>
                  </a:sysClr>
                </a:solidFill>
              </a:endParaRPr>
            </a:p>
          </p:txBody>
        </p:sp>
        <p:sp>
          <p:nvSpPr>
            <p:cNvPr id="238" name="文本框 237"/>
            <p:cNvSpPr txBox="1"/>
            <p:nvPr>
              <p:custDataLst>
                <p:tags r:id="rId3"/>
              </p:custDataLst>
            </p:nvPr>
          </p:nvSpPr>
          <p:spPr>
            <a:xfrm>
              <a:off x="592" y="2401"/>
              <a:ext cx="8083" cy="2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nchorCtr="0">
              <a:noAutofit/>
            </a:bodyPr>
            <a:lstStyle>
              <a:defPPr>
                <a:defRPr lang="zh-CN"/>
              </a:defPPr>
              <a:lvl1pPr>
                <a:lnSpc>
                  <a:spcPct val="120000"/>
                </a:lnSpc>
                <a:buFont typeface="Arial" panose="020B0604020202020204" pitchFamily="34" charset="0"/>
                <a:buNone/>
                <a:defRPr sz="1800">
                  <a:solidFill>
                    <a:sysClr val="windowText" lastClr="000000">
                      <a:lumMod val="50000"/>
                      <a:lumOff val="50000"/>
                    </a:sysClr>
                  </a:solidFill>
                </a:defRPr>
              </a:lvl1pPr>
            </a:lstStyle>
            <a:p>
              <a:pPr marL="285750" indent="-285750">
                <a:buClr>
                  <a:srgbClr val="00B0F0"/>
                </a:buClr>
                <a:buFont typeface="Wingdings" panose="05000000000000000000" charset="0"/>
                <a:buChar char="u"/>
              </a:pPr>
              <a:r>
                <a:rPr lang="en-US" altLang="zh-CN" sz="1700" dirty="0">
                  <a:solidFill>
                    <a:schemeClr val="tx1"/>
                  </a:solidFill>
                  <a:latin typeface="Palatino Linotype" panose="02040502050505030304" charset="0"/>
                  <a:sym typeface="+mn-ea"/>
                </a:rPr>
                <a:t>The information of data directory is stored in optional header so it is necessary to notice the 32-bits and 64-bits. </a:t>
              </a:r>
              <a:endParaRPr lang="zh-CN" altLang="en-US" sz="1700" dirty="0">
                <a:solidFill>
                  <a:schemeClr val="tx1"/>
                </a:solidFill>
                <a:latin typeface="Palatino Linotype" panose="02040502050505030304" charset="0"/>
                <a:sym typeface="+mn-ea"/>
              </a:endParaRPr>
            </a:p>
          </p:txBody>
        </p:sp>
      </p:grpSp>
      <p:sp>
        <p:nvSpPr>
          <p:cNvPr id="2" name="文本框 1"/>
          <p:cNvSpPr txBox="1"/>
          <p:nvPr/>
        </p:nvSpPr>
        <p:spPr>
          <a:xfrm>
            <a:off x="11434445" y="6061710"/>
            <a:ext cx="489585" cy="337185"/>
          </a:xfrm>
          <a:prstGeom prst="rect">
            <a:avLst/>
          </a:prstGeom>
          <a:noFill/>
        </p:spPr>
        <p:txBody>
          <a:bodyPr wrap="square" rtlCol="0">
            <a:spAutoFit/>
          </a:bodyPr>
          <a:lstStyle/>
          <a:p>
            <a:pPr algn="ctr"/>
            <a:r>
              <a:rPr lang="en-US" altLang="zh-CN" sz="1600">
                <a:latin typeface="Arial" panose="020B0604020202020204" pitchFamily="34" charset="0"/>
                <a:cs typeface="Arial" panose="020B0604020202020204" pitchFamily="34" charset="0"/>
              </a:rPr>
              <a:t>4</a:t>
            </a:r>
          </a:p>
        </p:txBody>
      </p:sp>
      <p:sp>
        <p:nvSpPr>
          <p:cNvPr id="5" name="文本框 4">
            <a:extLst>
              <a:ext uri="{FF2B5EF4-FFF2-40B4-BE49-F238E27FC236}">
                <a16:creationId xmlns:a16="http://schemas.microsoft.com/office/drawing/2014/main" id="{4941DF71-5803-683E-72F4-F2C33B3A702E}"/>
              </a:ext>
            </a:extLst>
          </p:cNvPr>
          <p:cNvSpPr txBox="1"/>
          <p:nvPr>
            <p:custDataLst>
              <p:tags r:id="rId1"/>
            </p:custDataLst>
          </p:nvPr>
        </p:nvSpPr>
        <p:spPr>
          <a:xfrm>
            <a:off x="344142" y="1043704"/>
            <a:ext cx="3114040" cy="671906"/>
          </a:xfrm>
          <a:prstGeom prst="rect">
            <a:avLst/>
          </a:prstGeom>
          <a:noFill/>
        </p:spPr>
        <p:txBody>
          <a:bodyPr wrap="square" lIns="90000" tIns="46800" rIns="90000" bIns="46800" rtlCol="0" anchor="ctr" anchorCtr="0"/>
          <a:lstStyle/>
          <a:p>
            <a:r>
              <a:rPr lang="en-US" altLang="zh-CN" b="1" dirty="0">
                <a:solidFill>
                  <a:srgbClr val="00B0F0"/>
                </a:solidFill>
                <a:latin typeface="Palatino Linotype" panose="02040502050505030304" charset="0"/>
                <a:ea typeface="+mn-ea"/>
                <a:cs typeface="Palatino Linotype" panose="02040502050505030304" charset="0"/>
              </a:rPr>
              <a:t>1.3 The Code</a:t>
            </a:r>
          </a:p>
        </p:txBody>
      </p:sp>
      <p:pic>
        <p:nvPicPr>
          <p:cNvPr id="6" name="图片 5">
            <a:extLst>
              <a:ext uri="{FF2B5EF4-FFF2-40B4-BE49-F238E27FC236}">
                <a16:creationId xmlns:a16="http://schemas.microsoft.com/office/drawing/2014/main" id="{656737DA-63EB-3C73-339F-95FE17BD520A}"/>
              </a:ext>
            </a:extLst>
          </p:cNvPr>
          <p:cNvPicPr>
            <a:picLocks noChangeAspect="1"/>
          </p:cNvPicPr>
          <p:nvPr/>
        </p:nvPicPr>
        <p:blipFill>
          <a:blip r:embed="rId6"/>
          <a:stretch>
            <a:fillRect/>
          </a:stretch>
        </p:blipFill>
        <p:spPr>
          <a:xfrm>
            <a:off x="5965272" y="158457"/>
            <a:ext cx="5958758" cy="5599134"/>
          </a:xfrm>
          <a:prstGeom prst="rect">
            <a:avLst/>
          </a:prstGeom>
        </p:spPr>
      </p:pic>
    </p:spTree>
    <p:extLst>
      <p:ext uri="{BB962C8B-B14F-4D97-AF65-F5344CB8AC3E}">
        <p14:creationId xmlns:p14="http://schemas.microsoft.com/office/powerpoint/2010/main" val="12882436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973454" y="97155"/>
            <a:ext cx="6121029" cy="719621"/>
          </a:xfrm>
          <a:prstGeom prst="rect">
            <a:avLst/>
          </a:prstGeom>
          <a:noFill/>
        </p:spPr>
        <p:txBody>
          <a:bodyPr wrap="square" rtlCol="0">
            <a:spAutoFit/>
          </a:bodyPr>
          <a:lstStyle/>
          <a:p>
            <a:pPr>
              <a:lnSpc>
                <a:spcPct val="130000"/>
              </a:lnSpc>
              <a:spcBef>
                <a:spcPts val="600"/>
              </a:spcBef>
            </a:pPr>
            <a:r>
              <a:rPr lang="en-US" sz="3500" b="1" dirty="0">
                <a:solidFill>
                  <a:srgbClr val="005CA2"/>
                </a:solidFill>
                <a:latin typeface="Arial" panose="020B0604020202020204" pitchFamily="34" charset="0"/>
                <a:cs typeface="Arial" panose="020B0604020202020204" pitchFamily="34" charset="0"/>
                <a:sym typeface="+mn-lt"/>
              </a:rPr>
              <a:t>2 </a:t>
            </a:r>
            <a:r>
              <a:rPr lang="en-US" altLang="zh-CN" sz="3500" b="1" dirty="0">
                <a:solidFill>
                  <a:srgbClr val="005CA2"/>
                </a:solidFill>
                <a:latin typeface="Arial" panose="020B0604020202020204" pitchFamily="34" charset="0"/>
                <a:cs typeface="Arial" panose="020B0604020202020204" pitchFamily="34" charset="0"/>
                <a:sym typeface="+mn-lt"/>
              </a:rPr>
              <a:t>Project2</a:t>
            </a:r>
            <a:endParaRPr sz="3500" b="1" dirty="0">
              <a:solidFill>
                <a:srgbClr val="005CA2"/>
              </a:solidFill>
              <a:latin typeface="Arial" panose="020B0604020202020204" pitchFamily="34" charset="0"/>
              <a:cs typeface="Arial" panose="020B0604020202020204" pitchFamily="34" charset="0"/>
              <a:sym typeface="+mn-lt"/>
            </a:endParaRPr>
          </a:p>
        </p:txBody>
      </p:sp>
      <p:grpSp>
        <p:nvGrpSpPr>
          <p:cNvPr id="16" name="组合 15"/>
          <p:cNvGrpSpPr/>
          <p:nvPr/>
        </p:nvGrpSpPr>
        <p:grpSpPr>
          <a:xfrm>
            <a:off x="274980" y="1715610"/>
            <a:ext cx="5245100" cy="2109215"/>
            <a:chOff x="592" y="2401"/>
            <a:chExt cx="8260" cy="2482"/>
          </a:xfrm>
        </p:grpSpPr>
        <p:sp>
          <p:nvSpPr>
            <p:cNvPr id="225" name="Line 24"/>
            <p:cNvSpPr>
              <a:spLocks noChangeShapeType="1"/>
            </p:cNvSpPr>
            <p:nvPr>
              <p:custDataLst>
                <p:tags r:id="rId2"/>
              </p:custDataLst>
            </p:nvPr>
          </p:nvSpPr>
          <p:spPr bwMode="auto">
            <a:xfrm>
              <a:off x="839" y="3863"/>
              <a:ext cx="8013" cy="0"/>
            </a:xfrm>
            <a:prstGeom prst="line">
              <a:avLst/>
            </a:prstGeom>
            <a:noFill/>
            <a:ln w="6350">
              <a:solidFill>
                <a:srgbClr val="00B0F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EEECE1"/>
                    </a:outerShdw>
                  </a:effectLst>
                </a14:hiddenEffects>
              </a:ext>
            </a:extLst>
          </p:spPr>
          <p:txBody>
            <a:bodyPr wrap="square" lIns="90000" tIns="46800" rIns="90000" bIns="46800" anchor="ctr" anchorCtr="0">
              <a:normAutofit fontScale="25000" lnSpcReduction="20000"/>
            </a:bodyPr>
            <a:lstStyle/>
            <a:p>
              <a:endParaRPr lang="zh-CN" altLang="en-US" sz="1690">
                <a:solidFill>
                  <a:sysClr val="windowText" lastClr="000000">
                    <a:lumMod val="50000"/>
                    <a:lumOff val="50000"/>
                  </a:sysClr>
                </a:solidFill>
              </a:endParaRPr>
            </a:p>
          </p:txBody>
        </p:sp>
        <p:sp>
          <p:nvSpPr>
            <p:cNvPr id="238" name="文本框 237"/>
            <p:cNvSpPr txBox="1"/>
            <p:nvPr>
              <p:custDataLst>
                <p:tags r:id="rId3"/>
              </p:custDataLst>
            </p:nvPr>
          </p:nvSpPr>
          <p:spPr>
            <a:xfrm>
              <a:off x="592" y="2401"/>
              <a:ext cx="8083" cy="2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nchorCtr="0">
              <a:noAutofit/>
            </a:bodyPr>
            <a:lstStyle>
              <a:defPPr>
                <a:defRPr lang="zh-CN"/>
              </a:defPPr>
              <a:lvl1pPr>
                <a:lnSpc>
                  <a:spcPct val="120000"/>
                </a:lnSpc>
                <a:buFont typeface="Arial" panose="020B0604020202020204" pitchFamily="34" charset="0"/>
                <a:buNone/>
                <a:defRPr sz="1800">
                  <a:solidFill>
                    <a:sysClr val="windowText" lastClr="000000">
                      <a:lumMod val="50000"/>
                      <a:lumOff val="50000"/>
                    </a:sysClr>
                  </a:solidFill>
                </a:defRPr>
              </a:lvl1pPr>
            </a:lstStyle>
            <a:p>
              <a:pPr marL="285750" indent="-285750">
                <a:buClr>
                  <a:srgbClr val="00B0F0"/>
                </a:buClr>
                <a:buFont typeface="Wingdings" panose="05000000000000000000" charset="0"/>
                <a:buChar char="u"/>
              </a:pPr>
              <a:r>
                <a:rPr lang="en-US" altLang="zh-CN" sz="1700" dirty="0">
                  <a:solidFill>
                    <a:schemeClr val="tx1"/>
                  </a:solidFill>
                  <a:latin typeface="Palatino Linotype" panose="02040502050505030304" charset="0"/>
                  <a:sym typeface="+mn-ea"/>
                </a:rPr>
                <a:t>This is the structure that we will parse. The  PE file that we will parse is on the disk and has not been loaded into memory. So the INT and the IAT is the same.</a:t>
              </a:r>
              <a:endParaRPr lang="zh-CN" altLang="en-US" sz="1700" dirty="0">
                <a:solidFill>
                  <a:schemeClr val="tx1"/>
                </a:solidFill>
                <a:latin typeface="Palatino Linotype" panose="02040502050505030304" charset="0"/>
                <a:sym typeface="+mn-ea"/>
              </a:endParaRPr>
            </a:p>
          </p:txBody>
        </p:sp>
      </p:grpSp>
      <p:sp>
        <p:nvSpPr>
          <p:cNvPr id="2" name="文本框 1"/>
          <p:cNvSpPr txBox="1"/>
          <p:nvPr/>
        </p:nvSpPr>
        <p:spPr>
          <a:xfrm>
            <a:off x="11434445" y="6061710"/>
            <a:ext cx="489585" cy="337185"/>
          </a:xfrm>
          <a:prstGeom prst="rect">
            <a:avLst/>
          </a:prstGeom>
          <a:noFill/>
        </p:spPr>
        <p:txBody>
          <a:bodyPr wrap="square" rtlCol="0">
            <a:spAutoFit/>
          </a:bodyPr>
          <a:lstStyle/>
          <a:p>
            <a:pPr algn="ctr"/>
            <a:r>
              <a:rPr lang="en-US" altLang="zh-CN" sz="1600">
                <a:latin typeface="Arial" panose="020B0604020202020204" pitchFamily="34" charset="0"/>
                <a:cs typeface="Arial" panose="020B0604020202020204" pitchFamily="34" charset="0"/>
              </a:rPr>
              <a:t>4</a:t>
            </a:r>
          </a:p>
        </p:txBody>
      </p:sp>
      <p:sp>
        <p:nvSpPr>
          <p:cNvPr id="5" name="文本框 4">
            <a:extLst>
              <a:ext uri="{FF2B5EF4-FFF2-40B4-BE49-F238E27FC236}">
                <a16:creationId xmlns:a16="http://schemas.microsoft.com/office/drawing/2014/main" id="{4941DF71-5803-683E-72F4-F2C33B3A702E}"/>
              </a:ext>
            </a:extLst>
          </p:cNvPr>
          <p:cNvSpPr txBox="1"/>
          <p:nvPr>
            <p:custDataLst>
              <p:tags r:id="rId1"/>
            </p:custDataLst>
          </p:nvPr>
        </p:nvSpPr>
        <p:spPr>
          <a:xfrm>
            <a:off x="344142" y="1043704"/>
            <a:ext cx="3114040" cy="671906"/>
          </a:xfrm>
          <a:prstGeom prst="rect">
            <a:avLst/>
          </a:prstGeom>
          <a:noFill/>
        </p:spPr>
        <p:txBody>
          <a:bodyPr wrap="square" lIns="90000" tIns="46800" rIns="90000" bIns="46800" rtlCol="0" anchor="ctr" anchorCtr="0"/>
          <a:lstStyle/>
          <a:p>
            <a:r>
              <a:rPr lang="en-US" altLang="zh-CN" b="1" dirty="0">
                <a:solidFill>
                  <a:srgbClr val="00B0F0"/>
                </a:solidFill>
                <a:latin typeface="Palatino Linotype" panose="02040502050505030304" charset="0"/>
                <a:ea typeface="+mn-ea"/>
                <a:cs typeface="Palatino Linotype" panose="02040502050505030304" charset="0"/>
              </a:rPr>
              <a:t>1.3 The Code</a:t>
            </a:r>
          </a:p>
        </p:txBody>
      </p:sp>
      <p:pic>
        <p:nvPicPr>
          <p:cNvPr id="4" name="图片 3">
            <a:extLst>
              <a:ext uri="{FF2B5EF4-FFF2-40B4-BE49-F238E27FC236}">
                <a16:creationId xmlns:a16="http://schemas.microsoft.com/office/drawing/2014/main" id="{57AF2C50-6DF7-9E53-B653-2A6848FA17B6}"/>
              </a:ext>
            </a:extLst>
          </p:cNvPr>
          <p:cNvPicPr>
            <a:picLocks noChangeAspect="1"/>
          </p:cNvPicPr>
          <p:nvPr/>
        </p:nvPicPr>
        <p:blipFill>
          <a:blip r:embed="rId7"/>
          <a:stretch>
            <a:fillRect/>
          </a:stretch>
        </p:blipFill>
        <p:spPr>
          <a:xfrm>
            <a:off x="5108579" y="456965"/>
            <a:ext cx="7250482" cy="3837058"/>
          </a:xfrm>
          <a:prstGeom prst="rect">
            <a:avLst/>
          </a:prstGeom>
        </p:spPr>
      </p:pic>
      <p:pic>
        <p:nvPicPr>
          <p:cNvPr id="9" name="图片 8">
            <a:extLst>
              <a:ext uri="{FF2B5EF4-FFF2-40B4-BE49-F238E27FC236}">
                <a16:creationId xmlns:a16="http://schemas.microsoft.com/office/drawing/2014/main" id="{D813E4F0-3D08-722F-BFD8-D7E1E0DA8A27}"/>
              </a:ext>
            </a:extLst>
          </p:cNvPr>
          <p:cNvPicPr>
            <a:picLocks noChangeAspect="1"/>
          </p:cNvPicPr>
          <p:nvPr/>
        </p:nvPicPr>
        <p:blipFill>
          <a:blip r:embed="rId8"/>
          <a:stretch>
            <a:fillRect/>
          </a:stretch>
        </p:blipFill>
        <p:spPr>
          <a:xfrm>
            <a:off x="4988063" y="4200439"/>
            <a:ext cx="6875549" cy="3700851"/>
          </a:xfrm>
          <a:prstGeom prst="rect">
            <a:avLst/>
          </a:prstGeom>
        </p:spPr>
      </p:pic>
    </p:spTree>
    <p:extLst>
      <p:ext uri="{BB962C8B-B14F-4D97-AF65-F5344CB8AC3E}">
        <p14:creationId xmlns:p14="http://schemas.microsoft.com/office/powerpoint/2010/main" val="2180712433"/>
      </p:ext>
    </p:extLst>
  </p:cSld>
  <p:clrMapOvr>
    <a:masterClrMapping/>
  </p:clrMapOvr>
  <p:extLst>
    <p:ext uri="{6950BFC3-D8DA-4A85-94F7-54DA5524770B}">
      <p188:commentRel xmlns:p188="http://schemas.microsoft.com/office/powerpoint/2018/8/main" r:id="rId6"/>
    </p:ext>
  </p:extLs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973454" y="97155"/>
            <a:ext cx="6121029" cy="719621"/>
          </a:xfrm>
          <a:prstGeom prst="rect">
            <a:avLst/>
          </a:prstGeom>
          <a:noFill/>
        </p:spPr>
        <p:txBody>
          <a:bodyPr wrap="square" rtlCol="0">
            <a:spAutoFit/>
          </a:bodyPr>
          <a:lstStyle/>
          <a:p>
            <a:pPr>
              <a:lnSpc>
                <a:spcPct val="130000"/>
              </a:lnSpc>
              <a:spcBef>
                <a:spcPts val="600"/>
              </a:spcBef>
            </a:pPr>
            <a:r>
              <a:rPr lang="en-US" sz="3500" b="1" dirty="0">
                <a:solidFill>
                  <a:srgbClr val="005CA2"/>
                </a:solidFill>
                <a:latin typeface="Arial" panose="020B0604020202020204" pitchFamily="34" charset="0"/>
                <a:cs typeface="Arial" panose="020B0604020202020204" pitchFamily="34" charset="0"/>
                <a:sym typeface="+mn-lt"/>
              </a:rPr>
              <a:t>2 </a:t>
            </a:r>
            <a:r>
              <a:rPr lang="en-US" altLang="zh-CN" sz="3500" b="1" dirty="0">
                <a:solidFill>
                  <a:srgbClr val="005CA2"/>
                </a:solidFill>
                <a:latin typeface="Arial" panose="020B0604020202020204" pitchFamily="34" charset="0"/>
                <a:cs typeface="Arial" panose="020B0604020202020204" pitchFamily="34" charset="0"/>
                <a:sym typeface="+mn-lt"/>
              </a:rPr>
              <a:t>Project2</a:t>
            </a:r>
            <a:endParaRPr sz="3500" b="1" dirty="0">
              <a:solidFill>
                <a:srgbClr val="005CA2"/>
              </a:solidFill>
              <a:latin typeface="Arial" panose="020B0604020202020204" pitchFamily="34" charset="0"/>
              <a:cs typeface="Arial" panose="020B0604020202020204" pitchFamily="34" charset="0"/>
              <a:sym typeface="+mn-lt"/>
            </a:endParaRPr>
          </a:p>
        </p:txBody>
      </p:sp>
      <p:grpSp>
        <p:nvGrpSpPr>
          <p:cNvPr id="16" name="组合 15"/>
          <p:cNvGrpSpPr/>
          <p:nvPr/>
        </p:nvGrpSpPr>
        <p:grpSpPr>
          <a:xfrm>
            <a:off x="274980" y="1715610"/>
            <a:ext cx="5245100" cy="2919079"/>
            <a:chOff x="592" y="2401"/>
            <a:chExt cx="8260" cy="3435"/>
          </a:xfrm>
        </p:grpSpPr>
        <p:sp>
          <p:nvSpPr>
            <p:cNvPr id="225" name="Line 24"/>
            <p:cNvSpPr>
              <a:spLocks noChangeShapeType="1"/>
            </p:cNvSpPr>
            <p:nvPr>
              <p:custDataLst>
                <p:tags r:id="rId2"/>
              </p:custDataLst>
            </p:nvPr>
          </p:nvSpPr>
          <p:spPr bwMode="auto">
            <a:xfrm>
              <a:off x="839" y="3863"/>
              <a:ext cx="8013" cy="0"/>
            </a:xfrm>
            <a:prstGeom prst="line">
              <a:avLst/>
            </a:prstGeom>
            <a:noFill/>
            <a:ln w="6350">
              <a:solidFill>
                <a:srgbClr val="00B0F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EEECE1"/>
                    </a:outerShdw>
                  </a:effectLst>
                </a14:hiddenEffects>
              </a:ext>
            </a:extLst>
          </p:spPr>
          <p:txBody>
            <a:bodyPr wrap="square" lIns="90000" tIns="46800" rIns="90000" bIns="46800" anchor="ctr" anchorCtr="0">
              <a:normAutofit fontScale="25000" lnSpcReduction="20000"/>
            </a:bodyPr>
            <a:lstStyle/>
            <a:p>
              <a:endParaRPr lang="zh-CN" altLang="en-US" sz="1690">
                <a:solidFill>
                  <a:sysClr val="windowText" lastClr="000000">
                    <a:lumMod val="50000"/>
                    <a:lumOff val="50000"/>
                  </a:sysClr>
                </a:solidFill>
              </a:endParaRPr>
            </a:p>
          </p:txBody>
        </p:sp>
        <p:sp>
          <p:nvSpPr>
            <p:cNvPr id="238" name="文本框 237"/>
            <p:cNvSpPr txBox="1"/>
            <p:nvPr>
              <p:custDataLst>
                <p:tags r:id="rId3"/>
              </p:custDataLst>
            </p:nvPr>
          </p:nvSpPr>
          <p:spPr>
            <a:xfrm>
              <a:off x="592" y="2401"/>
              <a:ext cx="8083" cy="34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nchorCtr="0">
              <a:noAutofit/>
            </a:bodyPr>
            <a:lstStyle>
              <a:defPPr>
                <a:defRPr lang="zh-CN"/>
              </a:defPPr>
              <a:lvl1pPr>
                <a:lnSpc>
                  <a:spcPct val="120000"/>
                </a:lnSpc>
                <a:buFont typeface="Arial" panose="020B0604020202020204" pitchFamily="34" charset="0"/>
                <a:buNone/>
                <a:defRPr sz="1800">
                  <a:solidFill>
                    <a:sysClr val="windowText" lastClr="000000">
                      <a:lumMod val="50000"/>
                      <a:lumOff val="50000"/>
                    </a:sysClr>
                  </a:solidFill>
                </a:defRPr>
              </a:lvl1pPr>
            </a:lstStyle>
            <a:p>
              <a:pPr marL="285750" indent="-285750">
                <a:buClr>
                  <a:srgbClr val="00B0F0"/>
                </a:buClr>
                <a:buFont typeface="Wingdings" panose="05000000000000000000" charset="0"/>
                <a:buChar char="u"/>
              </a:pPr>
              <a:r>
                <a:rPr lang="en-US" altLang="zh-CN" sz="1700" dirty="0">
                  <a:solidFill>
                    <a:schemeClr val="tx1"/>
                  </a:solidFill>
                  <a:latin typeface="Palatino Linotype" panose="02040502050505030304" charset="0"/>
                  <a:sym typeface="+mn-ea"/>
                </a:rPr>
                <a:t>There is little different between parsing IAT and import table. Each </a:t>
              </a:r>
              <a:r>
                <a:rPr lang="en-US" altLang="zh-CN" sz="1700" dirty="0" err="1">
                  <a:solidFill>
                    <a:schemeClr val="tx1"/>
                  </a:solidFill>
                  <a:latin typeface="Palatino Linotype" panose="02040502050505030304" charset="0"/>
                  <a:sym typeface="+mn-ea"/>
                </a:rPr>
                <a:t>dll</a:t>
              </a:r>
              <a:r>
                <a:rPr lang="en-US" altLang="zh-CN" sz="1700" dirty="0">
                  <a:solidFill>
                    <a:schemeClr val="tx1"/>
                  </a:solidFill>
                  <a:latin typeface="Palatino Linotype" panose="02040502050505030304" charset="0"/>
                  <a:sym typeface="+mn-ea"/>
                </a:rPr>
                <a:t> used by a exe, will have a structure in the exe to store the information about it. Each </a:t>
              </a:r>
              <a:r>
                <a:rPr lang="en-US" altLang="zh-CN" sz="1700" dirty="0" err="1">
                  <a:solidFill>
                    <a:schemeClr val="tx1"/>
                  </a:solidFill>
                  <a:latin typeface="Palatino Linotype" panose="02040502050505030304" charset="0"/>
                  <a:sym typeface="+mn-ea"/>
                </a:rPr>
                <a:t>dll</a:t>
              </a:r>
              <a:r>
                <a:rPr lang="en-US" altLang="zh-CN" sz="1700" dirty="0">
                  <a:solidFill>
                    <a:schemeClr val="tx1"/>
                  </a:solidFill>
                  <a:latin typeface="Palatino Linotype" panose="02040502050505030304" charset="0"/>
                  <a:sym typeface="+mn-ea"/>
                </a:rPr>
                <a:t> has a structure `IMAGE_DATA_DESCRIPTO` and each the structure is bound to a IAT.</a:t>
              </a:r>
            </a:p>
            <a:p>
              <a:pPr marL="285750" indent="-285750">
                <a:buClr>
                  <a:srgbClr val="00B0F0"/>
                </a:buClr>
                <a:buFont typeface="Wingdings" panose="05000000000000000000" charset="0"/>
                <a:buChar char="u"/>
              </a:pPr>
              <a:r>
                <a:rPr lang="en-US" altLang="zh-CN" sz="1700" dirty="0">
                  <a:solidFill>
                    <a:schemeClr val="tx1"/>
                  </a:solidFill>
                  <a:latin typeface="Palatino Linotype" panose="02040502050505030304" charset="0"/>
                  <a:sym typeface="+mn-ea"/>
                </a:rPr>
                <a:t>Found each IAT and print every function that used by the exe we are parsing.</a:t>
              </a:r>
            </a:p>
            <a:p>
              <a:pPr marL="285750" indent="-285750">
                <a:buClr>
                  <a:srgbClr val="00B0F0"/>
                </a:buClr>
                <a:buFont typeface="Wingdings" panose="05000000000000000000" charset="0"/>
                <a:buChar char="u"/>
              </a:pPr>
              <a:r>
                <a:rPr lang="en-US" altLang="zh-CN" sz="1700" dirty="0">
                  <a:solidFill>
                    <a:schemeClr val="tx1"/>
                  </a:solidFill>
                  <a:latin typeface="Palatino Linotype" panose="02040502050505030304" charset="0"/>
                  <a:sym typeface="+mn-ea"/>
                </a:rPr>
                <a:t>There is no much difference  between 32-bits and 64-bits.</a:t>
              </a:r>
              <a:endParaRPr lang="zh-CN" altLang="en-US" sz="1700" dirty="0">
                <a:solidFill>
                  <a:schemeClr val="tx1"/>
                </a:solidFill>
                <a:latin typeface="Palatino Linotype" panose="02040502050505030304" charset="0"/>
                <a:sym typeface="+mn-ea"/>
              </a:endParaRPr>
            </a:p>
          </p:txBody>
        </p:sp>
      </p:grpSp>
      <p:sp>
        <p:nvSpPr>
          <p:cNvPr id="2" name="文本框 1"/>
          <p:cNvSpPr txBox="1"/>
          <p:nvPr/>
        </p:nvSpPr>
        <p:spPr>
          <a:xfrm>
            <a:off x="11434445" y="6061710"/>
            <a:ext cx="489585" cy="337185"/>
          </a:xfrm>
          <a:prstGeom prst="rect">
            <a:avLst/>
          </a:prstGeom>
          <a:noFill/>
        </p:spPr>
        <p:txBody>
          <a:bodyPr wrap="square" rtlCol="0">
            <a:spAutoFit/>
          </a:bodyPr>
          <a:lstStyle/>
          <a:p>
            <a:pPr algn="ctr"/>
            <a:r>
              <a:rPr lang="en-US" altLang="zh-CN" sz="1600">
                <a:latin typeface="Arial" panose="020B0604020202020204" pitchFamily="34" charset="0"/>
                <a:cs typeface="Arial" panose="020B0604020202020204" pitchFamily="34" charset="0"/>
              </a:rPr>
              <a:t>4</a:t>
            </a:r>
          </a:p>
        </p:txBody>
      </p:sp>
      <p:sp>
        <p:nvSpPr>
          <p:cNvPr id="5" name="文本框 4">
            <a:extLst>
              <a:ext uri="{FF2B5EF4-FFF2-40B4-BE49-F238E27FC236}">
                <a16:creationId xmlns:a16="http://schemas.microsoft.com/office/drawing/2014/main" id="{4941DF71-5803-683E-72F4-F2C33B3A702E}"/>
              </a:ext>
            </a:extLst>
          </p:cNvPr>
          <p:cNvSpPr txBox="1"/>
          <p:nvPr>
            <p:custDataLst>
              <p:tags r:id="rId1"/>
            </p:custDataLst>
          </p:nvPr>
        </p:nvSpPr>
        <p:spPr>
          <a:xfrm>
            <a:off x="344142" y="1043704"/>
            <a:ext cx="3114040" cy="671906"/>
          </a:xfrm>
          <a:prstGeom prst="rect">
            <a:avLst/>
          </a:prstGeom>
          <a:noFill/>
        </p:spPr>
        <p:txBody>
          <a:bodyPr wrap="square" lIns="90000" tIns="46800" rIns="90000" bIns="46800" rtlCol="0" anchor="ctr" anchorCtr="0"/>
          <a:lstStyle/>
          <a:p>
            <a:r>
              <a:rPr lang="en-US" altLang="zh-CN" b="1" dirty="0">
                <a:solidFill>
                  <a:srgbClr val="00B0F0"/>
                </a:solidFill>
                <a:latin typeface="Palatino Linotype" panose="02040502050505030304" charset="0"/>
                <a:ea typeface="+mn-ea"/>
                <a:cs typeface="Palatino Linotype" panose="02040502050505030304" charset="0"/>
              </a:rPr>
              <a:t>1.3 The Code</a:t>
            </a:r>
          </a:p>
        </p:txBody>
      </p:sp>
      <p:pic>
        <p:nvPicPr>
          <p:cNvPr id="4" name="图片 3">
            <a:extLst>
              <a:ext uri="{FF2B5EF4-FFF2-40B4-BE49-F238E27FC236}">
                <a16:creationId xmlns:a16="http://schemas.microsoft.com/office/drawing/2014/main" id="{1C7016F6-117A-9E21-38CE-4FB8A45EC79F}"/>
              </a:ext>
            </a:extLst>
          </p:cNvPr>
          <p:cNvPicPr>
            <a:picLocks noChangeAspect="1"/>
          </p:cNvPicPr>
          <p:nvPr/>
        </p:nvPicPr>
        <p:blipFill>
          <a:blip r:embed="rId7"/>
          <a:stretch>
            <a:fillRect/>
          </a:stretch>
        </p:blipFill>
        <p:spPr>
          <a:xfrm>
            <a:off x="5385317" y="620039"/>
            <a:ext cx="6956258" cy="5617921"/>
          </a:xfrm>
          <a:prstGeom prst="rect">
            <a:avLst/>
          </a:prstGeom>
        </p:spPr>
      </p:pic>
      <p:pic>
        <p:nvPicPr>
          <p:cNvPr id="3" name="图片 2">
            <a:extLst>
              <a:ext uri="{FF2B5EF4-FFF2-40B4-BE49-F238E27FC236}">
                <a16:creationId xmlns:a16="http://schemas.microsoft.com/office/drawing/2014/main" id="{B9084E13-6D1A-9338-B782-64E9B0C59F1B}"/>
              </a:ext>
            </a:extLst>
          </p:cNvPr>
          <p:cNvPicPr>
            <a:picLocks noChangeAspect="1"/>
          </p:cNvPicPr>
          <p:nvPr/>
        </p:nvPicPr>
        <p:blipFill>
          <a:blip r:embed="rId7"/>
          <a:stretch>
            <a:fillRect/>
          </a:stretch>
        </p:blipFill>
        <p:spPr>
          <a:xfrm>
            <a:off x="5407685" y="620039"/>
            <a:ext cx="6956258" cy="5617921"/>
          </a:xfrm>
          <a:prstGeom prst="rect">
            <a:avLst/>
          </a:prstGeom>
        </p:spPr>
      </p:pic>
    </p:spTree>
    <p:extLst>
      <p:ext uri="{BB962C8B-B14F-4D97-AF65-F5344CB8AC3E}">
        <p14:creationId xmlns:p14="http://schemas.microsoft.com/office/powerpoint/2010/main" val="2337170249"/>
      </p:ext>
    </p:extLst>
  </p:cSld>
  <p:clrMapOvr>
    <a:masterClrMapping/>
  </p:clrMapOvr>
  <p:extLst>
    <p:ext uri="{6950BFC3-D8DA-4A85-94F7-54DA5524770B}">
      <p188:commentRel xmlns:p188="http://schemas.microsoft.com/office/powerpoint/2018/8/main" r:id="rId6"/>
    </p:ext>
  </p:extLs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973454" y="97155"/>
            <a:ext cx="6121029" cy="719621"/>
          </a:xfrm>
          <a:prstGeom prst="rect">
            <a:avLst/>
          </a:prstGeom>
          <a:noFill/>
        </p:spPr>
        <p:txBody>
          <a:bodyPr wrap="square" rtlCol="0">
            <a:spAutoFit/>
          </a:bodyPr>
          <a:lstStyle/>
          <a:p>
            <a:pPr>
              <a:lnSpc>
                <a:spcPct val="130000"/>
              </a:lnSpc>
              <a:spcBef>
                <a:spcPts val="600"/>
              </a:spcBef>
            </a:pPr>
            <a:r>
              <a:rPr lang="en-US" sz="3500" b="1" dirty="0">
                <a:solidFill>
                  <a:srgbClr val="005CA2"/>
                </a:solidFill>
                <a:latin typeface="Arial" panose="020B0604020202020204" pitchFamily="34" charset="0"/>
                <a:cs typeface="Arial" panose="020B0604020202020204" pitchFamily="34" charset="0"/>
                <a:sym typeface="+mn-lt"/>
              </a:rPr>
              <a:t>2 </a:t>
            </a:r>
            <a:r>
              <a:rPr lang="en-US" altLang="zh-CN" sz="3500" b="1" dirty="0">
                <a:solidFill>
                  <a:srgbClr val="005CA2"/>
                </a:solidFill>
                <a:latin typeface="Arial" panose="020B0604020202020204" pitchFamily="34" charset="0"/>
                <a:cs typeface="Arial" panose="020B0604020202020204" pitchFamily="34" charset="0"/>
                <a:sym typeface="+mn-lt"/>
              </a:rPr>
              <a:t>Project2</a:t>
            </a:r>
            <a:endParaRPr sz="3500" b="1" dirty="0">
              <a:solidFill>
                <a:srgbClr val="005CA2"/>
              </a:solidFill>
              <a:latin typeface="Arial" panose="020B0604020202020204" pitchFamily="34" charset="0"/>
              <a:cs typeface="Arial" panose="020B0604020202020204" pitchFamily="34" charset="0"/>
              <a:sym typeface="+mn-lt"/>
            </a:endParaRPr>
          </a:p>
        </p:txBody>
      </p:sp>
      <p:grpSp>
        <p:nvGrpSpPr>
          <p:cNvPr id="16" name="组合 15"/>
          <p:cNvGrpSpPr/>
          <p:nvPr/>
        </p:nvGrpSpPr>
        <p:grpSpPr>
          <a:xfrm>
            <a:off x="274980" y="1715610"/>
            <a:ext cx="5245100" cy="2109215"/>
            <a:chOff x="592" y="2401"/>
            <a:chExt cx="8260" cy="2482"/>
          </a:xfrm>
        </p:grpSpPr>
        <p:sp>
          <p:nvSpPr>
            <p:cNvPr id="225" name="Line 24"/>
            <p:cNvSpPr>
              <a:spLocks noChangeShapeType="1"/>
            </p:cNvSpPr>
            <p:nvPr>
              <p:custDataLst>
                <p:tags r:id="rId2"/>
              </p:custDataLst>
            </p:nvPr>
          </p:nvSpPr>
          <p:spPr bwMode="auto">
            <a:xfrm>
              <a:off x="839" y="3863"/>
              <a:ext cx="8013" cy="0"/>
            </a:xfrm>
            <a:prstGeom prst="line">
              <a:avLst/>
            </a:prstGeom>
            <a:noFill/>
            <a:ln w="6350">
              <a:solidFill>
                <a:srgbClr val="00B0F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EEECE1"/>
                    </a:outerShdw>
                  </a:effectLst>
                </a14:hiddenEffects>
              </a:ext>
            </a:extLst>
          </p:spPr>
          <p:txBody>
            <a:bodyPr wrap="square" lIns="90000" tIns="46800" rIns="90000" bIns="46800" anchor="ctr" anchorCtr="0">
              <a:normAutofit fontScale="25000" lnSpcReduction="20000"/>
            </a:bodyPr>
            <a:lstStyle/>
            <a:p>
              <a:endParaRPr lang="zh-CN" altLang="en-US" sz="1690">
                <a:solidFill>
                  <a:sysClr val="windowText" lastClr="000000">
                    <a:lumMod val="50000"/>
                    <a:lumOff val="50000"/>
                  </a:sysClr>
                </a:solidFill>
              </a:endParaRPr>
            </a:p>
          </p:txBody>
        </p:sp>
        <p:sp>
          <p:nvSpPr>
            <p:cNvPr id="238" name="文本框 237"/>
            <p:cNvSpPr txBox="1"/>
            <p:nvPr>
              <p:custDataLst>
                <p:tags r:id="rId3"/>
              </p:custDataLst>
            </p:nvPr>
          </p:nvSpPr>
          <p:spPr>
            <a:xfrm>
              <a:off x="592" y="2401"/>
              <a:ext cx="8083" cy="2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nchorCtr="0">
              <a:noAutofit/>
            </a:bodyPr>
            <a:lstStyle>
              <a:defPPr>
                <a:defRPr lang="zh-CN"/>
              </a:defPPr>
              <a:lvl1pPr>
                <a:lnSpc>
                  <a:spcPct val="120000"/>
                </a:lnSpc>
                <a:buFont typeface="Arial" panose="020B0604020202020204" pitchFamily="34" charset="0"/>
                <a:buNone/>
                <a:defRPr sz="1800">
                  <a:solidFill>
                    <a:sysClr val="windowText" lastClr="000000">
                      <a:lumMod val="50000"/>
                      <a:lumOff val="50000"/>
                    </a:sysClr>
                  </a:solidFill>
                </a:defRPr>
              </a:lvl1pPr>
            </a:lstStyle>
            <a:p>
              <a:pPr marL="285750" indent="-285750">
                <a:buClr>
                  <a:srgbClr val="00B0F0"/>
                </a:buClr>
                <a:buFont typeface="Wingdings" panose="05000000000000000000" charset="0"/>
                <a:buChar char="u"/>
              </a:pPr>
              <a:r>
                <a:rPr lang="en-US" altLang="zh-CN" sz="1700" dirty="0">
                  <a:solidFill>
                    <a:schemeClr val="tx1"/>
                  </a:solidFill>
                  <a:latin typeface="Palatino Linotype" panose="02040502050505030304" charset="0"/>
                  <a:sym typeface="+mn-ea"/>
                </a:rPr>
                <a:t>In general, most executable does not have export table, but most </a:t>
              </a:r>
              <a:r>
                <a:rPr lang="en-US" altLang="zh-CN" sz="1700" dirty="0" err="1">
                  <a:solidFill>
                    <a:schemeClr val="tx1"/>
                  </a:solidFill>
                  <a:latin typeface="Palatino Linotype" panose="02040502050505030304" charset="0"/>
                  <a:sym typeface="+mn-ea"/>
                </a:rPr>
                <a:t>dlls</a:t>
              </a:r>
              <a:r>
                <a:rPr lang="en-US" altLang="zh-CN" sz="1700" dirty="0">
                  <a:solidFill>
                    <a:schemeClr val="tx1"/>
                  </a:solidFill>
                  <a:latin typeface="Palatino Linotype" panose="02040502050505030304" charset="0"/>
                  <a:sym typeface="+mn-ea"/>
                </a:rPr>
                <a:t> has. Because they need provide functions to other file.</a:t>
              </a:r>
            </a:p>
            <a:p>
              <a:pPr marL="285750" indent="-285750">
                <a:buClr>
                  <a:srgbClr val="00B0F0"/>
                </a:buClr>
                <a:buFont typeface="Wingdings" panose="05000000000000000000" charset="0"/>
                <a:buChar char="u"/>
              </a:pPr>
              <a:endParaRPr lang="zh-CN" altLang="en-US" sz="1700" dirty="0">
                <a:solidFill>
                  <a:schemeClr val="tx1"/>
                </a:solidFill>
                <a:latin typeface="Palatino Linotype" panose="02040502050505030304" charset="0"/>
                <a:sym typeface="+mn-ea"/>
              </a:endParaRPr>
            </a:p>
          </p:txBody>
        </p:sp>
      </p:grpSp>
      <p:sp>
        <p:nvSpPr>
          <p:cNvPr id="2" name="文本框 1"/>
          <p:cNvSpPr txBox="1"/>
          <p:nvPr/>
        </p:nvSpPr>
        <p:spPr>
          <a:xfrm>
            <a:off x="11434445" y="6061710"/>
            <a:ext cx="489585" cy="337185"/>
          </a:xfrm>
          <a:prstGeom prst="rect">
            <a:avLst/>
          </a:prstGeom>
          <a:noFill/>
        </p:spPr>
        <p:txBody>
          <a:bodyPr wrap="square" rtlCol="0">
            <a:spAutoFit/>
          </a:bodyPr>
          <a:lstStyle/>
          <a:p>
            <a:pPr algn="ctr"/>
            <a:r>
              <a:rPr lang="en-US" altLang="zh-CN" sz="1600">
                <a:latin typeface="Arial" panose="020B0604020202020204" pitchFamily="34" charset="0"/>
                <a:cs typeface="Arial" panose="020B0604020202020204" pitchFamily="34" charset="0"/>
              </a:rPr>
              <a:t>4</a:t>
            </a:r>
          </a:p>
        </p:txBody>
      </p:sp>
      <p:sp>
        <p:nvSpPr>
          <p:cNvPr id="5" name="文本框 4">
            <a:extLst>
              <a:ext uri="{FF2B5EF4-FFF2-40B4-BE49-F238E27FC236}">
                <a16:creationId xmlns:a16="http://schemas.microsoft.com/office/drawing/2014/main" id="{4941DF71-5803-683E-72F4-F2C33B3A702E}"/>
              </a:ext>
            </a:extLst>
          </p:cNvPr>
          <p:cNvSpPr txBox="1"/>
          <p:nvPr>
            <p:custDataLst>
              <p:tags r:id="rId1"/>
            </p:custDataLst>
          </p:nvPr>
        </p:nvSpPr>
        <p:spPr>
          <a:xfrm>
            <a:off x="344142" y="1043704"/>
            <a:ext cx="3114040" cy="671906"/>
          </a:xfrm>
          <a:prstGeom prst="rect">
            <a:avLst/>
          </a:prstGeom>
          <a:noFill/>
        </p:spPr>
        <p:txBody>
          <a:bodyPr wrap="square" lIns="90000" tIns="46800" rIns="90000" bIns="46800" rtlCol="0" anchor="ctr" anchorCtr="0"/>
          <a:lstStyle/>
          <a:p>
            <a:r>
              <a:rPr lang="en-US" altLang="zh-CN" b="1" dirty="0">
                <a:solidFill>
                  <a:srgbClr val="00B0F0"/>
                </a:solidFill>
                <a:latin typeface="Palatino Linotype" panose="02040502050505030304" charset="0"/>
                <a:ea typeface="+mn-ea"/>
                <a:cs typeface="Palatino Linotype" panose="02040502050505030304" charset="0"/>
              </a:rPr>
              <a:t>1.3 The Code</a:t>
            </a:r>
          </a:p>
        </p:txBody>
      </p:sp>
      <p:pic>
        <p:nvPicPr>
          <p:cNvPr id="4" name="图片 3">
            <a:extLst>
              <a:ext uri="{FF2B5EF4-FFF2-40B4-BE49-F238E27FC236}">
                <a16:creationId xmlns:a16="http://schemas.microsoft.com/office/drawing/2014/main" id="{A1FBE69B-A0AB-3345-6F59-0014602F23D1}"/>
              </a:ext>
            </a:extLst>
          </p:cNvPr>
          <p:cNvPicPr>
            <a:picLocks noChangeAspect="1"/>
          </p:cNvPicPr>
          <p:nvPr/>
        </p:nvPicPr>
        <p:blipFill>
          <a:blip r:embed="rId6"/>
          <a:stretch>
            <a:fillRect/>
          </a:stretch>
        </p:blipFill>
        <p:spPr>
          <a:xfrm>
            <a:off x="431825" y="3127125"/>
            <a:ext cx="8206417" cy="3453773"/>
          </a:xfrm>
          <a:prstGeom prst="rect">
            <a:avLst/>
          </a:prstGeom>
        </p:spPr>
      </p:pic>
    </p:spTree>
    <p:extLst>
      <p:ext uri="{BB962C8B-B14F-4D97-AF65-F5344CB8AC3E}">
        <p14:creationId xmlns:p14="http://schemas.microsoft.com/office/powerpoint/2010/main" val="15809259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973454" y="97155"/>
            <a:ext cx="6121029" cy="719621"/>
          </a:xfrm>
          <a:prstGeom prst="rect">
            <a:avLst/>
          </a:prstGeom>
          <a:noFill/>
        </p:spPr>
        <p:txBody>
          <a:bodyPr wrap="square" rtlCol="0">
            <a:spAutoFit/>
          </a:bodyPr>
          <a:lstStyle/>
          <a:p>
            <a:pPr>
              <a:lnSpc>
                <a:spcPct val="130000"/>
              </a:lnSpc>
              <a:spcBef>
                <a:spcPts val="600"/>
              </a:spcBef>
            </a:pPr>
            <a:r>
              <a:rPr lang="en-US" sz="3500" b="1" dirty="0">
                <a:solidFill>
                  <a:srgbClr val="005CA2"/>
                </a:solidFill>
                <a:latin typeface="Arial" panose="020B0604020202020204" pitchFamily="34" charset="0"/>
                <a:cs typeface="Arial" panose="020B0604020202020204" pitchFamily="34" charset="0"/>
                <a:sym typeface="+mn-lt"/>
              </a:rPr>
              <a:t>2 </a:t>
            </a:r>
            <a:r>
              <a:rPr lang="en-US" altLang="zh-CN" sz="3500" b="1" dirty="0">
                <a:solidFill>
                  <a:srgbClr val="005CA2"/>
                </a:solidFill>
                <a:latin typeface="Arial" panose="020B0604020202020204" pitchFamily="34" charset="0"/>
                <a:cs typeface="Arial" panose="020B0604020202020204" pitchFamily="34" charset="0"/>
                <a:sym typeface="+mn-lt"/>
              </a:rPr>
              <a:t>Project2</a:t>
            </a:r>
            <a:endParaRPr sz="3500" b="1" dirty="0">
              <a:solidFill>
                <a:srgbClr val="005CA2"/>
              </a:solidFill>
              <a:latin typeface="Arial" panose="020B0604020202020204" pitchFamily="34" charset="0"/>
              <a:cs typeface="Arial" panose="020B0604020202020204" pitchFamily="34" charset="0"/>
              <a:sym typeface="+mn-lt"/>
            </a:endParaRPr>
          </a:p>
        </p:txBody>
      </p:sp>
      <p:grpSp>
        <p:nvGrpSpPr>
          <p:cNvPr id="16" name="组合 15"/>
          <p:cNvGrpSpPr/>
          <p:nvPr/>
        </p:nvGrpSpPr>
        <p:grpSpPr>
          <a:xfrm>
            <a:off x="274980" y="1715610"/>
            <a:ext cx="5245100" cy="671907"/>
            <a:chOff x="592" y="2401"/>
            <a:chExt cx="8260" cy="2482"/>
          </a:xfrm>
        </p:grpSpPr>
        <p:sp>
          <p:nvSpPr>
            <p:cNvPr id="225" name="Line 24"/>
            <p:cNvSpPr>
              <a:spLocks noChangeShapeType="1"/>
            </p:cNvSpPr>
            <p:nvPr>
              <p:custDataLst>
                <p:tags r:id="rId2"/>
              </p:custDataLst>
            </p:nvPr>
          </p:nvSpPr>
          <p:spPr bwMode="auto">
            <a:xfrm>
              <a:off x="839" y="3863"/>
              <a:ext cx="8013" cy="0"/>
            </a:xfrm>
            <a:prstGeom prst="line">
              <a:avLst/>
            </a:prstGeom>
            <a:noFill/>
            <a:ln w="6350">
              <a:solidFill>
                <a:srgbClr val="00B0F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EEECE1"/>
                    </a:outerShdw>
                  </a:effectLst>
                </a14:hiddenEffects>
              </a:ext>
            </a:extLst>
          </p:spPr>
          <p:txBody>
            <a:bodyPr wrap="square" lIns="90000" tIns="46800" rIns="90000" bIns="46800" anchor="ctr" anchorCtr="0">
              <a:normAutofit fontScale="25000" lnSpcReduction="20000"/>
            </a:bodyPr>
            <a:lstStyle/>
            <a:p>
              <a:endParaRPr lang="zh-CN" altLang="en-US" sz="1690">
                <a:solidFill>
                  <a:sysClr val="windowText" lastClr="000000">
                    <a:lumMod val="50000"/>
                    <a:lumOff val="50000"/>
                  </a:sysClr>
                </a:solidFill>
              </a:endParaRPr>
            </a:p>
          </p:txBody>
        </p:sp>
        <p:sp>
          <p:nvSpPr>
            <p:cNvPr id="238" name="文本框 237"/>
            <p:cNvSpPr txBox="1"/>
            <p:nvPr>
              <p:custDataLst>
                <p:tags r:id="rId3"/>
              </p:custDataLst>
            </p:nvPr>
          </p:nvSpPr>
          <p:spPr>
            <a:xfrm>
              <a:off x="592" y="2401"/>
              <a:ext cx="8083" cy="2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nchorCtr="0">
              <a:noAutofit/>
            </a:bodyPr>
            <a:lstStyle>
              <a:defPPr>
                <a:defRPr lang="zh-CN"/>
              </a:defPPr>
              <a:lvl1pPr>
                <a:lnSpc>
                  <a:spcPct val="120000"/>
                </a:lnSpc>
                <a:buFont typeface="Arial" panose="020B0604020202020204" pitchFamily="34" charset="0"/>
                <a:buNone/>
                <a:defRPr sz="1800">
                  <a:solidFill>
                    <a:sysClr val="windowText" lastClr="000000">
                      <a:lumMod val="50000"/>
                      <a:lumOff val="50000"/>
                    </a:sysClr>
                  </a:solidFill>
                </a:defRPr>
              </a:lvl1pPr>
            </a:lstStyle>
            <a:p>
              <a:pPr marL="285750" indent="-285750">
                <a:buClr>
                  <a:srgbClr val="00B0F0"/>
                </a:buClr>
                <a:buFont typeface="Wingdings" panose="05000000000000000000" charset="0"/>
                <a:buChar char="u"/>
              </a:pPr>
              <a:r>
                <a:rPr lang="en-US" altLang="zh-CN" sz="1700" dirty="0">
                  <a:solidFill>
                    <a:schemeClr val="tx1"/>
                  </a:solidFill>
                  <a:latin typeface="Palatino Linotype" panose="02040502050505030304" charset="0"/>
                  <a:sym typeface="+mn-ea"/>
                </a:rPr>
                <a:t>The figures to show the structure of export table, and how to get export functions.</a:t>
              </a:r>
            </a:p>
            <a:p>
              <a:pPr marL="285750" indent="-285750">
                <a:buClr>
                  <a:srgbClr val="00B0F0"/>
                </a:buClr>
                <a:buFont typeface="Wingdings" panose="05000000000000000000" charset="0"/>
                <a:buChar char="u"/>
              </a:pPr>
              <a:r>
                <a:rPr lang="en-US" altLang="zh-CN" sz="1700" dirty="0">
                  <a:solidFill>
                    <a:schemeClr val="tx1"/>
                  </a:solidFill>
                  <a:latin typeface="Palatino Linotype" panose="02040502050505030304" charset="0"/>
                  <a:sym typeface="+mn-ea"/>
                </a:rPr>
                <a:t>Screenshot from : </a:t>
              </a:r>
              <a:r>
                <a:rPr lang="en-US" altLang="zh-CN" sz="1600" dirty="0">
                  <a:hlinkClick r:id="rId6"/>
                </a:rPr>
                <a:t>【</a:t>
              </a:r>
              <a:r>
                <a:rPr lang="zh-CN" altLang="en-US" sz="1600" dirty="0">
                  <a:hlinkClick r:id="rId6"/>
                </a:rPr>
                <a:t>精选</a:t>
              </a:r>
              <a:r>
                <a:rPr lang="en-US" altLang="zh-CN" sz="1600" dirty="0">
                  <a:hlinkClick r:id="rId6"/>
                </a:rPr>
                <a:t>】</a:t>
              </a:r>
              <a:r>
                <a:rPr lang="zh-CN" altLang="en-US" sz="1600" dirty="0">
                  <a:hlinkClick r:id="rId6"/>
                </a:rPr>
                <a:t>滴水逆向三期实践</a:t>
              </a:r>
              <a:r>
                <a:rPr lang="en-US" altLang="zh-CN" sz="1600" dirty="0">
                  <a:hlinkClick r:id="rId6"/>
                </a:rPr>
                <a:t>11</a:t>
              </a:r>
              <a:r>
                <a:rPr lang="zh-CN" altLang="en-US" sz="1600" dirty="0">
                  <a:hlinkClick r:id="rId6"/>
                </a:rPr>
                <a:t>：导出表</a:t>
              </a:r>
              <a:r>
                <a:rPr lang="en-US" altLang="zh-CN" sz="1600" dirty="0">
                  <a:hlinkClick r:id="rId6"/>
                </a:rPr>
                <a:t>-CSDN</a:t>
              </a:r>
              <a:r>
                <a:rPr lang="zh-CN" altLang="en-US" sz="1600" dirty="0">
                  <a:hlinkClick r:id="rId6"/>
                </a:rPr>
                <a:t>博客</a:t>
              </a:r>
              <a:endParaRPr lang="en-US" altLang="zh-CN" sz="1700" dirty="0">
                <a:solidFill>
                  <a:schemeClr val="tx1"/>
                </a:solidFill>
                <a:latin typeface="Palatino Linotype" panose="02040502050505030304" charset="0"/>
                <a:sym typeface="+mn-ea"/>
              </a:endParaRPr>
            </a:p>
            <a:p>
              <a:pPr marL="285750" indent="-285750">
                <a:buClr>
                  <a:srgbClr val="00B0F0"/>
                </a:buClr>
                <a:buFont typeface="Wingdings" panose="05000000000000000000" charset="0"/>
                <a:buChar char="u"/>
              </a:pPr>
              <a:endParaRPr lang="zh-CN" altLang="en-US" sz="1700" dirty="0">
                <a:solidFill>
                  <a:schemeClr val="tx1"/>
                </a:solidFill>
                <a:latin typeface="Palatino Linotype" panose="02040502050505030304" charset="0"/>
                <a:sym typeface="+mn-ea"/>
              </a:endParaRPr>
            </a:p>
          </p:txBody>
        </p:sp>
      </p:grpSp>
      <p:sp>
        <p:nvSpPr>
          <p:cNvPr id="2" name="文本框 1"/>
          <p:cNvSpPr txBox="1"/>
          <p:nvPr/>
        </p:nvSpPr>
        <p:spPr>
          <a:xfrm>
            <a:off x="11434445" y="6061710"/>
            <a:ext cx="489585" cy="337185"/>
          </a:xfrm>
          <a:prstGeom prst="rect">
            <a:avLst/>
          </a:prstGeom>
          <a:noFill/>
        </p:spPr>
        <p:txBody>
          <a:bodyPr wrap="square" rtlCol="0">
            <a:spAutoFit/>
          </a:bodyPr>
          <a:lstStyle/>
          <a:p>
            <a:pPr algn="ctr"/>
            <a:r>
              <a:rPr lang="en-US" altLang="zh-CN" sz="1600">
                <a:latin typeface="Arial" panose="020B0604020202020204" pitchFamily="34" charset="0"/>
                <a:cs typeface="Arial" panose="020B0604020202020204" pitchFamily="34" charset="0"/>
              </a:rPr>
              <a:t>4</a:t>
            </a:r>
          </a:p>
        </p:txBody>
      </p:sp>
      <p:sp>
        <p:nvSpPr>
          <p:cNvPr id="5" name="文本框 4">
            <a:extLst>
              <a:ext uri="{FF2B5EF4-FFF2-40B4-BE49-F238E27FC236}">
                <a16:creationId xmlns:a16="http://schemas.microsoft.com/office/drawing/2014/main" id="{4941DF71-5803-683E-72F4-F2C33B3A702E}"/>
              </a:ext>
            </a:extLst>
          </p:cNvPr>
          <p:cNvSpPr txBox="1"/>
          <p:nvPr>
            <p:custDataLst>
              <p:tags r:id="rId1"/>
            </p:custDataLst>
          </p:nvPr>
        </p:nvSpPr>
        <p:spPr>
          <a:xfrm>
            <a:off x="362931" y="865320"/>
            <a:ext cx="3114040" cy="671906"/>
          </a:xfrm>
          <a:prstGeom prst="rect">
            <a:avLst/>
          </a:prstGeom>
          <a:noFill/>
        </p:spPr>
        <p:txBody>
          <a:bodyPr wrap="square" lIns="90000" tIns="46800" rIns="90000" bIns="46800" rtlCol="0" anchor="ctr" anchorCtr="0"/>
          <a:lstStyle/>
          <a:p>
            <a:r>
              <a:rPr lang="en-US" altLang="zh-CN" b="1" dirty="0">
                <a:solidFill>
                  <a:srgbClr val="00B0F0"/>
                </a:solidFill>
                <a:latin typeface="Palatino Linotype" panose="02040502050505030304" charset="0"/>
                <a:ea typeface="+mn-ea"/>
                <a:cs typeface="Palatino Linotype" panose="02040502050505030304" charset="0"/>
              </a:rPr>
              <a:t>1.3 The Code</a:t>
            </a:r>
          </a:p>
        </p:txBody>
      </p:sp>
      <p:pic>
        <p:nvPicPr>
          <p:cNvPr id="6" name="图片 5">
            <a:extLst>
              <a:ext uri="{FF2B5EF4-FFF2-40B4-BE49-F238E27FC236}">
                <a16:creationId xmlns:a16="http://schemas.microsoft.com/office/drawing/2014/main" id="{D9D69C1F-D431-82F2-41DB-937EDF3AD7F0}"/>
              </a:ext>
            </a:extLst>
          </p:cNvPr>
          <p:cNvPicPr>
            <a:picLocks noChangeAspect="1"/>
          </p:cNvPicPr>
          <p:nvPr/>
        </p:nvPicPr>
        <p:blipFill>
          <a:blip r:embed="rId7"/>
          <a:stretch>
            <a:fillRect/>
          </a:stretch>
        </p:blipFill>
        <p:spPr>
          <a:xfrm>
            <a:off x="5476847" y="97155"/>
            <a:ext cx="6851585" cy="5893496"/>
          </a:xfrm>
          <a:prstGeom prst="rect">
            <a:avLst/>
          </a:prstGeom>
        </p:spPr>
      </p:pic>
      <p:pic>
        <p:nvPicPr>
          <p:cNvPr id="9" name="图片 8">
            <a:extLst>
              <a:ext uri="{FF2B5EF4-FFF2-40B4-BE49-F238E27FC236}">
                <a16:creationId xmlns:a16="http://schemas.microsoft.com/office/drawing/2014/main" id="{D7999B5A-2290-FBCE-C0B6-F962CDF81C2B}"/>
              </a:ext>
            </a:extLst>
          </p:cNvPr>
          <p:cNvPicPr>
            <a:picLocks noChangeAspect="1"/>
          </p:cNvPicPr>
          <p:nvPr/>
        </p:nvPicPr>
        <p:blipFill>
          <a:blip r:embed="rId8"/>
          <a:stretch>
            <a:fillRect/>
          </a:stretch>
        </p:blipFill>
        <p:spPr>
          <a:xfrm>
            <a:off x="-89511" y="2698667"/>
            <a:ext cx="5531777" cy="3363043"/>
          </a:xfrm>
          <a:prstGeom prst="rect">
            <a:avLst/>
          </a:prstGeom>
        </p:spPr>
      </p:pic>
    </p:spTree>
    <p:extLst>
      <p:ext uri="{BB962C8B-B14F-4D97-AF65-F5344CB8AC3E}">
        <p14:creationId xmlns:p14="http://schemas.microsoft.com/office/powerpoint/2010/main" val="37786885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973454" y="97155"/>
            <a:ext cx="6121029" cy="719621"/>
          </a:xfrm>
          <a:prstGeom prst="rect">
            <a:avLst/>
          </a:prstGeom>
          <a:noFill/>
        </p:spPr>
        <p:txBody>
          <a:bodyPr wrap="square" rtlCol="0">
            <a:spAutoFit/>
          </a:bodyPr>
          <a:lstStyle/>
          <a:p>
            <a:pPr>
              <a:lnSpc>
                <a:spcPct val="130000"/>
              </a:lnSpc>
              <a:spcBef>
                <a:spcPts val="600"/>
              </a:spcBef>
            </a:pPr>
            <a:r>
              <a:rPr lang="en-US" sz="3500" b="1" dirty="0">
                <a:solidFill>
                  <a:srgbClr val="005CA2"/>
                </a:solidFill>
                <a:latin typeface="Arial" panose="020B0604020202020204" pitchFamily="34" charset="0"/>
                <a:cs typeface="Arial" panose="020B0604020202020204" pitchFamily="34" charset="0"/>
                <a:sym typeface="+mn-lt"/>
              </a:rPr>
              <a:t>2 </a:t>
            </a:r>
            <a:r>
              <a:rPr lang="en-US" altLang="zh-CN" sz="3500" b="1" dirty="0">
                <a:solidFill>
                  <a:srgbClr val="005CA2"/>
                </a:solidFill>
                <a:latin typeface="Arial" panose="020B0604020202020204" pitchFamily="34" charset="0"/>
                <a:cs typeface="Arial" panose="020B0604020202020204" pitchFamily="34" charset="0"/>
                <a:sym typeface="+mn-lt"/>
              </a:rPr>
              <a:t>Project2</a:t>
            </a:r>
            <a:endParaRPr sz="3500" b="1" dirty="0">
              <a:solidFill>
                <a:srgbClr val="005CA2"/>
              </a:solidFill>
              <a:latin typeface="Arial" panose="020B0604020202020204" pitchFamily="34" charset="0"/>
              <a:cs typeface="Arial" panose="020B0604020202020204" pitchFamily="34" charset="0"/>
              <a:sym typeface="+mn-lt"/>
            </a:endParaRPr>
          </a:p>
        </p:txBody>
      </p:sp>
      <p:grpSp>
        <p:nvGrpSpPr>
          <p:cNvPr id="16" name="组合 15"/>
          <p:cNvGrpSpPr/>
          <p:nvPr/>
        </p:nvGrpSpPr>
        <p:grpSpPr>
          <a:xfrm>
            <a:off x="274980" y="1715610"/>
            <a:ext cx="5245100" cy="2109215"/>
            <a:chOff x="592" y="2401"/>
            <a:chExt cx="8260" cy="2482"/>
          </a:xfrm>
        </p:grpSpPr>
        <p:sp>
          <p:nvSpPr>
            <p:cNvPr id="225" name="Line 24"/>
            <p:cNvSpPr>
              <a:spLocks noChangeShapeType="1"/>
            </p:cNvSpPr>
            <p:nvPr>
              <p:custDataLst>
                <p:tags r:id="rId2"/>
              </p:custDataLst>
            </p:nvPr>
          </p:nvSpPr>
          <p:spPr bwMode="auto">
            <a:xfrm>
              <a:off x="839" y="3863"/>
              <a:ext cx="8013" cy="0"/>
            </a:xfrm>
            <a:prstGeom prst="line">
              <a:avLst/>
            </a:prstGeom>
            <a:noFill/>
            <a:ln w="6350">
              <a:solidFill>
                <a:srgbClr val="00B0F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EEECE1"/>
                    </a:outerShdw>
                  </a:effectLst>
                </a14:hiddenEffects>
              </a:ext>
            </a:extLst>
          </p:spPr>
          <p:txBody>
            <a:bodyPr wrap="square" lIns="90000" tIns="46800" rIns="90000" bIns="46800" anchor="ctr" anchorCtr="0">
              <a:normAutofit fontScale="25000" lnSpcReduction="20000"/>
            </a:bodyPr>
            <a:lstStyle/>
            <a:p>
              <a:endParaRPr lang="zh-CN" altLang="en-US" sz="1690">
                <a:solidFill>
                  <a:sysClr val="windowText" lastClr="000000">
                    <a:lumMod val="50000"/>
                    <a:lumOff val="50000"/>
                  </a:sysClr>
                </a:solidFill>
              </a:endParaRPr>
            </a:p>
          </p:txBody>
        </p:sp>
        <p:sp>
          <p:nvSpPr>
            <p:cNvPr id="238" name="文本框 237"/>
            <p:cNvSpPr txBox="1"/>
            <p:nvPr>
              <p:custDataLst>
                <p:tags r:id="rId3"/>
              </p:custDataLst>
            </p:nvPr>
          </p:nvSpPr>
          <p:spPr>
            <a:xfrm>
              <a:off x="592" y="2401"/>
              <a:ext cx="8083" cy="2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nchorCtr="0">
              <a:noAutofit/>
            </a:bodyPr>
            <a:lstStyle>
              <a:defPPr>
                <a:defRPr lang="zh-CN"/>
              </a:defPPr>
              <a:lvl1pPr>
                <a:lnSpc>
                  <a:spcPct val="120000"/>
                </a:lnSpc>
                <a:buFont typeface="Arial" panose="020B0604020202020204" pitchFamily="34" charset="0"/>
                <a:buNone/>
                <a:defRPr sz="1800">
                  <a:solidFill>
                    <a:sysClr val="windowText" lastClr="000000">
                      <a:lumMod val="50000"/>
                      <a:lumOff val="50000"/>
                    </a:sysClr>
                  </a:solidFill>
                </a:defRPr>
              </a:lvl1pPr>
            </a:lstStyle>
            <a:p>
              <a:pPr marL="285750" indent="-285750">
                <a:buClr>
                  <a:srgbClr val="00B0F0"/>
                </a:buClr>
                <a:buFont typeface="Wingdings" panose="05000000000000000000" charset="0"/>
                <a:buChar char="u"/>
              </a:pPr>
              <a:r>
                <a:rPr lang="en-US" altLang="zh-CN" sz="1700" dirty="0">
                  <a:solidFill>
                    <a:schemeClr val="tx1"/>
                  </a:solidFill>
                  <a:latin typeface="Palatino Linotype" panose="02040502050505030304" charset="0"/>
                  <a:sym typeface="+mn-ea"/>
                </a:rPr>
                <a:t>The way to parse is similar with relocation table. The next slide is a figure of it.</a:t>
              </a:r>
            </a:p>
            <a:p>
              <a:pPr marL="285750" indent="-285750">
                <a:buClr>
                  <a:srgbClr val="00B0F0"/>
                </a:buClr>
                <a:buFont typeface="Wingdings" panose="05000000000000000000" charset="0"/>
                <a:buChar char="u"/>
              </a:pPr>
              <a:r>
                <a:rPr lang="en-US" altLang="zh-CN" sz="1700" dirty="0">
                  <a:solidFill>
                    <a:schemeClr val="tx1"/>
                  </a:solidFill>
                  <a:latin typeface="Palatino Linotype" panose="02040502050505030304" charset="0"/>
                  <a:sym typeface="+mn-ea"/>
                </a:rPr>
                <a:t>There is nothing difficult to parse the bound import table.</a:t>
              </a:r>
            </a:p>
            <a:p>
              <a:pPr marL="285750" indent="-285750">
                <a:buClr>
                  <a:srgbClr val="00B0F0"/>
                </a:buClr>
                <a:buFont typeface="Wingdings" panose="05000000000000000000" charset="0"/>
                <a:buChar char="u"/>
              </a:pPr>
              <a:endParaRPr lang="zh-CN" altLang="en-US" sz="1700" dirty="0">
                <a:solidFill>
                  <a:schemeClr val="tx1"/>
                </a:solidFill>
                <a:latin typeface="Palatino Linotype" panose="02040502050505030304" charset="0"/>
                <a:sym typeface="+mn-ea"/>
              </a:endParaRPr>
            </a:p>
          </p:txBody>
        </p:sp>
      </p:grpSp>
      <p:sp>
        <p:nvSpPr>
          <p:cNvPr id="2" name="文本框 1"/>
          <p:cNvSpPr txBox="1"/>
          <p:nvPr/>
        </p:nvSpPr>
        <p:spPr>
          <a:xfrm>
            <a:off x="11434445" y="6061710"/>
            <a:ext cx="489585" cy="337185"/>
          </a:xfrm>
          <a:prstGeom prst="rect">
            <a:avLst/>
          </a:prstGeom>
          <a:noFill/>
        </p:spPr>
        <p:txBody>
          <a:bodyPr wrap="square" rtlCol="0">
            <a:spAutoFit/>
          </a:bodyPr>
          <a:lstStyle/>
          <a:p>
            <a:pPr algn="ctr"/>
            <a:r>
              <a:rPr lang="en-US" altLang="zh-CN" sz="1600">
                <a:latin typeface="Arial" panose="020B0604020202020204" pitchFamily="34" charset="0"/>
                <a:cs typeface="Arial" panose="020B0604020202020204" pitchFamily="34" charset="0"/>
              </a:rPr>
              <a:t>4</a:t>
            </a:r>
          </a:p>
        </p:txBody>
      </p:sp>
      <p:sp>
        <p:nvSpPr>
          <p:cNvPr id="5" name="文本框 4">
            <a:extLst>
              <a:ext uri="{FF2B5EF4-FFF2-40B4-BE49-F238E27FC236}">
                <a16:creationId xmlns:a16="http://schemas.microsoft.com/office/drawing/2014/main" id="{4941DF71-5803-683E-72F4-F2C33B3A702E}"/>
              </a:ext>
            </a:extLst>
          </p:cNvPr>
          <p:cNvSpPr txBox="1"/>
          <p:nvPr>
            <p:custDataLst>
              <p:tags r:id="rId1"/>
            </p:custDataLst>
          </p:nvPr>
        </p:nvSpPr>
        <p:spPr>
          <a:xfrm>
            <a:off x="344142" y="1043704"/>
            <a:ext cx="3114040" cy="671906"/>
          </a:xfrm>
          <a:prstGeom prst="rect">
            <a:avLst/>
          </a:prstGeom>
          <a:noFill/>
        </p:spPr>
        <p:txBody>
          <a:bodyPr wrap="square" lIns="90000" tIns="46800" rIns="90000" bIns="46800" rtlCol="0" anchor="ctr" anchorCtr="0"/>
          <a:lstStyle/>
          <a:p>
            <a:r>
              <a:rPr lang="en-US" altLang="zh-CN" b="1" dirty="0">
                <a:solidFill>
                  <a:srgbClr val="00B0F0"/>
                </a:solidFill>
                <a:latin typeface="Palatino Linotype" panose="02040502050505030304" charset="0"/>
                <a:ea typeface="+mn-ea"/>
                <a:cs typeface="Palatino Linotype" panose="02040502050505030304" charset="0"/>
              </a:rPr>
              <a:t>1.3 The Code</a:t>
            </a:r>
          </a:p>
        </p:txBody>
      </p:sp>
      <p:pic>
        <p:nvPicPr>
          <p:cNvPr id="4" name="图片 3">
            <a:extLst>
              <a:ext uri="{FF2B5EF4-FFF2-40B4-BE49-F238E27FC236}">
                <a16:creationId xmlns:a16="http://schemas.microsoft.com/office/drawing/2014/main" id="{D2103C1F-AFAF-EA1B-C0C1-1361DEDAE64C}"/>
              </a:ext>
            </a:extLst>
          </p:cNvPr>
          <p:cNvPicPr>
            <a:picLocks noChangeAspect="1"/>
          </p:cNvPicPr>
          <p:nvPr/>
        </p:nvPicPr>
        <p:blipFill>
          <a:blip r:embed="rId6"/>
          <a:stretch>
            <a:fillRect/>
          </a:stretch>
        </p:blipFill>
        <p:spPr>
          <a:xfrm>
            <a:off x="607512" y="3313661"/>
            <a:ext cx="8384088" cy="3085234"/>
          </a:xfrm>
          <a:prstGeom prst="rect">
            <a:avLst/>
          </a:prstGeom>
        </p:spPr>
      </p:pic>
    </p:spTree>
    <p:extLst>
      <p:ext uri="{BB962C8B-B14F-4D97-AF65-F5344CB8AC3E}">
        <p14:creationId xmlns:p14="http://schemas.microsoft.com/office/powerpoint/2010/main" val="366827953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973454" y="97155"/>
            <a:ext cx="6121029" cy="719621"/>
          </a:xfrm>
          <a:prstGeom prst="rect">
            <a:avLst/>
          </a:prstGeom>
          <a:noFill/>
        </p:spPr>
        <p:txBody>
          <a:bodyPr wrap="square" rtlCol="0">
            <a:spAutoFit/>
          </a:bodyPr>
          <a:lstStyle/>
          <a:p>
            <a:pPr>
              <a:lnSpc>
                <a:spcPct val="130000"/>
              </a:lnSpc>
              <a:spcBef>
                <a:spcPts val="600"/>
              </a:spcBef>
            </a:pPr>
            <a:r>
              <a:rPr lang="en-US" sz="3500" b="1" dirty="0">
                <a:solidFill>
                  <a:srgbClr val="005CA2"/>
                </a:solidFill>
                <a:latin typeface="Arial" panose="020B0604020202020204" pitchFamily="34" charset="0"/>
                <a:cs typeface="Arial" panose="020B0604020202020204" pitchFamily="34" charset="0"/>
                <a:sym typeface="+mn-lt"/>
              </a:rPr>
              <a:t>2 </a:t>
            </a:r>
            <a:r>
              <a:rPr lang="en-US" altLang="zh-CN" sz="3500" b="1" dirty="0">
                <a:solidFill>
                  <a:srgbClr val="005CA2"/>
                </a:solidFill>
                <a:latin typeface="Arial" panose="020B0604020202020204" pitchFamily="34" charset="0"/>
                <a:cs typeface="Arial" panose="020B0604020202020204" pitchFamily="34" charset="0"/>
                <a:sym typeface="+mn-lt"/>
              </a:rPr>
              <a:t>Project2</a:t>
            </a:r>
            <a:endParaRPr sz="3500" b="1" dirty="0">
              <a:solidFill>
                <a:srgbClr val="005CA2"/>
              </a:solidFill>
              <a:latin typeface="Arial" panose="020B0604020202020204" pitchFamily="34" charset="0"/>
              <a:cs typeface="Arial" panose="020B0604020202020204" pitchFamily="34" charset="0"/>
              <a:sym typeface="+mn-lt"/>
            </a:endParaRPr>
          </a:p>
        </p:txBody>
      </p:sp>
      <p:grpSp>
        <p:nvGrpSpPr>
          <p:cNvPr id="16" name="组合 15"/>
          <p:cNvGrpSpPr/>
          <p:nvPr/>
        </p:nvGrpSpPr>
        <p:grpSpPr>
          <a:xfrm>
            <a:off x="274980" y="1715610"/>
            <a:ext cx="5245100" cy="2109215"/>
            <a:chOff x="592" y="2401"/>
            <a:chExt cx="8260" cy="2482"/>
          </a:xfrm>
        </p:grpSpPr>
        <p:sp>
          <p:nvSpPr>
            <p:cNvPr id="225" name="Line 24"/>
            <p:cNvSpPr>
              <a:spLocks noChangeShapeType="1"/>
            </p:cNvSpPr>
            <p:nvPr>
              <p:custDataLst>
                <p:tags r:id="rId2"/>
              </p:custDataLst>
            </p:nvPr>
          </p:nvSpPr>
          <p:spPr bwMode="auto">
            <a:xfrm>
              <a:off x="839" y="3863"/>
              <a:ext cx="8013" cy="0"/>
            </a:xfrm>
            <a:prstGeom prst="line">
              <a:avLst/>
            </a:prstGeom>
            <a:noFill/>
            <a:ln w="6350">
              <a:solidFill>
                <a:srgbClr val="00B0F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EEECE1"/>
                    </a:outerShdw>
                  </a:effectLst>
                </a14:hiddenEffects>
              </a:ext>
            </a:extLst>
          </p:spPr>
          <p:txBody>
            <a:bodyPr wrap="square" lIns="90000" tIns="46800" rIns="90000" bIns="46800" anchor="ctr" anchorCtr="0">
              <a:normAutofit fontScale="25000" lnSpcReduction="20000"/>
            </a:bodyPr>
            <a:lstStyle/>
            <a:p>
              <a:endParaRPr lang="zh-CN" altLang="en-US" sz="1690">
                <a:solidFill>
                  <a:sysClr val="windowText" lastClr="000000">
                    <a:lumMod val="50000"/>
                    <a:lumOff val="50000"/>
                  </a:sysClr>
                </a:solidFill>
              </a:endParaRPr>
            </a:p>
          </p:txBody>
        </p:sp>
        <p:sp>
          <p:nvSpPr>
            <p:cNvPr id="238" name="文本框 237"/>
            <p:cNvSpPr txBox="1"/>
            <p:nvPr>
              <p:custDataLst>
                <p:tags r:id="rId3"/>
              </p:custDataLst>
            </p:nvPr>
          </p:nvSpPr>
          <p:spPr>
            <a:xfrm>
              <a:off x="592" y="2401"/>
              <a:ext cx="8083" cy="2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nchorCtr="0">
              <a:noAutofit/>
            </a:bodyPr>
            <a:lstStyle>
              <a:defPPr>
                <a:defRPr lang="zh-CN"/>
              </a:defPPr>
              <a:lvl1pPr>
                <a:lnSpc>
                  <a:spcPct val="120000"/>
                </a:lnSpc>
                <a:buFont typeface="Arial" panose="020B0604020202020204" pitchFamily="34" charset="0"/>
                <a:buNone/>
                <a:defRPr sz="1800">
                  <a:solidFill>
                    <a:sysClr val="windowText" lastClr="000000">
                      <a:lumMod val="50000"/>
                      <a:lumOff val="50000"/>
                    </a:sysClr>
                  </a:solidFill>
                </a:defRPr>
              </a:lvl1pPr>
            </a:lstStyle>
            <a:p>
              <a:pPr marL="285750" indent="-285750">
                <a:buClr>
                  <a:srgbClr val="00B0F0"/>
                </a:buClr>
                <a:buFont typeface="Wingdings" panose="05000000000000000000" charset="0"/>
                <a:buChar char="u"/>
              </a:pPr>
              <a:r>
                <a:rPr lang="en-US" altLang="zh-CN" sz="1700" dirty="0">
                  <a:solidFill>
                    <a:schemeClr val="tx1"/>
                  </a:solidFill>
                  <a:latin typeface="Palatino Linotype" panose="02040502050505030304" charset="0"/>
                  <a:sym typeface="+mn-ea"/>
                </a:rPr>
                <a:t>Bound import table. </a:t>
              </a:r>
              <a:endParaRPr lang="zh-CN" altLang="en-US" sz="1700" dirty="0">
                <a:solidFill>
                  <a:schemeClr val="tx1"/>
                </a:solidFill>
                <a:latin typeface="Palatino Linotype" panose="02040502050505030304" charset="0"/>
                <a:sym typeface="+mn-ea"/>
              </a:endParaRPr>
            </a:p>
          </p:txBody>
        </p:sp>
      </p:grpSp>
      <p:sp>
        <p:nvSpPr>
          <p:cNvPr id="2" name="文本框 1"/>
          <p:cNvSpPr txBox="1"/>
          <p:nvPr/>
        </p:nvSpPr>
        <p:spPr>
          <a:xfrm>
            <a:off x="11434445" y="6061710"/>
            <a:ext cx="489585" cy="337185"/>
          </a:xfrm>
          <a:prstGeom prst="rect">
            <a:avLst/>
          </a:prstGeom>
          <a:noFill/>
        </p:spPr>
        <p:txBody>
          <a:bodyPr wrap="square" rtlCol="0">
            <a:spAutoFit/>
          </a:bodyPr>
          <a:lstStyle/>
          <a:p>
            <a:pPr algn="ctr"/>
            <a:r>
              <a:rPr lang="en-US" altLang="zh-CN" sz="1600">
                <a:latin typeface="Arial" panose="020B0604020202020204" pitchFamily="34" charset="0"/>
                <a:cs typeface="Arial" panose="020B0604020202020204" pitchFamily="34" charset="0"/>
              </a:rPr>
              <a:t>4</a:t>
            </a:r>
          </a:p>
        </p:txBody>
      </p:sp>
      <p:sp>
        <p:nvSpPr>
          <p:cNvPr id="5" name="文本框 4">
            <a:extLst>
              <a:ext uri="{FF2B5EF4-FFF2-40B4-BE49-F238E27FC236}">
                <a16:creationId xmlns:a16="http://schemas.microsoft.com/office/drawing/2014/main" id="{4941DF71-5803-683E-72F4-F2C33B3A702E}"/>
              </a:ext>
            </a:extLst>
          </p:cNvPr>
          <p:cNvSpPr txBox="1"/>
          <p:nvPr>
            <p:custDataLst>
              <p:tags r:id="rId1"/>
            </p:custDataLst>
          </p:nvPr>
        </p:nvSpPr>
        <p:spPr>
          <a:xfrm>
            <a:off x="344142" y="1043704"/>
            <a:ext cx="3114040" cy="671906"/>
          </a:xfrm>
          <a:prstGeom prst="rect">
            <a:avLst/>
          </a:prstGeom>
          <a:noFill/>
        </p:spPr>
        <p:txBody>
          <a:bodyPr wrap="square" lIns="90000" tIns="46800" rIns="90000" bIns="46800" rtlCol="0" anchor="ctr" anchorCtr="0"/>
          <a:lstStyle/>
          <a:p>
            <a:r>
              <a:rPr lang="en-US" altLang="zh-CN" b="1" dirty="0">
                <a:solidFill>
                  <a:srgbClr val="00B0F0"/>
                </a:solidFill>
                <a:latin typeface="Palatino Linotype" panose="02040502050505030304" charset="0"/>
                <a:ea typeface="+mn-ea"/>
                <a:cs typeface="Palatino Linotype" panose="02040502050505030304" charset="0"/>
              </a:rPr>
              <a:t>1.3 The Code</a:t>
            </a:r>
          </a:p>
        </p:txBody>
      </p:sp>
      <p:pic>
        <p:nvPicPr>
          <p:cNvPr id="9" name="图片 8">
            <a:extLst>
              <a:ext uri="{FF2B5EF4-FFF2-40B4-BE49-F238E27FC236}">
                <a16:creationId xmlns:a16="http://schemas.microsoft.com/office/drawing/2014/main" id="{A99DA992-D699-C851-19A5-38F85A3ED92D}"/>
              </a:ext>
            </a:extLst>
          </p:cNvPr>
          <p:cNvPicPr>
            <a:picLocks noChangeAspect="1"/>
          </p:cNvPicPr>
          <p:nvPr/>
        </p:nvPicPr>
        <p:blipFill>
          <a:blip r:embed="rId7"/>
          <a:stretch>
            <a:fillRect/>
          </a:stretch>
        </p:blipFill>
        <p:spPr>
          <a:xfrm>
            <a:off x="5520080" y="1018136"/>
            <a:ext cx="6543675" cy="4591050"/>
          </a:xfrm>
          <a:prstGeom prst="rect">
            <a:avLst/>
          </a:prstGeom>
        </p:spPr>
      </p:pic>
    </p:spTree>
    <p:extLst>
      <p:ext uri="{BB962C8B-B14F-4D97-AF65-F5344CB8AC3E}">
        <p14:creationId xmlns:p14="http://schemas.microsoft.com/office/powerpoint/2010/main" val="3017098541"/>
      </p:ext>
    </p:extLst>
  </p:cSld>
  <p:clrMapOvr>
    <a:masterClrMapping/>
  </p:clrMapOvr>
  <p:extLst>
    <p:ext uri="{6950BFC3-D8DA-4A85-94F7-54DA5524770B}">
      <p188:commentRel xmlns:p188="http://schemas.microsoft.com/office/powerpoint/2018/8/main" r:id="rId6"/>
    </p:ext>
  </p:extLs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973454" y="97155"/>
            <a:ext cx="6121029" cy="719621"/>
          </a:xfrm>
          <a:prstGeom prst="rect">
            <a:avLst/>
          </a:prstGeom>
          <a:noFill/>
        </p:spPr>
        <p:txBody>
          <a:bodyPr wrap="square" rtlCol="0">
            <a:spAutoFit/>
          </a:bodyPr>
          <a:lstStyle/>
          <a:p>
            <a:pPr>
              <a:lnSpc>
                <a:spcPct val="130000"/>
              </a:lnSpc>
              <a:spcBef>
                <a:spcPts val="600"/>
              </a:spcBef>
            </a:pPr>
            <a:r>
              <a:rPr lang="en-US" sz="3500" b="1" dirty="0">
                <a:solidFill>
                  <a:srgbClr val="005CA2"/>
                </a:solidFill>
                <a:latin typeface="Arial" panose="020B0604020202020204" pitchFamily="34" charset="0"/>
                <a:cs typeface="Arial" panose="020B0604020202020204" pitchFamily="34" charset="0"/>
                <a:sym typeface="+mn-lt"/>
              </a:rPr>
              <a:t>2 </a:t>
            </a:r>
            <a:r>
              <a:rPr lang="en-US" altLang="zh-CN" sz="3500" b="1" dirty="0">
                <a:solidFill>
                  <a:srgbClr val="005CA2"/>
                </a:solidFill>
                <a:latin typeface="Arial" panose="020B0604020202020204" pitchFamily="34" charset="0"/>
                <a:cs typeface="Arial" panose="020B0604020202020204" pitchFamily="34" charset="0"/>
                <a:sym typeface="+mn-lt"/>
              </a:rPr>
              <a:t>Project2</a:t>
            </a:r>
            <a:endParaRPr sz="3500" b="1" dirty="0">
              <a:solidFill>
                <a:srgbClr val="005CA2"/>
              </a:solidFill>
              <a:latin typeface="Arial" panose="020B0604020202020204" pitchFamily="34" charset="0"/>
              <a:cs typeface="Arial" panose="020B0604020202020204" pitchFamily="34" charset="0"/>
              <a:sym typeface="+mn-lt"/>
            </a:endParaRPr>
          </a:p>
        </p:txBody>
      </p:sp>
      <p:grpSp>
        <p:nvGrpSpPr>
          <p:cNvPr id="16" name="组合 15"/>
          <p:cNvGrpSpPr/>
          <p:nvPr/>
        </p:nvGrpSpPr>
        <p:grpSpPr>
          <a:xfrm>
            <a:off x="123215" y="1583289"/>
            <a:ext cx="5396865" cy="3690132"/>
            <a:chOff x="353" y="2312"/>
            <a:chExt cx="8499" cy="2482"/>
          </a:xfrm>
        </p:grpSpPr>
        <p:sp>
          <p:nvSpPr>
            <p:cNvPr id="225" name="Line 24"/>
            <p:cNvSpPr>
              <a:spLocks noChangeShapeType="1"/>
            </p:cNvSpPr>
            <p:nvPr>
              <p:custDataLst>
                <p:tags r:id="rId2"/>
              </p:custDataLst>
            </p:nvPr>
          </p:nvSpPr>
          <p:spPr bwMode="auto">
            <a:xfrm>
              <a:off x="839" y="3863"/>
              <a:ext cx="8013" cy="0"/>
            </a:xfrm>
            <a:prstGeom prst="line">
              <a:avLst/>
            </a:prstGeom>
            <a:noFill/>
            <a:ln w="6350">
              <a:solidFill>
                <a:srgbClr val="00B0F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EEECE1"/>
                    </a:outerShdw>
                  </a:effectLst>
                </a14:hiddenEffects>
              </a:ext>
            </a:extLst>
          </p:spPr>
          <p:txBody>
            <a:bodyPr wrap="square" lIns="90000" tIns="46800" rIns="90000" bIns="46800" anchor="ctr" anchorCtr="0">
              <a:normAutofit fontScale="25000" lnSpcReduction="20000"/>
            </a:bodyPr>
            <a:lstStyle/>
            <a:p>
              <a:endParaRPr lang="zh-CN" altLang="en-US" sz="1690">
                <a:solidFill>
                  <a:sysClr val="windowText" lastClr="000000">
                    <a:lumMod val="50000"/>
                    <a:lumOff val="50000"/>
                  </a:sysClr>
                </a:solidFill>
              </a:endParaRPr>
            </a:p>
          </p:txBody>
        </p:sp>
        <p:sp>
          <p:nvSpPr>
            <p:cNvPr id="238" name="文本框 237"/>
            <p:cNvSpPr txBox="1"/>
            <p:nvPr>
              <p:custDataLst>
                <p:tags r:id="rId3"/>
              </p:custDataLst>
            </p:nvPr>
          </p:nvSpPr>
          <p:spPr>
            <a:xfrm>
              <a:off x="353" y="2312"/>
              <a:ext cx="8083" cy="2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nchorCtr="0">
              <a:noAutofit/>
            </a:bodyPr>
            <a:lstStyle>
              <a:defPPr>
                <a:defRPr lang="zh-CN"/>
              </a:defPPr>
              <a:lvl1pPr>
                <a:lnSpc>
                  <a:spcPct val="120000"/>
                </a:lnSpc>
                <a:buFont typeface="Arial" panose="020B0604020202020204" pitchFamily="34" charset="0"/>
                <a:buNone/>
                <a:defRPr sz="1800">
                  <a:solidFill>
                    <a:sysClr val="windowText" lastClr="000000">
                      <a:lumMod val="50000"/>
                      <a:lumOff val="50000"/>
                    </a:sysClr>
                  </a:solidFill>
                </a:defRPr>
              </a:lvl1pPr>
            </a:lstStyle>
            <a:p>
              <a:pPr marL="285750" indent="-285750">
                <a:buClr>
                  <a:srgbClr val="00B0F0"/>
                </a:buClr>
                <a:buFont typeface="Wingdings" panose="05000000000000000000" charset="0"/>
                <a:buChar char="u"/>
              </a:pPr>
              <a:r>
                <a:rPr lang="en-US" altLang="zh-CN" sz="1700" dirty="0">
                  <a:solidFill>
                    <a:schemeClr val="tx1"/>
                  </a:solidFill>
                  <a:latin typeface="Palatino Linotype" panose="02040502050505030304" charset="0"/>
                  <a:sym typeface="+mn-ea"/>
                </a:rPr>
                <a:t>Parsing the relocation table is important and the project3 will need it.(repair the relocation table)</a:t>
              </a:r>
            </a:p>
            <a:p>
              <a:pPr marL="285750" indent="-285750">
                <a:buClr>
                  <a:srgbClr val="00B0F0"/>
                </a:buClr>
                <a:buFont typeface="Wingdings" panose="05000000000000000000" charset="0"/>
                <a:buChar char="u"/>
              </a:pPr>
              <a:r>
                <a:rPr lang="en-US" altLang="zh-CN" sz="1700" dirty="0">
                  <a:solidFill>
                    <a:schemeClr val="tx1"/>
                  </a:solidFill>
                  <a:latin typeface="Palatino Linotype" panose="02040502050505030304" charset="0"/>
                  <a:sym typeface="+mn-ea"/>
                </a:rPr>
                <a:t>It is easy to parse it after knowing the structure of the relocation table. </a:t>
              </a:r>
            </a:p>
            <a:p>
              <a:pPr marL="285750" indent="-285750">
                <a:buClr>
                  <a:srgbClr val="00B0F0"/>
                </a:buClr>
                <a:buFont typeface="Wingdings" panose="05000000000000000000" charset="0"/>
                <a:buChar char="u"/>
              </a:pPr>
              <a:r>
                <a:rPr lang="en-US" altLang="zh-CN" sz="1700" dirty="0">
                  <a:solidFill>
                    <a:schemeClr val="tx1"/>
                  </a:solidFill>
                  <a:latin typeface="Palatino Linotype" panose="02040502050505030304" charset="0"/>
                  <a:sym typeface="+mn-ea"/>
                </a:rPr>
                <a:t>But notice: the high four bits is not always 0x3(if the address need to be repaired) but may be 0xa.Whatever it is, we can do `pEntry&amp;0x2000` to judge if it will be repaired.(0x3 = 0011 and 0xa = 1010).</a:t>
              </a:r>
            </a:p>
            <a:p>
              <a:pPr marL="285750" indent="-285750">
                <a:buClr>
                  <a:srgbClr val="00B0F0"/>
                </a:buClr>
                <a:buFont typeface="Wingdings" panose="05000000000000000000" charset="0"/>
                <a:buChar char="u"/>
              </a:pPr>
              <a:endParaRPr lang="en-US" altLang="zh-CN" sz="1700" dirty="0">
                <a:solidFill>
                  <a:schemeClr val="tx1"/>
                </a:solidFill>
                <a:latin typeface="Palatino Linotype" panose="02040502050505030304" charset="0"/>
                <a:sym typeface="+mn-ea"/>
              </a:endParaRPr>
            </a:p>
            <a:p>
              <a:pPr marL="285750" indent="-285750">
                <a:buClr>
                  <a:srgbClr val="00B0F0"/>
                </a:buClr>
                <a:buFont typeface="Wingdings" panose="05000000000000000000" charset="0"/>
                <a:buChar char="u"/>
              </a:pPr>
              <a:endParaRPr lang="zh-CN" altLang="en-US" sz="1700" dirty="0">
                <a:solidFill>
                  <a:schemeClr val="tx1"/>
                </a:solidFill>
                <a:latin typeface="Palatino Linotype" panose="02040502050505030304" charset="0"/>
                <a:sym typeface="+mn-ea"/>
              </a:endParaRPr>
            </a:p>
          </p:txBody>
        </p:sp>
      </p:grpSp>
      <p:sp>
        <p:nvSpPr>
          <p:cNvPr id="2" name="文本框 1"/>
          <p:cNvSpPr txBox="1"/>
          <p:nvPr/>
        </p:nvSpPr>
        <p:spPr>
          <a:xfrm>
            <a:off x="11434445" y="6061710"/>
            <a:ext cx="489585" cy="337185"/>
          </a:xfrm>
          <a:prstGeom prst="rect">
            <a:avLst/>
          </a:prstGeom>
          <a:noFill/>
        </p:spPr>
        <p:txBody>
          <a:bodyPr wrap="square" rtlCol="0">
            <a:spAutoFit/>
          </a:bodyPr>
          <a:lstStyle/>
          <a:p>
            <a:pPr algn="ctr"/>
            <a:r>
              <a:rPr lang="en-US" altLang="zh-CN" sz="1600">
                <a:latin typeface="Arial" panose="020B0604020202020204" pitchFamily="34" charset="0"/>
                <a:cs typeface="Arial" panose="020B0604020202020204" pitchFamily="34" charset="0"/>
              </a:rPr>
              <a:t>4</a:t>
            </a:r>
          </a:p>
        </p:txBody>
      </p:sp>
      <p:sp>
        <p:nvSpPr>
          <p:cNvPr id="5" name="文本框 4">
            <a:extLst>
              <a:ext uri="{FF2B5EF4-FFF2-40B4-BE49-F238E27FC236}">
                <a16:creationId xmlns:a16="http://schemas.microsoft.com/office/drawing/2014/main" id="{4941DF71-5803-683E-72F4-F2C33B3A702E}"/>
              </a:ext>
            </a:extLst>
          </p:cNvPr>
          <p:cNvSpPr txBox="1"/>
          <p:nvPr>
            <p:custDataLst>
              <p:tags r:id="rId1"/>
            </p:custDataLst>
          </p:nvPr>
        </p:nvSpPr>
        <p:spPr>
          <a:xfrm>
            <a:off x="344142" y="1043704"/>
            <a:ext cx="3114040" cy="671906"/>
          </a:xfrm>
          <a:prstGeom prst="rect">
            <a:avLst/>
          </a:prstGeom>
          <a:noFill/>
        </p:spPr>
        <p:txBody>
          <a:bodyPr wrap="square" lIns="90000" tIns="46800" rIns="90000" bIns="46800" rtlCol="0" anchor="ctr" anchorCtr="0"/>
          <a:lstStyle/>
          <a:p>
            <a:r>
              <a:rPr lang="en-US" altLang="zh-CN" b="1" dirty="0">
                <a:solidFill>
                  <a:srgbClr val="00B0F0"/>
                </a:solidFill>
                <a:latin typeface="Palatino Linotype" panose="02040502050505030304" charset="0"/>
                <a:ea typeface="+mn-ea"/>
                <a:cs typeface="Palatino Linotype" panose="02040502050505030304" charset="0"/>
              </a:rPr>
              <a:t>1.3 The Code</a:t>
            </a:r>
          </a:p>
        </p:txBody>
      </p:sp>
      <p:pic>
        <p:nvPicPr>
          <p:cNvPr id="4" name="图片 3">
            <a:extLst>
              <a:ext uri="{FF2B5EF4-FFF2-40B4-BE49-F238E27FC236}">
                <a16:creationId xmlns:a16="http://schemas.microsoft.com/office/drawing/2014/main" id="{CE7E7E7C-217E-AA31-B467-4016944301A5}"/>
              </a:ext>
            </a:extLst>
          </p:cNvPr>
          <p:cNvPicPr>
            <a:picLocks noChangeAspect="1"/>
          </p:cNvPicPr>
          <p:nvPr/>
        </p:nvPicPr>
        <p:blipFill>
          <a:blip r:embed="rId6"/>
          <a:stretch>
            <a:fillRect/>
          </a:stretch>
        </p:blipFill>
        <p:spPr>
          <a:xfrm>
            <a:off x="5311036" y="-214818"/>
            <a:ext cx="6880964" cy="3690132"/>
          </a:xfrm>
          <a:prstGeom prst="rect">
            <a:avLst/>
          </a:prstGeom>
        </p:spPr>
      </p:pic>
      <p:pic>
        <p:nvPicPr>
          <p:cNvPr id="8" name="图片 7">
            <a:extLst>
              <a:ext uri="{FF2B5EF4-FFF2-40B4-BE49-F238E27FC236}">
                <a16:creationId xmlns:a16="http://schemas.microsoft.com/office/drawing/2014/main" id="{41DA5588-C33A-5AD7-4BEF-59961647F1E1}"/>
              </a:ext>
            </a:extLst>
          </p:cNvPr>
          <p:cNvPicPr>
            <a:picLocks noChangeAspect="1"/>
          </p:cNvPicPr>
          <p:nvPr/>
        </p:nvPicPr>
        <p:blipFill>
          <a:blip r:embed="rId7"/>
          <a:stretch>
            <a:fillRect/>
          </a:stretch>
        </p:blipFill>
        <p:spPr>
          <a:xfrm>
            <a:off x="5311036" y="3475314"/>
            <a:ext cx="4489353" cy="2839703"/>
          </a:xfrm>
          <a:prstGeom prst="rect">
            <a:avLst/>
          </a:prstGeom>
        </p:spPr>
      </p:pic>
    </p:spTree>
    <p:extLst>
      <p:ext uri="{BB962C8B-B14F-4D97-AF65-F5344CB8AC3E}">
        <p14:creationId xmlns:p14="http://schemas.microsoft.com/office/powerpoint/2010/main" val="138275034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973454" y="97155"/>
            <a:ext cx="6121029" cy="719621"/>
          </a:xfrm>
          <a:prstGeom prst="rect">
            <a:avLst/>
          </a:prstGeom>
          <a:noFill/>
        </p:spPr>
        <p:txBody>
          <a:bodyPr wrap="square" rtlCol="0">
            <a:spAutoFit/>
          </a:bodyPr>
          <a:lstStyle/>
          <a:p>
            <a:pPr>
              <a:lnSpc>
                <a:spcPct val="130000"/>
              </a:lnSpc>
              <a:spcBef>
                <a:spcPts val="600"/>
              </a:spcBef>
            </a:pPr>
            <a:r>
              <a:rPr lang="en-US" sz="3500" b="1" dirty="0">
                <a:solidFill>
                  <a:srgbClr val="005CA2"/>
                </a:solidFill>
                <a:latin typeface="Arial" panose="020B0604020202020204" pitchFamily="34" charset="0"/>
                <a:cs typeface="Arial" panose="020B0604020202020204" pitchFamily="34" charset="0"/>
                <a:sym typeface="+mn-lt"/>
              </a:rPr>
              <a:t>2 </a:t>
            </a:r>
            <a:r>
              <a:rPr lang="en-US" altLang="zh-CN" sz="3500" b="1" dirty="0">
                <a:solidFill>
                  <a:srgbClr val="005CA2"/>
                </a:solidFill>
                <a:latin typeface="Arial" panose="020B0604020202020204" pitchFamily="34" charset="0"/>
                <a:cs typeface="Arial" panose="020B0604020202020204" pitchFamily="34" charset="0"/>
                <a:sym typeface="+mn-lt"/>
              </a:rPr>
              <a:t>Project2</a:t>
            </a:r>
            <a:endParaRPr sz="3500" b="1" dirty="0">
              <a:solidFill>
                <a:srgbClr val="005CA2"/>
              </a:solidFill>
              <a:latin typeface="Arial" panose="020B0604020202020204" pitchFamily="34" charset="0"/>
              <a:cs typeface="Arial" panose="020B0604020202020204" pitchFamily="34" charset="0"/>
              <a:sym typeface="+mn-lt"/>
            </a:endParaRPr>
          </a:p>
        </p:txBody>
      </p:sp>
      <p:grpSp>
        <p:nvGrpSpPr>
          <p:cNvPr id="16" name="组合 15"/>
          <p:cNvGrpSpPr/>
          <p:nvPr/>
        </p:nvGrpSpPr>
        <p:grpSpPr>
          <a:xfrm>
            <a:off x="274980" y="1715610"/>
            <a:ext cx="5245100" cy="3690132"/>
            <a:chOff x="592" y="2401"/>
            <a:chExt cx="8260" cy="2482"/>
          </a:xfrm>
        </p:grpSpPr>
        <p:sp>
          <p:nvSpPr>
            <p:cNvPr id="225" name="Line 24"/>
            <p:cNvSpPr>
              <a:spLocks noChangeShapeType="1"/>
            </p:cNvSpPr>
            <p:nvPr>
              <p:custDataLst>
                <p:tags r:id="rId2"/>
              </p:custDataLst>
            </p:nvPr>
          </p:nvSpPr>
          <p:spPr bwMode="auto">
            <a:xfrm>
              <a:off x="839" y="3863"/>
              <a:ext cx="8013" cy="0"/>
            </a:xfrm>
            <a:prstGeom prst="line">
              <a:avLst/>
            </a:prstGeom>
            <a:noFill/>
            <a:ln w="6350">
              <a:solidFill>
                <a:srgbClr val="00B0F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EEECE1"/>
                    </a:outerShdw>
                  </a:effectLst>
                </a14:hiddenEffects>
              </a:ext>
            </a:extLst>
          </p:spPr>
          <p:txBody>
            <a:bodyPr wrap="square" lIns="90000" tIns="46800" rIns="90000" bIns="46800" anchor="ctr" anchorCtr="0">
              <a:normAutofit fontScale="25000" lnSpcReduction="20000"/>
            </a:bodyPr>
            <a:lstStyle/>
            <a:p>
              <a:endParaRPr lang="zh-CN" altLang="en-US" sz="1690">
                <a:solidFill>
                  <a:sysClr val="windowText" lastClr="000000">
                    <a:lumMod val="50000"/>
                    <a:lumOff val="50000"/>
                  </a:sysClr>
                </a:solidFill>
              </a:endParaRPr>
            </a:p>
          </p:txBody>
        </p:sp>
        <p:sp>
          <p:nvSpPr>
            <p:cNvPr id="238" name="文本框 237"/>
            <p:cNvSpPr txBox="1"/>
            <p:nvPr>
              <p:custDataLst>
                <p:tags r:id="rId3"/>
              </p:custDataLst>
            </p:nvPr>
          </p:nvSpPr>
          <p:spPr>
            <a:xfrm>
              <a:off x="592" y="2401"/>
              <a:ext cx="8083" cy="2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nchorCtr="0">
              <a:noAutofit/>
            </a:bodyPr>
            <a:lstStyle>
              <a:defPPr>
                <a:defRPr lang="zh-CN"/>
              </a:defPPr>
              <a:lvl1pPr>
                <a:lnSpc>
                  <a:spcPct val="120000"/>
                </a:lnSpc>
                <a:buFont typeface="Arial" panose="020B0604020202020204" pitchFamily="34" charset="0"/>
                <a:buNone/>
                <a:defRPr sz="1800">
                  <a:solidFill>
                    <a:sysClr val="windowText" lastClr="000000">
                      <a:lumMod val="50000"/>
                      <a:lumOff val="50000"/>
                    </a:sysClr>
                  </a:solidFill>
                </a:defRPr>
              </a:lvl1pPr>
            </a:lstStyle>
            <a:p>
              <a:pPr marL="285750" indent="-285750">
                <a:buClr>
                  <a:srgbClr val="00B0F0"/>
                </a:buClr>
                <a:buFont typeface="Wingdings" panose="05000000000000000000" charset="0"/>
                <a:buChar char="u"/>
              </a:pPr>
              <a:endParaRPr lang="en-US" altLang="zh-CN" sz="1700" dirty="0">
                <a:solidFill>
                  <a:schemeClr val="tx1"/>
                </a:solidFill>
                <a:latin typeface="Palatino Linotype" panose="02040502050505030304" charset="0"/>
                <a:sym typeface="+mn-ea"/>
              </a:endParaRPr>
            </a:p>
            <a:p>
              <a:pPr marL="285750" indent="-285750">
                <a:buClr>
                  <a:srgbClr val="00B0F0"/>
                </a:buClr>
                <a:buFont typeface="Wingdings" panose="05000000000000000000" charset="0"/>
                <a:buChar char="u"/>
              </a:pPr>
              <a:r>
                <a:rPr lang="en-US" altLang="zh-CN" sz="1700" dirty="0">
                  <a:solidFill>
                    <a:schemeClr val="tx1"/>
                  </a:solidFill>
                  <a:latin typeface="Palatino Linotype" panose="02040502050505030304" charset="0"/>
                  <a:sym typeface="+mn-ea"/>
                </a:rPr>
                <a:t>It is the most complex part I think.  It is a tree structure while parsing it ,and there are two points to be noted.</a:t>
              </a:r>
            </a:p>
            <a:p>
              <a:pPr marL="285750" indent="-285750">
                <a:buClr>
                  <a:srgbClr val="00B0F0"/>
                </a:buClr>
                <a:buFont typeface="Wingdings" panose="05000000000000000000" charset="0"/>
                <a:buChar char="u"/>
              </a:pPr>
              <a:r>
                <a:rPr lang="en-US" altLang="zh-CN" sz="1700" dirty="0">
                  <a:solidFill>
                    <a:schemeClr val="tx1"/>
                  </a:solidFill>
                  <a:latin typeface="Palatino Linotype" panose="02040502050505030304" charset="0"/>
                  <a:sym typeface="+mn-ea"/>
                </a:rPr>
                <a:t>1.If we need to find the name of a resource , the real address is the address of the first layer of resource table plus the </a:t>
              </a:r>
              <a:r>
                <a:rPr lang="en-US" altLang="zh-CN" sz="1700" dirty="0" err="1">
                  <a:solidFill>
                    <a:schemeClr val="tx1"/>
                  </a:solidFill>
                  <a:latin typeface="Palatino Linotype" panose="02040502050505030304" charset="0"/>
                  <a:sym typeface="+mn-ea"/>
                </a:rPr>
                <a:t>nameoffset</a:t>
              </a:r>
              <a:r>
                <a:rPr lang="en-US" altLang="zh-CN" sz="1700" dirty="0">
                  <a:solidFill>
                    <a:schemeClr val="tx1"/>
                  </a:solidFill>
                  <a:latin typeface="Palatino Linotype" panose="02040502050505030304" charset="0"/>
                  <a:sym typeface="+mn-ea"/>
                </a:rPr>
                <a:t>.</a:t>
              </a:r>
            </a:p>
            <a:p>
              <a:pPr marL="285750" indent="-285750">
                <a:buClr>
                  <a:srgbClr val="00B0F0"/>
                </a:buClr>
                <a:buFont typeface="Wingdings" panose="05000000000000000000" charset="0"/>
                <a:buChar char="u"/>
              </a:pPr>
              <a:r>
                <a:rPr lang="en-US" altLang="zh-CN" sz="1700" dirty="0">
                  <a:solidFill>
                    <a:schemeClr val="tx1"/>
                  </a:solidFill>
                  <a:latin typeface="Palatino Linotype" panose="02040502050505030304" charset="0"/>
                  <a:sym typeface="+mn-ea"/>
                </a:rPr>
                <a:t>2.it just provide a pointer to the start of the name, and the length of name. We need to know the name string is `</a:t>
              </a:r>
              <a:r>
                <a:rPr lang="en-US" altLang="zh-CN" sz="1700" dirty="0" err="1">
                  <a:solidFill>
                    <a:schemeClr val="tx1"/>
                  </a:solidFill>
                  <a:latin typeface="Palatino Linotype" panose="02040502050505030304" charset="0"/>
                  <a:sym typeface="+mn-ea"/>
                </a:rPr>
                <a:t>w_char</a:t>
              </a:r>
              <a:r>
                <a:rPr lang="en-US" altLang="zh-CN" sz="1700" dirty="0">
                  <a:solidFill>
                    <a:schemeClr val="tx1"/>
                  </a:solidFill>
                  <a:latin typeface="Palatino Linotype" panose="02040502050505030304" charset="0"/>
                  <a:sym typeface="+mn-ea"/>
                </a:rPr>
                <a:t>` and not terminated by zero.</a:t>
              </a:r>
            </a:p>
            <a:p>
              <a:pPr marL="285750" indent="-285750">
                <a:buClr>
                  <a:srgbClr val="00B0F0"/>
                </a:buClr>
                <a:buFont typeface="Wingdings" panose="05000000000000000000" charset="0"/>
                <a:buChar char="u"/>
              </a:pPr>
              <a:r>
                <a:rPr lang="en-US" altLang="zh-CN" sz="1700" dirty="0">
                  <a:solidFill>
                    <a:schemeClr val="tx1"/>
                  </a:solidFill>
                  <a:latin typeface="Palatino Linotype" panose="02040502050505030304" charset="0"/>
                  <a:sym typeface="+mn-ea"/>
                </a:rPr>
                <a:t>Next slide is the code.</a:t>
              </a:r>
              <a:endParaRPr lang="zh-CN" altLang="en-US" sz="1700" dirty="0">
                <a:solidFill>
                  <a:schemeClr val="tx1"/>
                </a:solidFill>
                <a:latin typeface="Palatino Linotype" panose="02040502050505030304" charset="0"/>
                <a:sym typeface="+mn-ea"/>
              </a:endParaRPr>
            </a:p>
          </p:txBody>
        </p:sp>
      </p:grpSp>
      <p:sp>
        <p:nvSpPr>
          <p:cNvPr id="5" name="文本框 4">
            <a:extLst>
              <a:ext uri="{FF2B5EF4-FFF2-40B4-BE49-F238E27FC236}">
                <a16:creationId xmlns:a16="http://schemas.microsoft.com/office/drawing/2014/main" id="{4941DF71-5803-683E-72F4-F2C33B3A702E}"/>
              </a:ext>
            </a:extLst>
          </p:cNvPr>
          <p:cNvSpPr txBox="1"/>
          <p:nvPr>
            <p:custDataLst>
              <p:tags r:id="rId1"/>
            </p:custDataLst>
          </p:nvPr>
        </p:nvSpPr>
        <p:spPr>
          <a:xfrm>
            <a:off x="344142" y="1043704"/>
            <a:ext cx="3114040" cy="671906"/>
          </a:xfrm>
          <a:prstGeom prst="rect">
            <a:avLst/>
          </a:prstGeom>
          <a:noFill/>
        </p:spPr>
        <p:txBody>
          <a:bodyPr wrap="square" lIns="90000" tIns="46800" rIns="90000" bIns="46800" rtlCol="0" anchor="ctr" anchorCtr="0"/>
          <a:lstStyle/>
          <a:p>
            <a:r>
              <a:rPr lang="en-US" altLang="zh-CN" b="1" dirty="0">
                <a:solidFill>
                  <a:srgbClr val="00B0F0"/>
                </a:solidFill>
                <a:latin typeface="Palatino Linotype" panose="02040502050505030304" charset="0"/>
                <a:ea typeface="+mn-ea"/>
                <a:cs typeface="Palatino Linotype" panose="02040502050505030304" charset="0"/>
              </a:rPr>
              <a:t>1.3 The Code</a:t>
            </a:r>
          </a:p>
        </p:txBody>
      </p:sp>
      <p:pic>
        <p:nvPicPr>
          <p:cNvPr id="6" name="图片 5">
            <a:extLst>
              <a:ext uri="{FF2B5EF4-FFF2-40B4-BE49-F238E27FC236}">
                <a16:creationId xmlns:a16="http://schemas.microsoft.com/office/drawing/2014/main" id="{988F6C7B-20FD-0240-70AC-F300056417BE}"/>
              </a:ext>
            </a:extLst>
          </p:cNvPr>
          <p:cNvPicPr>
            <a:picLocks noChangeAspect="1"/>
          </p:cNvPicPr>
          <p:nvPr/>
        </p:nvPicPr>
        <p:blipFill>
          <a:blip r:embed="rId7"/>
          <a:stretch>
            <a:fillRect/>
          </a:stretch>
        </p:blipFill>
        <p:spPr>
          <a:xfrm>
            <a:off x="5518130" y="485525"/>
            <a:ext cx="6398890" cy="3734975"/>
          </a:xfrm>
          <a:prstGeom prst="rect">
            <a:avLst/>
          </a:prstGeom>
        </p:spPr>
      </p:pic>
      <p:pic>
        <p:nvPicPr>
          <p:cNvPr id="10" name="图片 9">
            <a:extLst>
              <a:ext uri="{FF2B5EF4-FFF2-40B4-BE49-F238E27FC236}">
                <a16:creationId xmlns:a16="http://schemas.microsoft.com/office/drawing/2014/main" id="{C4516C46-4EAE-8BC9-07A5-E2FD9FBD6829}"/>
              </a:ext>
            </a:extLst>
          </p:cNvPr>
          <p:cNvPicPr>
            <a:picLocks noChangeAspect="1"/>
          </p:cNvPicPr>
          <p:nvPr/>
        </p:nvPicPr>
        <p:blipFill>
          <a:blip r:embed="rId8"/>
          <a:stretch>
            <a:fillRect/>
          </a:stretch>
        </p:blipFill>
        <p:spPr>
          <a:xfrm>
            <a:off x="4202482" y="5405742"/>
            <a:ext cx="7989518" cy="1144501"/>
          </a:xfrm>
          <a:prstGeom prst="rect">
            <a:avLst/>
          </a:prstGeom>
        </p:spPr>
      </p:pic>
    </p:spTree>
    <p:extLst>
      <p:ext uri="{BB962C8B-B14F-4D97-AF65-F5344CB8AC3E}">
        <p14:creationId xmlns:p14="http://schemas.microsoft.com/office/powerpoint/2010/main" val="2641243742"/>
      </p:ext>
    </p:extLst>
  </p:cSld>
  <p:clrMapOvr>
    <a:masterClrMapping/>
  </p:clrMapOvr>
  <p:extLst>
    <p:ext uri="{6950BFC3-D8DA-4A85-94F7-54DA5524770B}">
      <p188:commentRel xmlns:p188="http://schemas.microsoft.com/office/powerpoint/2018/8/main" r:id="rId6"/>
    </p:ext>
  </p:extLs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973454" y="97155"/>
            <a:ext cx="6121029" cy="719621"/>
          </a:xfrm>
          <a:prstGeom prst="rect">
            <a:avLst/>
          </a:prstGeom>
          <a:noFill/>
        </p:spPr>
        <p:txBody>
          <a:bodyPr wrap="square" rtlCol="0">
            <a:spAutoFit/>
          </a:bodyPr>
          <a:lstStyle/>
          <a:p>
            <a:pPr>
              <a:lnSpc>
                <a:spcPct val="130000"/>
              </a:lnSpc>
              <a:spcBef>
                <a:spcPts val="600"/>
              </a:spcBef>
            </a:pPr>
            <a:r>
              <a:rPr lang="en-US" sz="3500" b="1" dirty="0">
                <a:solidFill>
                  <a:srgbClr val="005CA2"/>
                </a:solidFill>
                <a:latin typeface="Arial" panose="020B0604020202020204" pitchFamily="34" charset="0"/>
                <a:cs typeface="Arial" panose="020B0604020202020204" pitchFamily="34" charset="0"/>
                <a:sym typeface="+mn-lt"/>
              </a:rPr>
              <a:t>2 </a:t>
            </a:r>
            <a:r>
              <a:rPr lang="en-US" altLang="zh-CN" sz="3500" b="1" dirty="0">
                <a:solidFill>
                  <a:srgbClr val="005CA2"/>
                </a:solidFill>
                <a:latin typeface="Arial" panose="020B0604020202020204" pitchFamily="34" charset="0"/>
                <a:cs typeface="Arial" panose="020B0604020202020204" pitchFamily="34" charset="0"/>
                <a:sym typeface="+mn-lt"/>
              </a:rPr>
              <a:t>Project2</a:t>
            </a:r>
            <a:endParaRPr sz="3500" b="1" dirty="0">
              <a:solidFill>
                <a:srgbClr val="005CA2"/>
              </a:solidFill>
              <a:latin typeface="Arial" panose="020B0604020202020204" pitchFamily="34" charset="0"/>
              <a:cs typeface="Arial" panose="020B0604020202020204" pitchFamily="34" charset="0"/>
              <a:sym typeface="+mn-lt"/>
            </a:endParaRPr>
          </a:p>
        </p:txBody>
      </p:sp>
      <p:sp>
        <p:nvSpPr>
          <p:cNvPr id="225" name="Line 24"/>
          <p:cNvSpPr>
            <a:spLocks noChangeShapeType="1"/>
          </p:cNvSpPr>
          <p:nvPr>
            <p:custDataLst>
              <p:tags r:id="rId1"/>
            </p:custDataLst>
          </p:nvPr>
        </p:nvSpPr>
        <p:spPr bwMode="auto">
          <a:xfrm>
            <a:off x="431825" y="-1850232"/>
            <a:ext cx="5088255" cy="0"/>
          </a:xfrm>
          <a:prstGeom prst="line">
            <a:avLst/>
          </a:prstGeom>
          <a:noFill/>
          <a:ln w="6350">
            <a:solidFill>
              <a:srgbClr val="00B0F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EEECE1"/>
                  </a:outerShdw>
                </a:effectLst>
              </a14:hiddenEffects>
            </a:ext>
          </a:extLst>
        </p:spPr>
        <p:txBody>
          <a:bodyPr wrap="square" lIns="90000" tIns="46800" rIns="90000" bIns="46800" anchor="ctr" anchorCtr="0">
            <a:normAutofit fontScale="25000" lnSpcReduction="20000"/>
          </a:bodyPr>
          <a:lstStyle/>
          <a:p>
            <a:endParaRPr lang="zh-CN" altLang="en-US" sz="1690">
              <a:solidFill>
                <a:sysClr val="windowText" lastClr="000000">
                  <a:lumMod val="50000"/>
                  <a:lumOff val="50000"/>
                </a:sysClr>
              </a:solidFill>
            </a:endParaRPr>
          </a:p>
        </p:txBody>
      </p:sp>
      <p:sp>
        <p:nvSpPr>
          <p:cNvPr id="5" name="文本框 4">
            <a:extLst>
              <a:ext uri="{FF2B5EF4-FFF2-40B4-BE49-F238E27FC236}">
                <a16:creationId xmlns:a16="http://schemas.microsoft.com/office/drawing/2014/main" id="{4941DF71-5803-683E-72F4-F2C33B3A702E}"/>
              </a:ext>
            </a:extLst>
          </p:cNvPr>
          <p:cNvSpPr txBox="1"/>
          <p:nvPr>
            <p:custDataLst>
              <p:tags r:id="rId2"/>
            </p:custDataLst>
          </p:nvPr>
        </p:nvSpPr>
        <p:spPr>
          <a:xfrm>
            <a:off x="344142" y="1043704"/>
            <a:ext cx="3114040" cy="671906"/>
          </a:xfrm>
          <a:prstGeom prst="rect">
            <a:avLst/>
          </a:prstGeom>
          <a:noFill/>
        </p:spPr>
        <p:txBody>
          <a:bodyPr wrap="square" lIns="90000" tIns="46800" rIns="90000" bIns="46800" rtlCol="0" anchor="ctr" anchorCtr="0"/>
          <a:lstStyle/>
          <a:p>
            <a:r>
              <a:rPr lang="en-US" altLang="zh-CN" b="1" dirty="0">
                <a:solidFill>
                  <a:srgbClr val="00B0F0"/>
                </a:solidFill>
                <a:latin typeface="Palatino Linotype" panose="02040502050505030304" charset="0"/>
                <a:ea typeface="+mn-ea"/>
                <a:cs typeface="Palatino Linotype" panose="02040502050505030304" charset="0"/>
              </a:rPr>
              <a:t>1.3 The Code</a:t>
            </a:r>
          </a:p>
        </p:txBody>
      </p:sp>
      <p:pic>
        <p:nvPicPr>
          <p:cNvPr id="3" name="图片 2">
            <a:extLst>
              <a:ext uri="{FF2B5EF4-FFF2-40B4-BE49-F238E27FC236}">
                <a16:creationId xmlns:a16="http://schemas.microsoft.com/office/drawing/2014/main" id="{05634B57-2320-C110-04AA-97191184F875}"/>
              </a:ext>
            </a:extLst>
          </p:cNvPr>
          <p:cNvPicPr>
            <a:picLocks noChangeAspect="1"/>
          </p:cNvPicPr>
          <p:nvPr/>
        </p:nvPicPr>
        <p:blipFill>
          <a:blip r:embed="rId6"/>
          <a:stretch>
            <a:fillRect/>
          </a:stretch>
        </p:blipFill>
        <p:spPr>
          <a:xfrm>
            <a:off x="-1" y="1413145"/>
            <a:ext cx="6532323" cy="3823790"/>
          </a:xfrm>
          <a:prstGeom prst="rect">
            <a:avLst/>
          </a:prstGeom>
        </p:spPr>
      </p:pic>
      <p:pic>
        <p:nvPicPr>
          <p:cNvPr id="8" name="图片 7">
            <a:extLst>
              <a:ext uri="{FF2B5EF4-FFF2-40B4-BE49-F238E27FC236}">
                <a16:creationId xmlns:a16="http://schemas.microsoft.com/office/drawing/2014/main" id="{8D0264D0-D268-9639-F327-3948B3AE892A}"/>
              </a:ext>
            </a:extLst>
          </p:cNvPr>
          <p:cNvPicPr>
            <a:picLocks noChangeAspect="1"/>
          </p:cNvPicPr>
          <p:nvPr/>
        </p:nvPicPr>
        <p:blipFill>
          <a:blip r:embed="rId7"/>
          <a:stretch>
            <a:fillRect/>
          </a:stretch>
        </p:blipFill>
        <p:spPr>
          <a:xfrm>
            <a:off x="6532322" y="1440991"/>
            <a:ext cx="6532324" cy="3976018"/>
          </a:xfrm>
          <a:prstGeom prst="rect">
            <a:avLst/>
          </a:prstGeom>
        </p:spPr>
      </p:pic>
    </p:spTree>
    <p:extLst>
      <p:ext uri="{BB962C8B-B14F-4D97-AF65-F5344CB8AC3E}">
        <p14:creationId xmlns:p14="http://schemas.microsoft.com/office/powerpoint/2010/main" val="3289964402"/>
      </p:ext>
    </p:extLst>
  </p:cSld>
  <p:clrMapOvr>
    <a:masterClrMapping/>
  </p:clrMapOvr>
  <p:extLst>
    <p:ext uri="{6950BFC3-D8DA-4A85-94F7-54DA5524770B}">
      <p188:commentRel xmlns:p188="http://schemas.microsoft.com/office/powerpoint/2018/8/main" r:id="rId5"/>
    </p:ext>
  </p:extLs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973454" y="97155"/>
            <a:ext cx="6121029" cy="719621"/>
          </a:xfrm>
          <a:prstGeom prst="rect">
            <a:avLst/>
          </a:prstGeom>
          <a:noFill/>
        </p:spPr>
        <p:txBody>
          <a:bodyPr wrap="square" rtlCol="0">
            <a:spAutoFit/>
          </a:bodyPr>
          <a:lstStyle/>
          <a:p>
            <a:pPr>
              <a:lnSpc>
                <a:spcPct val="130000"/>
              </a:lnSpc>
              <a:spcBef>
                <a:spcPts val="600"/>
              </a:spcBef>
            </a:pPr>
            <a:r>
              <a:rPr lang="en-US" sz="3500" b="1" dirty="0">
                <a:solidFill>
                  <a:srgbClr val="005CA2"/>
                </a:solidFill>
                <a:latin typeface="Arial" panose="020B0604020202020204" pitchFamily="34" charset="0"/>
                <a:cs typeface="Arial" panose="020B0604020202020204" pitchFamily="34" charset="0"/>
                <a:sym typeface="+mn-lt"/>
              </a:rPr>
              <a:t>3 </a:t>
            </a:r>
            <a:r>
              <a:rPr lang="en-US" altLang="zh-CN" sz="3500" b="1" dirty="0">
                <a:solidFill>
                  <a:srgbClr val="005CA2"/>
                </a:solidFill>
                <a:latin typeface="Arial" panose="020B0604020202020204" pitchFamily="34" charset="0"/>
                <a:cs typeface="Arial" panose="020B0604020202020204" pitchFamily="34" charset="0"/>
                <a:sym typeface="+mn-lt"/>
              </a:rPr>
              <a:t>Project3</a:t>
            </a:r>
            <a:endParaRPr sz="3500" b="1" dirty="0">
              <a:solidFill>
                <a:srgbClr val="005CA2"/>
              </a:solidFill>
              <a:latin typeface="Arial" panose="020B0604020202020204" pitchFamily="34" charset="0"/>
              <a:cs typeface="Arial" panose="020B0604020202020204" pitchFamily="34" charset="0"/>
              <a:sym typeface="+mn-lt"/>
            </a:endParaRPr>
          </a:p>
        </p:txBody>
      </p:sp>
      <p:grpSp>
        <p:nvGrpSpPr>
          <p:cNvPr id="16" name="组合 15"/>
          <p:cNvGrpSpPr/>
          <p:nvPr/>
        </p:nvGrpSpPr>
        <p:grpSpPr>
          <a:xfrm>
            <a:off x="274980" y="1715610"/>
            <a:ext cx="5245100" cy="3690132"/>
            <a:chOff x="592" y="2401"/>
            <a:chExt cx="8260" cy="2482"/>
          </a:xfrm>
        </p:grpSpPr>
        <p:sp>
          <p:nvSpPr>
            <p:cNvPr id="225" name="Line 24"/>
            <p:cNvSpPr>
              <a:spLocks noChangeShapeType="1"/>
            </p:cNvSpPr>
            <p:nvPr>
              <p:custDataLst>
                <p:tags r:id="rId2"/>
              </p:custDataLst>
            </p:nvPr>
          </p:nvSpPr>
          <p:spPr bwMode="auto">
            <a:xfrm>
              <a:off x="839" y="3863"/>
              <a:ext cx="8013" cy="0"/>
            </a:xfrm>
            <a:prstGeom prst="line">
              <a:avLst/>
            </a:prstGeom>
            <a:noFill/>
            <a:ln w="6350">
              <a:solidFill>
                <a:srgbClr val="00B0F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EEECE1"/>
                    </a:outerShdw>
                  </a:effectLst>
                </a14:hiddenEffects>
              </a:ext>
            </a:extLst>
          </p:spPr>
          <p:txBody>
            <a:bodyPr wrap="square" lIns="90000" tIns="46800" rIns="90000" bIns="46800" anchor="ctr" anchorCtr="0">
              <a:normAutofit fontScale="25000" lnSpcReduction="20000"/>
            </a:bodyPr>
            <a:lstStyle/>
            <a:p>
              <a:endParaRPr lang="zh-CN" altLang="en-US" sz="1690">
                <a:solidFill>
                  <a:sysClr val="windowText" lastClr="000000">
                    <a:lumMod val="50000"/>
                    <a:lumOff val="50000"/>
                  </a:sysClr>
                </a:solidFill>
              </a:endParaRPr>
            </a:p>
          </p:txBody>
        </p:sp>
        <p:sp>
          <p:nvSpPr>
            <p:cNvPr id="238" name="文本框 237"/>
            <p:cNvSpPr txBox="1"/>
            <p:nvPr>
              <p:custDataLst>
                <p:tags r:id="rId3"/>
              </p:custDataLst>
            </p:nvPr>
          </p:nvSpPr>
          <p:spPr>
            <a:xfrm>
              <a:off x="592" y="2401"/>
              <a:ext cx="8083" cy="2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nchorCtr="0">
              <a:noAutofit/>
            </a:bodyPr>
            <a:lstStyle>
              <a:defPPr>
                <a:defRPr lang="zh-CN"/>
              </a:defPPr>
              <a:lvl1pPr>
                <a:lnSpc>
                  <a:spcPct val="120000"/>
                </a:lnSpc>
                <a:buFont typeface="Arial" panose="020B0604020202020204" pitchFamily="34" charset="0"/>
                <a:buNone/>
                <a:defRPr sz="1800">
                  <a:solidFill>
                    <a:sysClr val="windowText" lastClr="000000">
                      <a:lumMod val="50000"/>
                      <a:lumOff val="50000"/>
                    </a:sysClr>
                  </a:solidFill>
                </a:defRPr>
              </a:lvl1pPr>
            </a:lstStyle>
            <a:p>
              <a:pPr marL="285750" indent="-285750">
                <a:buClr>
                  <a:srgbClr val="00B0F0"/>
                </a:buClr>
                <a:buFont typeface="Wingdings" panose="05000000000000000000" charset="0"/>
                <a:buChar char="u"/>
              </a:pPr>
              <a:r>
                <a:rPr lang="en-US" altLang="zh-CN" sz="1700" dirty="0">
                  <a:solidFill>
                    <a:schemeClr val="tx1"/>
                  </a:solidFill>
                  <a:latin typeface="Palatino Linotype" panose="02040502050505030304" charset="0"/>
                  <a:sym typeface="+mn-ea"/>
                </a:rPr>
                <a:t>If you want get the details of the project requirement please go to the </a:t>
              </a:r>
              <a:r>
                <a:rPr lang="en-US" altLang="zh-CN" sz="1700" dirty="0" err="1">
                  <a:solidFill>
                    <a:schemeClr val="tx1"/>
                  </a:solidFill>
                  <a:latin typeface="Palatino Linotype" panose="02040502050505030304" charset="0"/>
                  <a:sym typeface="+mn-ea"/>
                </a:rPr>
                <a:t>link:</a:t>
              </a:r>
              <a:r>
                <a:rPr lang="en-US" altLang="zh-CN" sz="1600" dirty="0" err="1">
                  <a:hlinkClick r:id="rId6"/>
                </a:rPr>
                <a:t>CSCI</a:t>
              </a:r>
              <a:r>
                <a:rPr lang="en-US" altLang="zh-CN" sz="1600" dirty="0">
                  <a:hlinkClick r:id="rId6"/>
                </a:rPr>
                <a:t> 591 Malicious Code Analysis (fangtian-zhong.github.io)</a:t>
              </a:r>
              <a:endParaRPr lang="en-US" altLang="zh-CN" sz="1700" dirty="0">
                <a:solidFill>
                  <a:schemeClr val="tx1"/>
                </a:solidFill>
                <a:latin typeface="Palatino Linotype" panose="02040502050505030304" charset="0"/>
                <a:sym typeface="+mn-ea"/>
              </a:endParaRPr>
            </a:p>
            <a:p>
              <a:pPr marL="285750" indent="-285750">
                <a:buClr>
                  <a:srgbClr val="00B0F0"/>
                </a:buClr>
                <a:buFont typeface="Wingdings" panose="05000000000000000000" charset="0"/>
                <a:buChar char="u"/>
              </a:pPr>
              <a:endParaRPr lang="zh-CN" altLang="en-US" sz="1700" dirty="0">
                <a:solidFill>
                  <a:schemeClr val="tx1"/>
                </a:solidFill>
                <a:latin typeface="Palatino Linotype" panose="02040502050505030304" charset="0"/>
                <a:sym typeface="+mn-ea"/>
              </a:endParaRPr>
            </a:p>
          </p:txBody>
        </p:sp>
      </p:grpSp>
      <p:sp>
        <p:nvSpPr>
          <p:cNvPr id="2" name="文本框 1">
            <a:extLst>
              <a:ext uri="{FF2B5EF4-FFF2-40B4-BE49-F238E27FC236}">
                <a16:creationId xmlns:a16="http://schemas.microsoft.com/office/drawing/2014/main" id="{7085A2DC-DF15-9C96-8E8C-6D1279477A4F}"/>
              </a:ext>
            </a:extLst>
          </p:cNvPr>
          <p:cNvSpPr txBox="1"/>
          <p:nvPr>
            <p:custDataLst>
              <p:tags r:id="rId1"/>
            </p:custDataLst>
          </p:nvPr>
        </p:nvSpPr>
        <p:spPr>
          <a:xfrm>
            <a:off x="431825" y="1218474"/>
            <a:ext cx="3114040" cy="497136"/>
          </a:xfrm>
          <a:prstGeom prst="rect">
            <a:avLst/>
          </a:prstGeom>
          <a:noFill/>
        </p:spPr>
        <p:txBody>
          <a:bodyPr wrap="square" lIns="90000" tIns="46800" rIns="90000" bIns="46800" rtlCol="0" anchor="ctr" anchorCtr="0"/>
          <a:lstStyle/>
          <a:p>
            <a:r>
              <a:rPr lang="en-US" altLang="zh-CN" b="1" dirty="0">
                <a:solidFill>
                  <a:srgbClr val="00B0F0"/>
                </a:solidFill>
                <a:latin typeface="Palatino Linotype" panose="02040502050505030304" charset="0"/>
                <a:ea typeface="+mn-ea"/>
                <a:cs typeface="Palatino Linotype" panose="02040502050505030304" charset="0"/>
              </a:rPr>
              <a:t>1.1 Requirement</a:t>
            </a:r>
          </a:p>
        </p:txBody>
      </p:sp>
      <mc:AlternateContent xmlns:mc="http://schemas.openxmlformats.org/markup-compatibility/2006" xmlns:p14="http://schemas.microsoft.com/office/powerpoint/2010/main">
        <mc:Choice Requires="p14">
          <p:contentPart p14:bwMode="auto" r:id="rId7">
            <p14:nvContentPartPr>
              <p14:cNvPr id="6" name="墨迹 5">
                <a:extLst>
                  <a:ext uri="{FF2B5EF4-FFF2-40B4-BE49-F238E27FC236}">
                    <a16:creationId xmlns:a16="http://schemas.microsoft.com/office/drawing/2014/main" id="{6BEF6529-FE2C-8A66-2178-9DAB7DFC809D}"/>
                  </a:ext>
                </a:extLst>
              </p14:cNvPr>
              <p14:cNvContentPartPr/>
              <p14:nvPr/>
            </p14:nvContentPartPr>
            <p14:xfrm>
              <a:off x="2273198" y="1089863"/>
              <a:ext cx="360" cy="360"/>
            </p14:xfrm>
          </p:contentPart>
        </mc:Choice>
        <mc:Fallback xmlns="">
          <p:pic>
            <p:nvPicPr>
              <p:cNvPr id="6" name="墨迹 5">
                <a:extLst>
                  <a:ext uri="{FF2B5EF4-FFF2-40B4-BE49-F238E27FC236}">
                    <a16:creationId xmlns:a16="http://schemas.microsoft.com/office/drawing/2014/main" id="{6BEF6529-FE2C-8A66-2178-9DAB7DFC809D}"/>
                  </a:ext>
                </a:extLst>
              </p:cNvPr>
              <p:cNvPicPr/>
              <p:nvPr/>
            </p:nvPicPr>
            <p:blipFill>
              <a:blip r:embed="rId8"/>
              <a:stretch>
                <a:fillRect/>
              </a:stretch>
            </p:blipFill>
            <p:spPr>
              <a:xfrm>
                <a:off x="2267078" y="1083743"/>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8" name="墨迹 7">
                <a:extLst>
                  <a:ext uri="{FF2B5EF4-FFF2-40B4-BE49-F238E27FC236}">
                    <a16:creationId xmlns:a16="http://schemas.microsoft.com/office/drawing/2014/main" id="{995DDB28-87BC-64D8-7657-C464D1215A0C}"/>
                  </a:ext>
                </a:extLst>
              </p14:cNvPr>
              <p14:cNvContentPartPr/>
              <p14:nvPr/>
            </p14:nvContentPartPr>
            <p14:xfrm>
              <a:off x="1440158" y="3087863"/>
              <a:ext cx="360" cy="360"/>
            </p14:xfrm>
          </p:contentPart>
        </mc:Choice>
        <mc:Fallback xmlns="">
          <p:pic>
            <p:nvPicPr>
              <p:cNvPr id="8" name="墨迹 7">
                <a:extLst>
                  <a:ext uri="{FF2B5EF4-FFF2-40B4-BE49-F238E27FC236}">
                    <a16:creationId xmlns:a16="http://schemas.microsoft.com/office/drawing/2014/main" id="{995DDB28-87BC-64D8-7657-C464D1215A0C}"/>
                  </a:ext>
                </a:extLst>
              </p:cNvPr>
              <p:cNvPicPr/>
              <p:nvPr/>
            </p:nvPicPr>
            <p:blipFill>
              <a:blip r:embed="rId8"/>
              <a:stretch>
                <a:fillRect/>
              </a:stretch>
            </p:blipFill>
            <p:spPr>
              <a:xfrm>
                <a:off x="1434038" y="3081383"/>
                <a:ext cx="12600" cy="12600"/>
              </a:xfrm>
              <a:prstGeom prst="rect">
                <a:avLst/>
              </a:prstGeom>
            </p:spPr>
          </p:pic>
        </mc:Fallback>
      </mc:AlternateContent>
    </p:spTree>
    <p:extLst>
      <p:ext uri="{BB962C8B-B14F-4D97-AF65-F5344CB8AC3E}">
        <p14:creationId xmlns:p14="http://schemas.microsoft.com/office/powerpoint/2010/main" val="426145717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973454" y="97155"/>
            <a:ext cx="6121029" cy="719621"/>
          </a:xfrm>
          <a:prstGeom prst="rect">
            <a:avLst/>
          </a:prstGeom>
          <a:noFill/>
        </p:spPr>
        <p:txBody>
          <a:bodyPr wrap="square" rtlCol="0">
            <a:spAutoFit/>
          </a:bodyPr>
          <a:lstStyle/>
          <a:p>
            <a:pPr>
              <a:lnSpc>
                <a:spcPct val="130000"/>
              </a:lnSpc>
              <a:spcBef>
                <a:spcPts val="600"/>
              </a:spcBef>
            </a:pPr>
            <a:r>
              <a:rPr lang="en-US" sz="3500" b="1" dirty="0">
                <a:solidFill>
                  <a:srgbClr val="005CA2"/>
                </a:solidFill>
                <a:latin typeface="Arial" panose="020B0604020202020204" pitchFamily="34" charset="0"/>
                <a:cs typeface="Arial" panose="020B0604020202020204" pitchFamily="34" charset="0"/>
                <a:sym typeface="+mn-lt"/>
              </a:rPr>
              <a:t>3 </a:t>
            </a:r>
            <a:r>
              <a:rPr lang="en-US" altLang="zh-CN" sz="3500" b="1" dirty="0">
                <a:solidFill>
                  <a:srgbClr val="005CA2"/>
                </a:solidFill>
                <a:latin typeface="Arial" panose="020B0604020202020204" pitchFamily="34" charset="0"/>
                <a:cs typeface="Arial" panose="020B0604020202020204" pitchFamily="34" charset="0"/>
                <a:sym typeface="+mn-lt"/>
              </a:rPr>
              <a:t>Project3</a:t>
            </a:r>
            <a:endParaRPr sz="3500" b="1" dirty="0">
              <a:solidFill>
                <a:srgbClr val="005CA2"/>
              </a:solidFill>
              <a:latin typeface="Arial" panose="020B0604020202020204" pitchFamily="34" charset="0"/>
              <a:cs typeface="Arial" panose="020B0604020202020204" pitchFamily="34" charset="0"/>
              <a:sym typeface="+mn-lt"/>
            </a:endParaRPr>
          </a:p>
        </p:txBody>
      </p:sp>
      <p:grpSp>
        <p:nvGrpSpPr>
          <p:cNvPr id="16" name="组合 15"/>
          <p:cNvGrpSpPr/>
          <p:nvPr/>
        </p:nvGrpSpPr>
        <p:grpSpPr>
          <a:xfrm>
            <a:off x="274980" y="1715610"/>
            <a:ext cx="5245100" cy="3690132"/>
            <a:chOff x="592" y="2401"/>
            <a:chExt cx="8260" cy="2482"/>
          </a:xfrm>
        </p:grpSpPr>
        <p:sp>
          <p:nvSpPr>
            <p:cNvPr id="225" name="Line 24"/>
            <p:cNvSpPr>
              <a:spLocks noChangeShapeType="1"/>
            </p:cNvSpPr>
            <p:nvPr>
              <p:custDataLst>
                <p:tags r:id="rId2"/>
              </p:custDataLst>
            </p:nvPr>
          </p:nvSpPr>
          <p:spPr bwMode="auto">
            <a:xfrm>
              <a:off x="839" y="3863"/>
              <a:ext cx="8013" cy="0"/>
            </a:xfrm>
            <a:prstGeom prst="line">
              <a:avLst/>
            </a:prstGeom>
            <a:noFill/>
            <a:ln w="6350">
              <a:solidFill>
                <a:srgbClr val="00B0F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EEECE1"/>
                    </a:outerShdw>
                  </a:effectLst>
                </a14:hiddenEffects>
              </a:ext>
            </a:extLst>
          </p:spPr>
          <p:txBody>
            <a:bodyPr wrap="square" lIns="90000" tIns="46800" rIns="90000" bIns="46800" anchor="ctr" anchorCtr="0">
              <a:normAutofit fontScale="25000" lnSpcReduction="20000"/>
            </a:bodyPr>
            <a:lstStyle/>
            <a:p>
              <a:endParaRPr lang="zh-CN" altLang="en-US" sz="1690">
                <a:solidFill>
                  <a:sysClr val="windowText" lastClr="000000">
                    <a:lumMod val="50000"/>
                    <a:lumOff val="50000"/>
                  </a:sysClr>
                </a:solidFill>
              </a:endParaRPr>
            </a:p>
          </p:txBody>
        </p:sp>
        <p:sp>
          <p:nvSpPr>
            <p:cNvPr id="238" name="文本框 237"/>
            <p:cNvSpPr txBox="1"/>
            <p:nvPr>
              <p:custDataLst>
                <p:tags r:id="rId3"/>
              </p:custDataLst>
            </p:nvPr>
          </p:nvSpPr>
          <p:spPr>
            <a:xfrm>
              <a:off x="592" y="2401"/>
              <a:ext cx="8083" cy="2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nchorCtr="0">
              <a:noAutofit/>
            </a:bodyPr>
            <a:lstStyle>
              <a:defPPr>
                <a:defRPr lang="zh-CN"/>
              </a:defPPr>
              <a:lvl1pPr>
                <a:lnSpc>
                  <a:spcPct val="120000"/>
                </a:lnSpc>
                <a:buFont typeface="Arial" panose="020B0604020202020204" pitchFamily="34" charset="0"/>
                <a:buNone/>
                <a:defRPr sz="1800">
                  <a:solidFill>
                    <a:sysClr val="windowText" lastClr="000000">
                      <a:lumMod val="50000"/>
                      <a:lumOff val="50000"/>
                    </a:sysClr>
                  </a:solidFill>
                </a:defRPr>
              </a:lvl1pPr>
            </a:lstStyle>
            <a:p>
              <a:pPr marL="285750" indent="-285750">
                <a:buClr>
                  <a:srgbClr val="00B0F0"/>
                </a:buClr>
                <a:buFont typeface="Wingdings" panose="05000000000000000000" charset="0"/>
                <a:buChar char="u"/>
              </a:pPr>
              <a:r>
                <a:rPr lang="en-US" altLang="zh-CN" sz="1700" dirty="0">
                  <a:solidFill>
                    <a:schemeClr val="tx1"/>
                  </a:solidFill>
                  <a:latin typeface="Palatino Linotype" panose="02040502050505030304" charset="0"/>
                  <a:sym typeface="+mn-ea"/>
                </a:rPr>
                <a:t>The only thing I am confused is the structure `CONTEXT`. The members like ‘EIP,ESP’ of it mean what?</a:t>
              </a:r>
              <a:endParaRPr lang="zh-CN" altLang="en-US" sz="1700" dirty="0">
                <a:solidFill>
                  <a:schemeClr val="tx1"/>
                </a:solidFill>
                <a:latin typeface="Palatino Linotype" panose="02040502050505030304" charset="0"/>
                <a:sym typeface="+mn-ea"/>
              </a:endParaRPr>
            </a:p>
          </p:txBody>
        </p:sp>
      </p:grpSp>
      <p:sp>
        <p:nvSpPr>
          <p:cNvPr id="2" name="文本框 1">
            <a:extLst>
              <a:ext uri="{FF2B5EF4-FFF2-40B4-BE49-F238E27FC236}">
                <a16:creationId xmlns:a16="http://schemas.microsoft.com/office/drawing/2014/main" id="{7085A2DC-DF15-9C96-8E8C-6D1279477A4F}"/>
              </a:ext>
            </a:extLst>
          </p:cNvPr>
          <p:cNvSpPr txBox="1"/>
          <p:nvPr>
            <p:custDataLst>
              <p:tags r:id="rId1"/>
            </p:custDataLst>
          </p:nvPr>
        </p:nvSpPr>
        <p:spPr>
          <a:xfrm>
            <a:off x="431825" y="1218474"/>
            <a:ext cx="3114040" cy="497136"/>
          </a:xfrm>
          <a:prstGeom prst="rect">
            <a:avLst/>
          </a:prstGeom>
          <a:noFill/>
        </p:spPr>
        <p:txBody>
          <a:bodyPr wrap="square" lIns="90000" tIns="46800" rIns="90000" bIns="46800" rtlCol="0" anchor="ctr" anchorCtr="0"/>
          <a:lstStyle/>
          <a:p>
            <a:r>
              <a:rPr lang="en-US" altLang="zh-CN" b="1" dirty="0">
                <a:solidFill>
                  <a:srgbClr val="00B0F0"/>
                </a:solidFill>
                <a:latin typeface="Palatino Linotype" panose="02040502050505030304" charset="0"/>
                <a:ea typeface="+mn-ea"/>
                <a:cs typeface="Palatino Linotype" panose="02040502050505030304" charset="0"/>
              </a:rPr>
              <a:t>1.2 Challenge and Solution</a:t>
            </a:r>
          </a:p>
        </p:txBody>
      </p:sp>
      <mc:AlternateContent xmlns:mc="http://schemas.openxmlformats.org/markup-compatibility/2006" xmlns:p14="http://schemas.microsoft.com/office/powerpoint/2010/main">
        <mc:Choice Requires="p14">
          <p:contentPart p14:bwMode="auto" r:id="rId6">
            <p14:nvContentPartPr>
              <p14:cNvPr id="6" name="墨迹 5">
                <a:extLst>
                  <a:ext uri="{FF2B5EF4-FFF2-40B4-BE49-F238E27FC236}">
                    <a16:creationId xmlns:a16="http://schemas.microsoft.com/office/drawing/2014/main" id="{6BEF6529-FE2C-8A66-2178-9DAB7DFC809D}"/>
                  </a:ext>
                </a:extLst>
              </p14:cNvPr>
              <p14:cNvContentPartPr/>
              <p14:nvPr/>
            </p14:nvContentPartPr>
            <p14:xfrm>
              <a:off x="2273198" y="1089863"/>
              <a:ext cx="360" cy="360"/>
            </p14:xfrm>
          </p:contentPart>
        </mc:Choice>
        <mc:Fallback xmlns="">
          <p:pic>
            <p:nvPicPr>
              <p:cNvPr id="6" name="墨迹 5">
                <a:extLst>
                  <a:ext uri="{FF2B5EF4-FFF2-40B4-BE49-F238E27FC236}">
                    <a16:creationId xmlns:a16="http://schemas.microsoft.com/office/drawing/2014/main" id="{6BEF6529-FE2C-8A66-2178-9DAB7DFC809D}"/>
                  </a:ext>
                </a:extLst>
              </p:cNvPr>
              <p:cNvPicPr/>
              <p:nvPr/>
            </p:nvPicPr>
            <p:blipFill>
              <a:blip r:embed="rId7"/>
              <a:stretch>
                <a:fillRect/>
              </a:stretch>
            </p:blipFill>
            <p:spPr>
              <a:xfrm>
                <a:off x="2267078" y="1083743"/>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8" name="墨迹 7">
                <a:extLst>
                  <a:ext uri="{FF2B5EF4-FFF2-40B4-BE49-F238E27FC236}">
                    <a16:creationId xmlns:a16="http://schemas.microsoft.com/office/drawing/2014/main" id="{995DDB28-87BC-64D8-7657-C464D1215A0C}"/>
                  </a:ext>
                </a:extLst>
              </p14:cNvPr>
              <p14:cNvContentPartPr/>
              <p14:nvPr/>
            </p14:nvContentPartPr>
            <p14:xfrm>
              <a:off x="1440158" y="3087863"/>
              <a:ext cx="360" cy="360"/>
            </p14:xfrm>
          </p:contentPart>
        </mc:Choice>
        <mc:Fallback xmlns="">
          <p:pic>
            <p:nvPicPr>
              <p:cNvPr id="8" name="墨迹 7">
                <a:extLst>
                  <a:ext uri="{FF2B5EF4-FFF2-40B4-BE49-F238E27FC236}">
                    <a16:creationId xmlns:a16="http://schemas.microsoft.com/office/drawing/2014/main" id="{995DDB28-87BC-64D8-7657-C464D1215A0C}"/>
                  </a:ext>
                </a:extLst>
              </p:cNvPr>
              <p:cNvPicPr/>
              <p:nvPr/>
            </p:nvPicPr>
            <p:blipFill>
              <a:blip r:embed="rId7"/>
              <a:stretch>
                <a:fillRect/>
              </a:stretch>
            </p:blipFill>
            <p:spPr>
              <a:xfrm>
                <a:off x="1434038" y="3081383"/>
                <a:ext cx="12600" cy="12600"/>
              </a:xfrm>
              <a:prstGeom prst="rect">
                <a:avLst/>
              </a:prstGeom>
            </p:spPr>
          </p:pic>
        </mc:Fallback>
      </mc:AlternateContent>
    </p:spTree>
    <p:extLst>
      <p:ext uri="{BB962C8B-B14F-4D97-AF65-F5344CB8AC3E}">
        <p14:creationId xmlns:p14="http://schemas.microsoft.com/office/powerpoint/2010/main" val="30720478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973454" y="97155"/>
            <a:ext cx="6121029" cy="719621"/>
          </a:xfrm>
          <a:prstGeom prst="rect">
            <a:avLst/>
          </a:prstGeom>
          <a:noFill/>
        </p:spPr>
        <p:txBody>
          <a:bodyPr wrap="square" rtlCol="0">
            <a:spAutoFit/>
          </a:bodyPr>
          <a:lstStyle/>
          <a:p>
            <a:pPr>
              <a:lnSpc>
                <a:spcPct val="130000"/>
              </a:lnSpc>
              <a:spcBef>
                <a:spcPts val="600"/>
              </a:spcBef>
            </a:pPr>
            <a:r>
              <a:rPr lang="en-US" sz="3500" b="1" dirty="0">
                <a:solidFill>
                  <a:srgbClr val="005CA2"/>
                </a:solidFill>
                <a:latin typeface="Arial" panose="020B0604020202020204" pitchFamily="34" charset="0"/>
                <a:cs typeface="Arial" panose="020B0604020202020204" pitchFamily="34" charset="0"/>
                <a:sym typeface="+mn-lt"/>
              </a:rPr>
              <a:t>3 </a:t>
            </a:r>
            <a:r>
              <a:rPr lang="en-US" altLang="zh-CN" sz="3500" b="1" dirty="0">
                <a:solidFill>
                  <a:srgbClr val="005CA2"/>
                </a:solidFill>
                <a:latin typeface="Arial" panose="020B0604020202020204" pitchFamily="34" charset="0"/>
                <a:cs typeface="Arial" panose="020B0604020202020204" pitchFamily="34" charset="0"/>
                <a:sym typeface="+mn-lt"/>
              </a:rPr>
              <a:t>Project3</a:t>
            </a:r>
            <a:endParaRPr sz="3500" b="1" dirty="0">
              <a:solidFill>
                <a:srgbClr val="005CA2"/>
              </a:solidFill>
              <a:latin typeface="Arial" panose="020B0604020202020204" pitchFamily="34" charset="0"/>
              <a:cs typeface="Arial" panose="020B0604020202020204" pitchFamily="34" charset="0"/>
              <a:sym typeface="+mn-lt"/>
            </a:endParaRPr>
          </a:p>
        </p:txBody>
      </p:sp>
      <p:grpSp>
        <p:nvGrpSpPr>
          <p:cNvPr id="16" name="组合 15"/>
          <p:cNvGrpSpPr/>
          <p:nvPr/>
        </p:nvGrpSpPr>
        <p:grpSpPr>
          <a:xfrm>
            <a:off x="274980" y="1715610"/>
            <a:ext cx="5245100" cy="3690132"/>
            <a:chOff x="592" y="2401"/>
            <a:chExt cx="8260" cy="2482"/>
          </a:xfrm>
        </p:grpSpPr>
        <p:sp>
          <p:nvSpPr>
            <p:cNvPr id="225" name="Line 24"/>
            <p:cNvSpPr>
              <a:spLocks noChangeShapeType="1"/>
            </p:cNvSpPr>
            <p:nvPr>
              <p:custDataLst>
                <p:tags r:id="rId2"/>
              </p:custDataLst>
            </p:nvPr>
          </p:nvSpPr>
          <p:spPr bwMode="auto">
            <a:xfrm>
              <a:off x="839" y="3863"/>
              <a:ext cx="8013" cy="0"/>
            </a:xfrm>
            <a:prstGeom prst="line">
              <a:avLst/>
            </a:prstGeom>
            <a:noFill/>
            <a:ln w="6350">
              <a:solidFill>
                <a:srgbClr val="00B0F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EEECE1"/>
                    </a:outerShdw>
                  </a:effectLst>
                </a14:hiddenEffects>
              </a:ext>
            </a:extLst>
          </p:spPr>
          <p:txBody>
            <a:bodyPr wrap="square" lIns="90000" tIns="46800" rIns="90000" bIns="46800" anchor="ctr" anchorCtr="0">
              <a:normAutofit fontScale="25000" lnSpcReduction="20000"/>
            </a:bodyPr>
            <a:lstStyle/>
            <a:p>
              <a:endParaRPr lang="zh-CN" altLang="en-US" sz="1690">
                <a:solidFill>
                  <a:sysClr val="windowText" lastClr="000000">
                    <a:lumMod val="50000"/>
                    <a:lumOff val="50000"/>
                  </a:sysClr>
                </a:solidFill>
              </a:endParaRPr>
            </a:p>
          </p:txBody>
        </p:sp>
        <p:sp>
          <p:nvSpPr>
            <p:cNvPr id="238" name="文本框 237"/>
            <p:cNvSpPr txBox="1"/>
            <p:nvPr>
              <p:custDataLst>
                <p:tags r:id="rId3"/>
              </p:custDataLst>
            </p:nvPr>
          </p:nvSpPr>
          <p:spPr>
            <a:xfrm>
              <a:off x="592" y="2401"/>
              <a:ext cx="8083" cy="2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nchorCtr="0">
              <a:noAutofit/>
            </a:bodyPr>
            <a:lstStyle>
              <a:defPPr>
                <a:defRPr lang="zh-CN"/>
              </a:defPPr>
              <a:lvl1pPr>
                <a:lnSpc>
                  <a:spcPct val="120000"/>
                </a:lnSpc>
                <a:buFont typeface="Arial" panose="020B0604020202020204" pitchFamily="34" charset="0"/>
                <a:buNone/>
                <a:defRPr sz="1800">
                  <a:solidFill>
                    <a:sysClr val="windowText" lastClr="000000">
                      <a:lumMod val="50000"/>
                      <a:lumOff val="50000"/>
                    </a:sysClr>
                  </a:solidFill>
                </a:defRPr>
              </a:lvl1pPr>
            </a:lstStyle>
            <a:p>
              <a:pPr marL="285750" indent="-285750">
                <a:buClr>
                  <a:srgbClr val="00B0F0"/>
                </a:buClr>
                <a:buFont typeface="Wingdings" panose="05000000000000000000" charset="0"/>
                <a:buChar char="u"/>
              </a:pPr>
              <a:r>
                <a:rPr lang="en-US" altLang="zh-CN" sz="1700" dirty="0">
                  <a:solidFill>
                    <a:schemeClr val="tx1"/>
                  </a:solidFill>
                  <a:latin typeface="Palatino Linotype" panose="02040502050505030304" charset="0"/>
                  <a:sym typeface="+mn-ea"/>
                </a:rPr>
                <a:t>This part of code is used to parse the program1.exe and encrypt it.(you know program1.exe just </a:t>
              </a:r>
              <a:r>
                <a:rPr lang="en-US" altLang="zh-CN" sz="1700" dirty="0" err="1">
                  <a:solidFill>
                    <a:schemeClr val="tx1"/>
                  </a:solidFill>
                  <a:latin typeface="Palatino Linotype" panose="02040502050505030304" charset="0"/>
                  <a:sym typeface="+mn-ea"/>
                </a:rPr>
                <a:t>prins</a:t>
              </a:r>
              <a:r>
                <a:rPr lang="en-US" altLang="zh-CN" sz="1700" dirty="0">
                  <a:solidFill>
                    <a:schemeClr val="tx1"/>
                  </a:solidFill>
                  <a:latin typeface="Palatino Linotype" panose="02040502050505030304" charset="0"/>
                  <a:sym typeface="+mn-ea"/>
                </a:rPr>
                <a:t> ‘hello program1’)</a:t>
              </a:r>
            </a:p>
            <a:p>
              <a:pPr marL="285750" indent="-285750">
                <a:buClr>
                  <a:srgbClr val="00B0F0"/>
                </a:buClr>
                <a:buFont typeface="Wingdings" panose="05000000000000000000" charset="0"/>
                <a:buChar char="u"/>
              </a:pPr>
              <a:r>
                <a:rPr lang="en-US" altLang="zh-CN" sz="1700" dirty="0">
                  <a:solidFill>
                    <a:schemeClr val="tx1"/>
                  </a:solidFill>
                  <a:latin typeface="Palatino Linotype" panose="02040502050505030304" charset="0"/>
                  <a:sym typeface="+mn-ea"/>
                </a:rPr>
                <a:t>Of course the way to encrypt the program1.exe is easy, each byte XOR 0x40. While decrypting, each byte XOR 0x40 is OK.</a:t>
              </a:r>
            </a:p>
            <a:p>
              <a:pPr marL="285750" indent="-285750">
                <a:buClr>
                  <a:srgbClr val="00B0F0"/>
                </a:buClr>
                <a:buFont typeface="Wingdings" panose="05000000000000000000" charset="0"/>
                <a:buChar char="u"/>
              </a:pPr>
              <a:endParaRPr lang="zh-CN" altLang="en-US" sz="1700" dirty="0">
                <a:solidFill>
                  <a:schemeClr val="tx1"/>
                </a:solidFill>
                <a:latin typeface="Palatino Linotype" panose="02040502050505030304" charset="0"/>
                <a:sym typeface="+mn-ea"/>
              </a:endParaRPr>
            </a:p>
          </p:txBody>
        </p:sp>
      </p:grpSp>
      <p:sp>
        <p:nvSpPr>
          <p:cNvPr id="2" name="文本框 1">
            <a:extLst>
              <a:ext uri="{FF2B5EF4-FFF2-40B4-BE49-F238E27FC236}">
                <a16:creationId xmlns:a16="http://schemas.microsoft.com/office/drawing/2014/main" id="{7085A2DC-DF15-9C96-8E8C-6D1279477A4F}"/>
              </a:ext>
            </a:extLst>
          </p:cNvPr>
          <p:cNvSpPr txBox="1"/>
          <p:nvPr>
            <p:custDataLst>
              <p:tags r:id="rId1"/>
            </p:custDataLst>
          </p:nvPr>
        </p:nvSpPr>
        <p:spPr>
          <a:xfrm>
            <a:off x="431825" y="1218474"/>
            <a:ext cx="3114040" cy="497136"/>
          </a:xfrm>
          <a:prstGeom prst="rect">
            <a:avLst/>
          </a:prstGeom>
          <a:noFill/>
        </p:spPr>
        <p:txBody>
          <a:bodyPr wrap="square" lIns="90000" tIns="46800" rIns="90000" bIns="46800" rtlCol="0" anchor="ctr" anchorCtr="0"/>
          <a:lstStyle/>
          <a:p>
            <a:r>
              <a:rPr lang="en-US" altLang="zh-CN" b="1" dirty="0">
                <a:solidFill>
                  <a:srgbClr val="00B0F0"/>
                </a:solidFill>
                <a:latin typeface="Palatino Linotype" panose="02040502050505030304" charset="0"/>
                <a:ea typeface="+mn-ea"/>
                <a:cs typeface="Palatino Linotype" panose="02040502050505030304" charset="0"/>
              </a:rPr>
              <a:t>1.3 Code of program3.exe</a:t>
            </a:r>
          </a:p>
        </p:txBody>
      </p:sp>
      <mc:AlternateContent xmlns:mc="http://schemas.openxmlformats.org/markup-compatibility/2006" xmlns:p14="http://schemas.microsoft.com/office/powerpoint/2010/main">
        <mc:Choice Requires="p14">
          <p:contentPart p14:bwMode="auto" r:id="rId6">
            <p14:nvContentPartPr>
              <p14:cNvPr id="6" name="墨迹 5">
                <a:extLst>
                  <a:ext uri="{FF2B5EF4-FFF2-40B4-BE49-F238E27FC236}">
                    <a16:creationId xmlns:a16="http://schemas.microsoft.com/office/drawing/2014/main" id="{6BEF6529-FE2C-8A66-2178-9DAB7DFC809D}"/>
                  </a:ext>
                </a:extLst>
              </p14:cNvPr>
              <p14:cNvContentPartPr/>
              <p14:nvPr/>
            </p14:nvContentPartPr>
            <p14:xfrm>
              <a:off x="2273198" y="1089863"/>
              <a:ext cx="360" cy="360"/>
            </p14:xfrm>
          </p:contentPart>
        </mc:Choice>
        <mc:Fallback xmlns="">
          <p:pic>
            <p:nvPicPr>
              <p:cNvPr id="6" name="墨迹 5">
                <a:extLst>
                  <a:ext uri="{FF2B5EF4-FFF2-40B4-BE49-F238E27FC236}">
                    <a16:creationId xmlns:a16="http://schemas.microsoft.com/office/drawing/2014/main" id="{6BEF6529-FE2C-8A66-2178-9DAB7DFC809D}"/>
                  </a:ext>
                </a:extLst>
              </p:cNvPr>
              <p:cNvPicPr/>
              <p:nvPr/>
            </p:nvPicPr>
            <p:blipFill>
              <a:blip r:embed="rId7"/>
              <a:stretch>
                <a:fillRect/>
              </a:stretch>
            </p:blipFill>
            <p:spPr>
              <a:xfrm>
                <a:off x="2267078" y="1083743"/>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8" name="墨迹 7">
                <a:extLst>
                  <a:ext uri="{FF2B5EF4-FFF2-40B4-BE49-F238E27FC236}">
                    <a16:creationId xmlns:a16="http://schemas.microsoft.com/office/drawing/2014/main" id="{995DDB28-87BC-64D8-7657-C464D1215A0C}"/>
                  </a:ext>
                </a:extLst>
              </p14:cNvPr>
              <p14:cNvContentPartPr/>
              <p14:nvPr/>
            </p14:nvContentPartPr>
            <p14:xfrm>
              <a:off x="1440158" y="3087863"/>
              <a:ext cx="360" cy="360"/>
            </p14:xfrm>
          </p:contentPart>
        </mc:Choice>
        <mc:Fallback xmlns="">
          <p:pic>
            <p:nvPicPr>
              <p:cNvPr id="8" name="墨迹 7">
                <a:extLst>
                  <a:ext uri="{FF2B5EF4-FFF2-40B4-BE49-F238E27FC236}">
                    <a16:creationId xmlns:a16="http://schemas.microsoft.com/office/drawing/2014/main" id="{995DDB28-87BC-64D8-7657-C464D1215A0C}"/>
                  </a:ext>
                </a:extLst>
              </p:cNvPr>
              <p:cNvPicPr/>
              <p:nvPr/>
            </p:nvPicPr>
            <p:blipFill>
              <a:blip r:embed="rId7"/>
              <a:stretch>
                <a:fillRect/>
              </a:stretch>
            </p:blipFill>
            <p:spPr>
              <a:xfrm>
                <a:off x="1434038" y="3081383"/>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0" name="墨迹 9">
                <a:extLst>
                  <a:ext uri="{FF2B5EF4-FFF2-40B4-BE49-F238E27FC236}">
                    <a16:creationId xmlns:a16="http://schemas.microsoft.com/office/drawing/2014/main" id="{04F52420-F51C-6766-A785-AC9E326029C6}"/>
                  </a:ext>
                </a:extLst>
              </p14:cNvPr>
              <p14:cNvContentPartPr/>
              <p14:nvPr/>
            </p14:nvContentPartPr>
            <p14:xfrm>
              <a:off x="5367250" y="4891463"/>
              <a:ext cx="360" cy="360"/>
            </p14:xfrm>
          </p:contentPart>
        </mc:Choice>
        <mc:Fallback xmlns="">
          <p:pic>
            <p:nvPicPr>
              <p:cNvPr id="10" name="墨迹 9">
                <a:extLst>
                  <a:ext uri="{FF2B5EF4-FFF2-40B4-BE49-F238E27FC236}">
                    <a16:creationId xmlns:a16="http://schemas.microsoft.com/office/drawing/2014/main" id="{04F52420-F51C-6766-A785-AC9E326029C6}"/>
                  </a:ext>
                </a:extLst>
              </p:cNvPr>
              <p:cNvPicPr/>
              <p:nvPr/>
            </p:nvPicPr>
            <p:blipFill>
              <a:blip r:embed="rId7"/>
              <a:stretch>
                <a:fillRect/>
              </a:stretch>
            </p:blipFill>
            <p:spPr>
              <a:xfrm>
                <a:off x="5361130" y="4885343"/>
                <a:ext cx="12600" cy="12600"/>
              </a:xfrm>
              <a:prstGeom prst="rect">
                <a:avLst/>
              </a:prstGeom>
            </p:spPr>
          </p:pic>
        </mc:Fallback>
      </mc:AlternateContent>
      <p:pic>
        <p:nvPicPr>
          <p:cNvPr id="12" name="图片 11">
            <a:extLst>
              <a:ext uri="{FF2B5EF4-FFF2-40B4-BE49-F238E27FC236}">
                <a16:creationId xmlns:a16="http://schemas.microsoft.com/office/drawing/2014/main" id="{ED142158-D2FC-9EE7-8716-F7E0F15E3C09}"/>
              </a:ext>
            </a:extLst>
          </p:cNvPr>
          <p:cNvPicPr>
            <a:picLocks noChangeAspect="1"/>
          </p:cNvPicPr>
          <p:nvPr/>
        </p:nvPicPr>
        <p:blipFill>
          <a:blip r:embed="rId10"/>
          <a:stretch>
            <a:fillRect/>
          </a:stretch>
        </p:blipFill>
        <p:spPr>
          <a:xfrm>
            <a:off x="5820305" y="709134"/>
            <a:ext cx="6515524" cy="4445435"/>
          </a:xfrm>
          <a:prstGeom prst="rect">
            <a:avLst/>
          </a:prstGeom>
        </p:spPr>
      </p:pic>
    </p:spTree>
    <p:extLst>
      <p:ext uri="{BB962C8B-B14F-4D97-AF65-F5344CB8AC3E}">
        <p14:creationId xmlns:p14="http://schemas.microsoft.com/office/powerpoint/2010/main" val="98792529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973454" y="97155"/>
            <a:ext cx="6121029" cy="719621"/>
          </a:xfrm>
          <a:prstGeom prst="rect">
            <a:avLst/>
          </a:prstGeom>
          <a:noFill/>
        </p:spPr>
        <p:txBody>
          <a:bodyPr wrap="square" rtlCol="0">
            <a:spAutoFit/>
          </a:bodyPr>
          <a:lstStyle/>
          <a:p>
            <a:pPr>
              <a:lnSpc>
                <a:spcPct val="130000"/>
              </a:lnSpc>
              <a:spcBef>
                <a:spcPts val="600"/>
              </a:spcBef>
            </a:pPr>
            <a:r>
              <a:rPr lang="en-US" sz="3500" b="1" dirty="0">
                <a:solidFill>
                  <a:srgbClr val="005CA2"/>
                </a:solidFill>
                <a:latin typeface="Arial" panose="020B0604020202020204" pitchFamily="34" charset="0"/>
                <a:cs typeface="Arial" panose="020B0604020202020204" pitchFamily="34" charset="0"/>
                <a:sym typeface="+mn-lt"/>
              </a:rPr>
              <a:t>3 </a:t>
            </a:r>
            <a:r>
              <a:rPr lang="en-US" altLang="zh-CN" sz="3500" b="1" dirty="0">
                <a:solidFill>
                  <a:srgbClr val="005CA2"/>
                </a:solidFill>
                <a:latin typeface="Arial" panose="020B0604020202020204" pitchFamily="34" charset="0"/>
                <a:cs typeface="Arial" panose="020B0604020202020204" pitchFamily="34" charset="0"/>
                <a:sym typeface="+mn-lt"/>
              </a:rPr>
              <a:t>Project3</a:t>
            </a:r>
            <a:endParaRPr sz="3500" b="1" dirty="0">
              <a:solidFill>
                <a:srgbClr val="005CA2"/>
              </a:solidFill>
              <a:latin typeface="Arial" panose="020B0604020202020204" pitchFamily="34" charset="0"/>
              <a:cs typeface="Arial" panose="020B0604020202020204" pitchFamily="34" charset="0"/>
              <a:sym typeface="+mn-lt"/>
            </a:endParaRPr>
          </a:p>
        </p:txBody>
      </p:sp>
      <p:grpSp>
        <p:nvGrpSpPr>
          <p:cNvPr id="16" name="组合 15"/>
          <p:cNvGrpSpPr/>
          <p:nvPr/>
        </p:nvGrpSpPr>
        <p:grpSpPr>
          <a:xfrm>
            <a:off x="274980" y="1715610"/>
            <a:ext cx="5245100" cy="3690132"/>
            <a:chOff x="592" y="2401"/>
            <a:chExt cx="8260" cy="2482"/>
          </a:xfrm>
        </p:grpSpPr>
        <p:sp>
          <p:nvSpPr>
            <p:cNvPr id="225" name="Line 24"/>
            <p:cNvSpPr>
              <a:spLocks noChangeShapeType="1"/>
            </p:cNvSpPr>
            <p:nvPr>
              <p:custDataLst>
                <p:tags r:id="rId2"/>
              </p:custDataLst>
            </p:nvPr>
          </p:nvSpPr>
          <p:spPr bwMode="auto">
            <a:xfrm>
              <a:off x="839" y="3863"/>
              <a:ext cx="8013" cy="0"/>
            </a:xfrm>
            <a:prstGeom prst="line">
              <a:avLst/>
            </a:prstGeom>
            <a:noFill/>
            <a:ln w="6350">
              <a:solidFill>
                <a:srgbClr val="00B0F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EEECE1"/>
                    </a:outerShdw>
                  </a:effectLst>
                </a14:hiddenEffects>
              </a:ext>
            </a:extLst>
          </p:spPr>
          <p:txBody>
            <a:bodyPr wrap="square" lIns="90000" tIns="46800" rIns="90000" bIns="46800" anchor="ctr" anchorCtr="0">
              <a:normAutofit fontScale="25000" lnSpcReduction="20000"/>
            </a:bodyPr>
            <a:lstStyle/>
            <a:p>
              <a:endParaRPr lang="zh-CN" altLang="en-US" sz="1690">
                <a:solidFill>
                  <a:sysClr val="windowText" lastClr="000000">
                    <a:lumMod val="50000"/>
                    <a:lumOff val="50000"/>
                  </a:sysClr>
                </a:solidFill>
              </a:endParaRPr>
            </a:p>
          </p:txBody>
        </p:sp>
        <p:sp>
          <p:nvSpPr>
            <p:cNvPr id="238" name="文本框 237"/>
            <p:cNvSpPr txBox="1"/>
            <p:nvPr>
              <p:custDataLst>
                <p:tags r:id="rId3"/>
              </p:custDataLst>
            </p:nvPr>
          </p:nvSpPr>
          <p:spPr>
            <a:xfrm>
              <a:off x="592" y="2401"/>
              <a:ext cx="8083" cy="2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nchorCtr="0">
              <a:noAutofit/>
            </a:bodyPr>
            <a:lstStyle>
              <a:defPPr>
                <a:defRPr lang="zh-CN"/>
              </a:defPPr>
              <a:lvl1pPr>
                <a:lnSpc>
                  <a:spcPct val="120000"/>
                </a:lnSpc>
                <a:buFont typeface="Arial" panose="020B0604020202020204" pitchFamily="34" charset="0"/>
                <a:buNone/>
                <a:defRPr sz="1800">
                  <a:solidFill>
                    <a:sysClr val="windowText" lastClr="000000">
                      <a:lumMod val="50000"/>
                      <a:lumOff val="50000"/>
                    </a:sysClr>
                  </a:solidFill>
                </a:defRPr>
              </a:lvl1pPr>
            </a:lstStyle>
            <a:p>
              <a:pPr marL="285750" indent="-285750">
                <a:buClr>
                  <a:srgbClr val="00B0F0"/>
                </a:buClr>
                <a:buFont typeface="Wingdings" panose="05000000000000000000" charset="0"/>
                <a:buChar char="u"/>
              </a:pPr>
              <a:r>
                <a:rPr lang="en-US" altLang="zh-CN" sz="1700" dirty="0">
                  <a:solidFill>
                    <a:schemeClr val="tx1"/>
                  </a:solidFill>
                  <a:latin typeface="Palatino Linotype" panose="02040502050505030304" charset="0"/>
                  <a:sym typeface="+mn-ea"/>
                </a:rPr>
                <a:t>The way to parse program2.exe  is the same as program1.exe.</a:t>
              </a:r>
            </a:p>
            <a:p>
              <a:pPr marL="285750" indent="-285750">
                <a:buClr>
                  <a:srgbClr val="00B0F0"/>
                </a:buClr>
                <a:buFont typeface="Wingdings" panose="05000000000000000000" charset="0"/>
                <a:buChar char="u"/>
              </a:pPr>
              <a:r>
                <a:rPr lang="en-US" altLang="zh-CN" sz="1700" dirty="0">
                  <a:solidFill>
                    <a:schemeClr val="tx1"/>
                  </a:solidFill>
                  <a:latin typeface="Palatino Linotype" panose="02040502050505030304" charset="0"/>
                  <a:sym typeface="+mn-ea"/>
                </a:rPr>
                <a:t>Notice: By default the program1.exe and program2.exe is in the same directory. </a:t>
              </a:r>
            </a:p>
            <a:p>
              <a:pPr marL="285750" indent="-285750">
                <a:buClr>
                  <a:srgbClr val="00B0F0"/>
                </a:buClr>
                <a:buFont typeface="Wingdings" panose="05000000000000000000" charset="0"/>
                <a:buChar char="u"/>
              </a:pPr>
              <a:endParaRPr lang="zh-CN" altLang="en-US" sz="1700" dirty="0">
                <a:solidFill>
                  <a:schemeClr val="tx1"/>
                </a:solidFill>
                <a:latin typeface="Palatino Linotype" panose="02040502050505030304" charset="0"/>
                <a:sym typeface="+mn-ea"/>
              </a:endParaRPr>
            </a:p>
          </p:txBody>
        </p:sp>
      </p:grpSp>
      <mc:AlternateContent xmlns:mc="http://schemas.openxmlformats.org/markup-compatibility/2006" xmlns:p14="http://schemas.microsoft.com/office/powerpoint/2010/main">
        <mc:Choice Requires="p14">
          <p:contentPart p14:bwMode="auto" r:id="rId6">
            <p14:nvContentPartPr>
              <p14:cNvPr id="6" name="墨迹 5">
                <a:extLst>
                  <a:ext uri="{FF2B5EF4-FFF2-40B4-BE49-F238E27FC236}">
                    <a16:creationId xmlns:a16="http://schemas.microsoft.com/office/drawing/2014/main" id="{6BEF6529-FE2C-8A66-2178-9DAB7DFC809D}"/>
                  </a:ext>
                </a:extLst>
              </p14:cNvPr>
              <p14:cNvContentPartPr/>
              <p14:nvPr/>
            </p14:nvContentPartPr>
            <p14:xfrm>
              <a:off x="2273198" y="1089863"/>
              <a:ext cx="360" cy="360"/>
            </p14:xfrm>
          </p:contentPart>
        </mc:Choice>
        <mc:Fallback xmlns="">
          <p:pic>
            <p:nvPicPr>
              <p:cNvPr id="6" name="墨迹 5">
                <a:extLst>
                  <a:ext uri="{FF2B5EF4-FFF2-40B4-BE49-F238E27FC236}">
                    <a16:creationId xmlns:a16="http://schemas.microsoft.com/office/drawing/2014/main" id="{6BEF6529-FE2C-8A66-2178-9DAB7DFC809D}"/>
                  </a:ext>
                </a:extLst>
              </p:cNvPr>
              <p:cNvPicPr/>
              <p:nvPr/>
            </p:nvPicPr>
            <p:blipFill>
              <a:blip r:embed="rId7"/>
              <a:stretch>
                <a:fillRect/>
              </a:stretch>
            </p:blipFill>
            <p:spPr>
              <a:xfrm>
                <a:off x="2267078" y="1083743"/>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8" name="墨迹 7">
                <a:extLst>
                  <a:ext uri="{FF2B5EF4-FFF2-40B4-BE49-F238E27FC236}">
                    <a16:creationId xmlns:a16="http://schemas.microsoft.com/office/drawing/2014/main" id="{995DDB28-87BC-64D8-7657-C464D1215A0C}"/>
                  </a:ext>
                </a:extLst>
              </p14:cNvPr>
              <p14:cNvContentPartPr/>
              <p14:nvPr/>
            </p14:nvContentPartPr>
            <p14:xfrm>
              <a:off x="1440158" y="3087863"/>
              <a:ext cx="360" cy="360"/>
            </p14:xfrm>
          </p:contentPart>
        </mc:Choice>
        <mc:Fallback xmlns="">
          <p:pic>
            <p:nvPicPr>
              <p:cNvPr id="8" name="墨迹 7">
                <a:extLst>
                  <a:ext uri="{FF2B5EF4-FFF2-40B4-BE49-F238E27FC236}">
                    <a16:creationId xmlns:a16="http://schemas.microsoft.com/office/drawing/2014/main" id="{995DDB28-87BC-64D8-7657-C464D1215A0C}"/>
                  </a:ext>
                </a:extLst>
              </p:cNvPr>
              <p:cNvPicPr/>
              <p:nvPr/>
            </p:nvPicPr>
            <p:blipFill>
              <a:blip r:embed="rId7"/>
              <a:stretch>
                <a:fillRect/>
              </a:stretch>
            </p:blipFill>
            <p:spPr>
              <a:xfrm>
                <a:off x="1434038" y="3081383"/>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0" name="墨迹 9">
                <a:extLst>
                  <a:ext uri="{FF2B5EF4-FFF2-40B4-BE49-F238E27FC236}">
                    <a16:creationId xmlns:a16="http://schemas.microsoft.com/office/drawing/2014/main" id="{04F52420-F51C-6766-A785-AC9E326029C6}"/>
                  </a:ext>
                </a:extLst>
              </p14:cNvPr>
              <p14:cNvContentPartPr/>
              <p14:nvPr/>
            </p14:nvContentPartPr>
            <p14:xfrm>
              <a:off x="5367250" y="4891463"/>
              <a:ext cx="360" cy="360"/>
            </p14:xfrm>
          </p:contentPart>
        </mc:Choice>
        <mc:Fallback xmlns="">
          <p:pic>
            <p:nvPicPr>
              <p:cNvPr id="10" name="墨迹 9">
                <a:extLst>
                  <a:ext uri="{FF2B5EF4-FFF2-40B4-BE49-F238E27FC236}">
                    <a16:creationId xmlns:a16="http://schemas.microsoft.com/office/drawing/2014/main" id="{04F52420-F51C-6766-A785-AC9E326029C6}"/>
                  </a:ext>
                </a:extLst>
              </p:cNvPr>
              <p:cNvPicPr/>
              <p:nvPr/>
            </p:nvPicPr>
            <p:blipFill>
              <a:blip r:embed="rId7"/>
              <a:stretch>
                <a:fillRect/>
              </a:stretch>
            </p:blipFill>
            <p:spPr>
              <a:xfrm>
                <a:off x="5361130" y="4885343"/>
                <a:ext cx="12600" cy="12600"/>
              </a:xfrm>
              <a:prstGeom prst="rect">
                <a:avLst/>
              </a:prstGeom>
            </p:spPr>
          </p:pic>
        </mc:Fallback>
      </mc:AlternateContent>
      <p:pic>
        <p:nvPicPr>
          <p:cNvPr id="5" name="图片 4">
            <a:extLst>
              <a:ext uri="{FF2B5EF4-FFF2-40B4-BE49-F238E27FC236}">
                <a16:creationId xmlns:a16="http://schemas.microsoft.com/office/drawing/2014/main" id="{6DF1DE53-A52B-EC54-C916-8C356CB5B9EE}"/>
              </a:ext>
            </a:extLst>
          </p:cNvPr>
          <p:cNvPicPr>
            <a:picLocks noChangeAspect="1"/>
          </p:cNvPicPr>
          <p:nvPr/>
        </p:nvPicPr>
        <p:blipFill>
          <a:blip r:embed="rId10"/>
          <a:stretch>
            <a:fillRect/>
          </a:stretch>
        </p:blipFill>
        <p:spPr>
          <a:xfrm>
            <a:off x="6242824" y="1617358"/>
            <a:ext cx="5949176" cy="2660281"/>
          </a:xfrm>
          <a:prstGeom prst="rect">
            <a:avLst/>
          </a:prstGeom>
        </p:spPr>
      </p:pic>
      <p:sp>
        <p:nvSpPr>
          <p:cNvPr id="3" name="文本框 2">
            <a:extLst>
              <a:ext uri="{FF2B5EF4-FFF2-40B4-BE49-F238E27FC236}">
                <a16:creationId xmlns:a16="http://schemas.microsoft.com/office/drawing/2014/main" id="{4AD2547B-DAE2-F6E8-1A52-199A172D66F3}"/>
              </a:ext>
            </a:extLst>
          </p:cNvPr>
          <p:cNvSpPr txBox="1"/>
          <p:nvPr>
            <p:custDataLst>
              <p:tags r:id="rId1"/>
            </p:custDataLst>
          </p:nvPr>
        </p:nvSpPr>
        <p:spPr>
          <a:xfrm>
            <a:off x="350237" y="1342761"/>
            <a:ext cx="3114040" cy="497136"/>
          </a:xfrm>
          <a:prstGeom prst="rect">
            <a:avLst/>
          </a:prstGeom>
          <a:noFill/>
        </p:spPr>
        <p:txBody>
          <a:bodyPr wrap="square" lIns="90000" tIns="46800" rIns="90000" bIns="46800" rtlCol="0" anchor="ctr" anchorCtr="0"/>
          <a:lstStyle/>
          <a:p>
            <a:r>
              <a:rPr lang="en-US" altLang="zh-CN" b="1" dirty="0">
                <a:solidFill>
                  <a:srgbClr val="00B0F0"/>
                </a:solidFill>
                <a:latin typeface="Palatino Linotype" panose="02040502050505030304" charset="0"/>
                <a:ea typeface="+mn-ea"/>
                <a:cs typeface="Palatino Linotype" panose="02040502050505030304" charset="0"/>
              </a:rPr>
              <a:t>1.3 Code of program3.exe</a:t>
            </a:r>
          </a:p>
        </p:txBody>
      </p:sp>
    </p:spTree>
    <p:extLst>
      <p:ext uri="{BB962C8B-B14F-4D97-AF65-F5344CB8AC3E}">
        <p14:creationId xmlns:p14="http://schemas.microsoft.com/office/powerpoint/2010/main" val="319282608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973454" y="97155"/>
            <a:ext cx="6121029" cy="719621"/>
          </a:xfrm>
          <a:prstGeom prst="rect">
            <a:avLst/>
          </a:prstGeom>
          <a:noFill/>
        </p:spPr>
        <p:txBody>
          <a:bodyPr wrap="square" rtlCol="0">
            <a:spAutoFit/>
          </a:bodyPr>
          <a:lstStyle/>
          <a:p>
            <a:pPr>
              <a:lnSpc>
                <a:spcPct val="130000"/>
              </a:lnSpc>
              <a:spcBef>
                <a:spcPts val="600"/>
              </a:spcBef>
            </a:pPr>
            <a:r>
              <a:rPr lang="en-US" sz="3500" b="1" dirty="0">
                <a:solidFill>
                  <a:srgbClr val="005CA2"/>
                </a:solidFill>
                <a:latin typeface="Arial" panose="020B0604020202020204" pitchFamily="34" charset="0"/>
                <a:cs typeface="Arial" panose="020B0604020202020204" pitchFamily="34" charset="0"/>
                <a:sym typeface="+mn-lt"/>
              </a:rPr>
              <a:t>3 </a:t>
            </a:r>
            <a:r>
              <a:rPr lang="en-US" altLang="zh-CN" sz="3500" b="1" dirty="0">
                <a:solidFill>
                  <a:srgbClr val="005CA2"/>
                </a:solidFill>
                <a:latin typeface="Arial" panose="020B0604020202020204" pitchFamily="34" charset="0"/>
                <a:cs typeface="Arial" panose="020B0604020202020204" pitchFamily="34" charset="0"/>
                <a:sym typeface="+mn-lt"/>
              </a:rPr>
              <a:t>Project3</a:t>
            </a:r>
            <a:endParaRPr sz="3500" b="1" dirty="0">
              <a:solidFill>
                <a:srgbClr val="005CA2"/>
              </a:solidFill>
              <a:latin typeface="Arial" panose="020B0604020202020204" pitchFamily="34" charset="0"/>
              <a:cs typeface="Arial" panose="020B0604020202020204" pitchFamily="34" charset="0"/>
              <a:sym typeface="+mn-lt"/>
            </a:endParaRPr>
          </a:p>
        </p:txBody>
      </p:sp>
      <p:grpSp>
        <p:nvGrpSpPr>
          <p:cNvPr id="16" name="组合 15"/>
          <p:cNvGrpSpPr/>
          <p:nvPr/>
        </p:nvGrpSpPr>
        <p:grpSpPr>
          <a:xfrm>
            <a:off x="274980" y="1715610"/>
            <a:ext cx="5245100" cy="3690132"/>
            <a:chOff x="592" y="2401"/>
            <a:chExt cx="8260" cy="2482"/>
          </a:xfrm>
        </p:grpSpPr>
        <p:sp>
          <p:nvSpPr>
            <p:cNvPr id="225" name="Line 24"/>
            <p:cNvSpPr>
              <a:spLocks noChangeShapeType="1"/>
            </p:cNvSpPr>
            <p:nvPr>
              <p:custDataLst>
                <p:tags r:id="rId2"/>
              </p:custDataLst>
            </p:nvPr>
          </p:nvSpPr>
          <p:spPr bwMode="auto">
            <a:xfrm>
              <a:off x="839" y="3863"/>
              <a:ext cx="8013" cy="0"/>
            </a:xfrm>
            <a:prstGeom prst="line">
              <a:avLst/>
            </a:prstGeom>
            <a:noFill/>
            <a:ln w="6350">
              <a:solidFill>
                <a:srgbClr val="00B0F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EEECE1"/>
                    </a:outerShdw>
                  </a:effectLst>
                </a14:hiddenEffects>
              </a:ext>
            </a:extLst>
          </p:spPr>
          <p:txBody>
            <a:bodyPr wrap="square" lIns="90000" tIns="46800" rIns="90000" bIns="46800" anchor="ctr" anchorCtr="0">
              <a:normAutofit fontScale="25000" lnSpcReduction="20000"/>
            </a:bodyPr>
            <a:lstStyle/>
            <a:p>
              <a:endParaRPr lang="zh-CN" altLang="en-US" sz="1690">
                <a:solidFill>
                  <a:sysClr val="windowText" lastClr="000000">
                    <a:lumMod val="50000"/>
                    <a:lumOff val="50000"/>
                  </a:sysClr>
                </a:solidFill>
              </a:endParaRPr>
            </a:p>
          </p:txBody>
        </p:sp>
        <p:sp>
          <p:nvSpPr>
            <p:cNvPr id="238" name="文本框 237"/>
            <p:cNvSpPr txBox="1"/>
            <p:nvPr>
              <p:custDataLst>
                <p:tags r:id="rId3"/>
              </p:custDataLst>
            </p:nvPr>
          </p:nvSpPr>
          <p:spPr>
            <a:xfrm>
              <a:off x="592" y="2401"/>
              <a:ext cx="8083" cy="2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nchorCtr="0">
              <a:noAutofit/>
            </a:bodyPr>
            <a:lstStyle>
              <a:defPPr>
                <a:defRPr lang="zh-CN"/>
              </a:defPPr>
              <a:lvl1pPr>
                <a:lnSpc>
                  <a:spcPct val="120000"/>
                </a:lnSpc>
                <a:buFont typeface="Arial" panose="020B0604020202020204" pitchFamily="34" charset="0"/>
                <a:buNone/>
                <a:defRPr sz="1800">
                  <a:solidFill>
                    <a:sysClr val="windowText" lastClr="000000">
                      <a:lumMod val="50000"/>
                      <a:lumOff val="50000"/>
                    </a:sysClr>
                  </a:solidFill>
                </a:defRPr>
              </a:lvl1pPr>
            </a:lstStyle>
            <a:p>
              <a:pPr marL="285750" indent="-285750">
                <a:buClr>
                  <a:srgbClr val="00B0F0"/>
                </a:buClr>
                <a:buFont typeface="Wingdings" panose="05000000000000000000" charset="0"/>
                <a:buChar char="u"/>
              </a:pPr>
              <a:r>
                <a:rPr lang="en-US" altLang="zh-CN" sz="1700" dirty="0">
                  <a:solidFill>
                    <a:schemeClr val="tx1"/>
                  </a:solidFill>
                  <a:latin typeface="Palatino Linotype" panose="02040502050505030304" charset="0"/>
                  <a:sym typeface="+mn-ea"/>
                </a:rPr>
                <a:t>Add a new section in program2.exe.</a:t>
              </a:r>
            </a:p>
            <a:p>
              <a:pPr marL="285750" indent="-285750">
                <a:buClr>
                  <a:srgbClr val="00B0F0"/>
                </a:buClr>
                <a:buFont typeface="Wingdings" panose="05000000000000000000" charset="0"/>
                <a:buChar char="u"/>
              </a:pPr>
              <a:r>
                <a:rPr lang="en-US" altLang="zh-CN" sz="1700" dirty="0">
                  <a:solidFill>
                    <a:schemeClr val="tx1"/>
                  </a:solidFill>
                  <a:latin typeface="Palatino Linotype" panose="02040502050505030304" charset="0"/>
                  <a:sym typeface="+mn-ea"/>
                </a:rPr>
                <a:t>Please pay attention to the area of red circle, if the section alignment is not 0x1000 we can not calculate as this.</a:t>
              </a:r>
            </a:p>
            <a:p>
              <a:pPr marL="285750" indent="-285750">
                <a:buClr>
                  <a:srgbClr val="00B0F0"/>
                </a:buClr>
                <a:buFont typeface="Wingdings" panose="05000000000000000000" charset="0"/>
                <a:buChar char="u"/>
              </a:pPr>
              <a:r>
                <a:rPr lang="en-US" altLang="zh-CN" sz="1700" dirty="0">
                  <a:solidFill>
                    <a:schemeClr val="tx1"/>
                  </a:solidFill>
                  <a:latin typeface="Palatino Linotype" panose="02040502050505030304" charset="0"/>
                  <a:sym typeface="+mn-ea"/>
                </a:rPr>
                <a:t>‘</a:t>
              </a:r>
              <a:r>
                <a:rPr lang="en-US" altLang="zh-CN" sz="1800" dirty="0">
                  <a:solidFill>
                    <a:srgbClr val="6F008A"/>
                  </a:solidFill>
                  <a:latin typeface="新宋体" panose="02010609030101010101" pitchFamily="49" charset="-122"/>
                  <a:ea typeface="新宋体" panose="02010609030101010101" pitchFamily="49" charset="-122"/>
                </a:rPr>
                <a:t>IMAGE_SCN_CNT_CODE</a:t>
              </a:r>
              <a:r>
                <a:rPr lang="en-US" altLang="zh-CN" sz="1700" dirty="0">
                  <a:solidFill>
                    <a:schemeClr val="tx1"/>
                  </a:solidFill>
                  <a:latin typeface="Palatino Linotype" panose="02040502050505030304" charset="0"/>
                  <a:sym typeface="+mn-ea"/>
                </a:rPr>
                <a:t>’  in this code is useless, because the new section we will stretch it to memory and execute it.</a:t>
              </a:r>
            </a:p>
            <a:p>
              <a:pPr marL="285750" indent="-285750">
                <a:buClr>
                  <a:srgbClr val="00B0F0"/>
                </a:buClr>
                <a:buFont typeface="Wingdings" panose="05000000000000000000" charset="0"/>
                <a:buChar char="u"/>
              </a:pPr>
              <a:endParaRPr lang="en-US" altLang="zh-CN" sz="1700" dirty="0">
                <a:solidFill>
                  <a:schemeClr val="tx1"/>
                </a:solidFill>
                <a:latin typeface="Palatino Linotype" panose="02040502050505030304" charset="0"/>
                <a:sym typeface="+mn-ea"/>
              </a:endParaRPr>
            </a:p>
            <a:p>
              <a:pPr marL="285750" indent="-285750">
                <a:buClr>
                  <a:srgbClr val="00B0F0"/>
                </a:buClr>
                <a:buFont typeface="Wingdings" panose="05000000000000000000" charset="0"/>
                <a:buChar char="u"/>
              </a:pPr>
              <a:endParaRPr lang="zh-CN" altLang="en-US" sz="1700" dirty="0">
                <a:solidFill>
                  <a:schemeClr val="tx1"/>
                </a:solidFill>
                <a:latin typeface="Palatino Linotype" panose="02040502050505030304" charset="0"/>
                <a:sym typeface="+mn-ea"/>
              </a:endParaRPr>
            </a:p>
          </p:txBody>
        </p:sp>
      </p:grpSp>
      <mc:AlternateContent xmlns:mc="http://schemas.openxmlformats.org/markup-compatibility/2006" xmlns:p14="http://schemas.microsoft.com/office/powerpoint/2010/main">
        <mc:Choice Requires="p14">
          <p:contentPart p14:bwMode="auto" r:id="rId6">
            <p14:nvContentPartPr>
              <p14:cNvPr id="6" name="墨迹 5">
                <a:extLst>
                  <a:ext uri="{FF2B5EF4-FFF2-40B4-BE49-F238E27FC236}">
                    <a16:creationId xmlns:a16="http://schemas.microsoft.com/office/drawing/2014/main" id="{6BEF6529-FE2C-8A66-2178-9DAB7DFC809D}"/>
                  </a:ext>
                </a:extLst>
              </p14:cNvPr>
              <p14:cNvContentPartPr/>
              <p14:nvPr/>
            </p14:nvContentPartPr>
            <p14:xfrm>
              <a:off x="2273198" y="1089863"/>
              <a:ext cx="360" cy="360"/>
            </p14:xfrm>
          </p:contentPart>
        </mc:Choice>
        <mc:Fallback xmlns="">
          <p:pic>
            <p:nvPicPr>
              <p:cNvPr id="6" name="墨迹 5">
                <a:extLst>
                  <a:ext uri="{FF2B5EF4-FFF2-40B4-BE49-F238E27FC236}">
                    <a16:creationId xmlns:a16="http://schemas.microsoft.com/office/drawing/2014/main" id="{6BEF6529-FE2C-8A66-2178-9DAB7DFC809D}"/>
                  </a:ext>
                </a:extLst>
              </p:cNvPr>
              <p:cNvPicPr/>
              <p:nvPr/>
            </p:nvPicPr>
            <p:blipFill>
              <a:blip r:embed="rId7"/>
              <a:stretch>
                <a:fillRect/>
              </a:stretch>
            </p:blipFill>
            <p:spPr>
              <a:xfrm>
                <a:off x="2267078" y="1083743"/>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8" name="墨迹 7">
                <a:extLst>
                  <a:ext uri="{FF2B5EF4-FFF2-40B4-BE49-F238E27FC236}">
                    <a16:creationId xmlns:a16="http://schemas.microsoft.com/office/drawing/2014/main" id="{995DDB28-87BC-64D8-7657-C464D1215A0C}"/>
                  </a:ext>
                </a:extLst>
              </p14:cNvPr>
              <p14:cNvContentPartPr/>
              <p14:nvPr/>
            </p14:nvContentPartPr>
            <p14:xfrm>
              <a:off x="1440158" y="3087863"/>
              <a:ext cx="360" cy="360"/>
            </p14:xfrm>
          </p:contentPart>
        </mc:Choice>
        <mc:Fallback xmlns="">
          <p:pic>
            <p:nvPicPr>
              <p:cNvPr id="8" name="墨迹 7">
                <a:extLst>
                  <a:ext uri="{FF2B5EF4-FFF2-40B4-BE49-F238E27FC236}">
                    <a16:creationId xmlns:a16="http://schemas.microsoft.com/office/drawing/2014/main" id="{995DDB28-87BC-64D8-7657-C464D1215A0C}"/>
                  </a:ext>
                </a:extLst>
              </p:cNvPr>
              <p:cNvPicPr/>
              <p:nvPr/>
            </p:nvPicPr>
            <p:blipFill>
              <a:blip r:embed="rId7"/>
              <a:stretch>
                <a:fillRect/>
              </a:stretch>
            </p:blipFill>
            <p:spPr>
              <a:xfrm>
                <a:off x="1434038" y="3081383"/>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0" name="墨迹 9">
                <a:extLst>
                  <a:ext uri="{FF2B5EF4-FFF2-40B4-BE49-F238E27FC236}">
                    <a16:creationId xmlns:a16="http://schemas.microsoft.com/office/drawing/2014/main" id="{04F52420-F51C-6766-A785-AC9E326029C6}"/>
                  </a:ext>
                </a:extLst>
              </p14:cNvPr>
              <p14:cNvContentPartPr/>
              <p14:nvPr/>
            </p14:nvContentPartPr>
            <p14:xfrm>
              <a:off x="5367250" y="4891463"/>
              <a:ext cx="360" cy="360"/>
            </p14:xfrm>
          </p:contentPart>
        </mc:Choice>
        <mc:Fallback xmlns="">
          <p:pic>
            <p:nvPicPr>
              <p:cNvPr id="10" name="墨迹 9">
                <a:extLst>
                  <a:ext uri="{FF2B5EF4-FFF2-40B4-BE49-F238E27FC236}">
                    <a16:creationId xmlns:a16="http://schemas.microsoft.com/office/drawing/2014/main" id="{04F52420-F51C-6766-A785-AC9E326029C6}"/>
                  </a:ext>
                </a:extLst>
              </p:cNvPr>
              <p:cNvPicPr/>
              <p:nvPr/>
            </p:nvPicPr>
            <p:blipFill>
              <a:blip r:embed="rId7"/>
              <a:stretch>
                <a:fillRect/>
              </a:stretch>
            </p:blipFill>
            <p:spPr>
              <a:xfrm>
                <a:off x="5361130" y="4885343"/>
                <a:ext cx="12600" cy="12600"/>
              </a:xfrm>
              <a:prstGeom prst="rect">
                <a:avLst/>
              </a:prstGeom>
            </p:spPr>
          </p:pic>
        </mc:Fallback>
      </mc:AlternateContent>
      <p:pic>
        <p:nvPicPr>
          <p:cNvPr id="4" name="图片 3">
            <a:extLst>
              <a:ext uri="{FF2B5EF4-FFF2-40B4-BE49-F238E27FC236}">
                <a16:creationId xmlns:a16="http://schemas.microsoft.com/office/drawing/2014/main" id="{CC89D78C-CBB7-EF7E-5EC7-1EF66EED70A1}"/>
              </a:ext>
            </a:extLst>
          </p:cNvPr>
          <p:cNvPicPr>
            <a:picLocks noChangeAspect="1"/>
          </p:cNvPicPr>
          <p:nvPr/>
        </p:nvPicPr>
        <p:blipFill>
          <a:blip r:embed="rId10"/>
          <a:stretch>
            <a:fillRect/>
          </a:stretch>
        </p:blipFill>
        <p:spPr>
          <a:xfrm>
            <a:off x="5520080" y="69289"/>
            <a:ext cx="6618144" cy="4762435"/>
          </a:xfrm>
          <a:prstGeom prst="rect">
            <a:avLst/>
          </a:prstGeom>
        </p:spPr>
      </p:pic>
      <mc:AlternateContent xmlns:mc="http://schemas.openxmlformats.org/markup-compatibility/2006" xmlns:p14="http://schemas.microsoft.com/office/powerpoint/2010/main">
        <mc:Choice Requires="p14">
          <p:contentPart p14:bwMode="auto" r:id="rId11">
            <p14:nvContentPartPr>
              <p14:cNvPr id="9" name="墨迹 8">
                <a:extLst>
                  <a:ext uri="{FF2B5EF4-FFF2-40B4-BE49-F238E27FC236}">
                    <a16:creationId xmlns:a16="http://schemas.microsoft.com/office/drawing/2014/main" id="{13A169E0-5DBF-A1F4-532C-FF087AD60F0B}"/>
                  </a:ext>
                </a:extLst>
              </p14:cNvPr>
              <p14:cNvContentPartPr/>
              <p14:nvPr/>
            </p14:nvContentPartPr>
            <p14:xfrm>
              <a:off x="8542238" y="2585663"/>
              <a:ext cx="3051000" cy="452520"/>
            </p14:xfrm>
          </p:contentPart>
        </mc:Choice>
        <mc:Fallback xmlns="">
          <p:pic>
            <p:nvPicPr>
              <p:cNvPr id="9" name="墨迹 8">
                <a:extLst>
                  <a:ext uri="{FF2B5EF4-FFF2-40B4-BE49-F238E27FC236}">
                    <a16:creationId xmlns:a16="http://schemas.microsoft.com/office/drawing/2014/main" id="{13A169E0-5DBF-A1F4-532C-FF087AD60F0B}"/>
                  </a:ext>
                </a:extLst>
              </p:cNvPr>
              <p:cNvPicPr/>
              <p:nvPr/>
            </p:nvPicPr>
            <p:blipFill>
              <a:blip r:embed="rId12"/>
              <a:stretch>
                <a:fillRect/>
              </a:stretch>
            </p:blipFill>
            <p:spPr>
              <a:xfrm>
                <a:off x="8536118" y="2579543"/>
                <a:ext cx="3063240" cy="464760"/>
              </a:xfrm>
              <a:prstGeom prst="rect">
                <a:avLst/>
              </a:prstGeom>
            </p:spPr>
          </p:pic>
        </mc:Fallback>
      </mc:AlternateContent>
      <p:grpSp>
        <p:nvGrpSpPr>
          <p:cNvPr id="15" name="组合 14">
            <a:extLst>
              <a:ext uri="{FF2B5EF4-FFF2-40B4-BE49-F238E27FC236}">
                <a16:creationId xmlns:a16="http://schemas.microsoft.com/office/drawing/2014/main" id="{FAF5057D-DEB2-73A7-5CCB-06DC06B8D7A5}"/>
              </a:ext>
            </a:extLst>
          </p:cNvPr>
          <p:cNvGrpSpPr/>
          <p:nvPr/>
        </p:nvGrpSpPr>
        <p:grpSpPr>
          <a:xfrm>
            <a:off x="9112478" y="1928663"/>
            <a:ext cx="2926440" cy="558720"/>
            <a:chOff x="9112478" y="1928663"/>
            <a:chExt cx="2926440" cy="558720"/>
          </a:xfrm>
        </p:grpSpPr>
        <mc:AlternateContent xmlns:mc="http://schemas.openxmlformats.org/markup-compatibility/2006" xmlns:p14="http://schemas.microsoft.com/office/powerpoint/2010/main">
          <mc:Choice Requires="p14">
            <p:contentPart p14:bwMode="auto" r:id="rId13">
              <p14:nvContentPartPr>
                <p14:cNvPr id="11" name="墨迹 10">
                  <a:extLst>
                    <a:ext uri="{FF2B5EF4-FFF2-40B4-BE49-F238E27FC236}">
                      <a16:creationId xmlns:a16="http://schemas.microsoft.com/office/drawing/2014/main" id="{3A4B3292-9DE2-6544-8FB9-274024888BE6}"/>
                    </a:ext>
                  </a:extLst>
                </p14:cNvPr>
                <p14:cNvContentPartPr/>
                <p14:nvPr/>
              </p14:nvContentPartPr>
              <p14:xfrm>
                <a:off x="9112478" y="1928663"/>
                <a:ext cx="2926440" cy="558720"/>
              </p14:xfrm>
            </p:contentPart>
          </mc:Choice>
          <mc:Fallback xmlns="">
            <p:pic>
              <p:nvPicPr>
                <p:cNvPr id="11" name="墨迹 10">
                  <a:extLst>
                    <a:ext uri="{FF2B5EF4-FFF2-40B4-BE49-F238E27FC236}">
                      <a16:creationId xmlns:a16="http://schemas.microsoft.com/office/drawing/2014/main" id="{3A4B3292-9DE2-6544-8FB9-274024888BE6}"/>
                    </a:ext>
                  </a:extLst>
                </p:cNvPr>
                <p:cNvPicPr/>
                <p:nvPr/>
              </p:nvPicPr>
              <p:blipFill>
                <a:blip r:embed="rId14"/>
                <a:stretch>
                  <a:fillRect/>
                </a:stretch>
              </p:blipFill>
              <p:spPr>
                <a:xfrm>
                  <a:off x="9106358" y="1922543"/>
                  <a:ext cx="2938680" cy="57096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2" name="墨迹 11">
                  <a:extLst>
                    <a:ext uri="{FF2B5EF4-FFF2-40B4-BE49-F238E27FC236}">
                      <a16:creationId xmlns:a16="http://schemas.microsoft.com/office/drawing/2014/main" id="{3A6E1CAB-8056-AA26-F58A-B8F6C38A3A86}"/>
                    </a:ext>
                  </a:extLst>
                </p14:cNvPr>
                <p14:cNvContentPartPr/>
                <p14:nvPr/>
              </p14:nvContentPartPr>
              <p14:xfrm>
                <a:off x="9112478" y="2124863"/>
                <a:ext cx="360" cy="29880"/>
              </p14:xfrm>
            </p:contentPart>
          </mc:Choice>
          <mc:Fallback xmlns="">
            <p:pic>
              <p:nvPicPr>
                <p:cNvPr id="12" name="墨迹 11">
                  <a:extLst>
                    <a:ext uri="{FF2B5EF4-FFF2-40B4-BE49-F238E27FC236}">
                      <a16:creationId xmlns:a16="http://schemas.microsoft.com/office/drawing/2014/main" id="{3A6E1CAB-8056-AA26-F58A-B8F6C38A3A86}"/>
                    </a:ext>
                  </a:extLst>
                </p:cNvPr>
                <p:cNvPicPr/>
                <p:nvPr/>
              </p:nvPicPr>
              <p:blipFill>
                <a:blip r:embed="rId16"/>
                <a:stretch>
                  <a:fillRect/>
                </a:stretch>
              </p:blipFill>
              <p:spPr>
                <a:xfrm>
                  <a:off x="9106358" y="2118743"/>
                  <a:ext cx="12600" cy="4212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3" name="墨迹 12">
                  <a:extLst>
                    <a:ext uri="{FF2B5EF4-FFF2-40B4-BE49-F238E27FC236}">
                      <a16:creationId xmlns:a16="http://schemas.microsoft.com/office/drawing/2014/main" id="{1535FA45-C534-DF18-9218-CD44AB4FADBE}"/>
                    </a:ext>
                  </a:extLst>
                </p14:cNvPr>
                <p14:cNvContentPartPr/>
                <p14:nvPr/>
              </p14:nvContentPartPr>
              <p14:xfrm>
                <a:off x="9112478" y="2110463"/>
                <a:ext cx="43200" cy="360"/>
              </p14:xfrm>
            </p:contentPart>
          </mc:Choice>
          <mc:Fallback xmlns="">
            <p:pic>
              <p:nvPicPr>
                <p:cNvPr id="13" name="墨迹 12">
                  <a:extLst>
                    <a:ext uri="{FF2B5EF4-FFF2-40B4-BE49-F238E27FC236}">
                      <a16:creationId xmlns:a16="http://schemas.microsoft.com/office/drawing/2014/main" id="{1535FA45-C534-DF18-9218-CD44AB4FADBE}"/>
                    </a:ext>
                  </a:extLst>
                </p:cNvPr>
                <p:cNvPicPr/>
                <p:nvPr/>
              </p:nvPicPr>
              <p:blipFill>
                <a:blip r:embed="rId18"/>
                <a:stretch>
                  <a:fillRect/>
                </a:stretch>
              </p:blipFill>
              <p:spPr>
                <a:xfrm>
                  <a:off x="9106358" y="2104343"/>
                  <a:ext cx="5544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4" name="墨迹 13">
                  <a:extLst>
                    <a:ext uri="{FF2B5EF4-FFF2-40B4-BE49-F238E27FC236}">
                      <a16:creationId xmlns:a16="http://schemas.microsoft.com/office/drawing/2014/main" id="{A9A37D2F-B952-E14C-8669-ED6EA4E414CD}"/>
                    </a:ext>
                  </a:extLst>
                </p14:cNvPr>
                <p14:cNvContentPartPr/>
                <p14:nvPr/>
              </p14:nvContentPartPr>
              <p14:xfrm>
                <a:off x="9131558" y="2091743"/>
                <a:ext cx="11520" cy="6480"/>
              </p14:xfrm>
            </p:contentPart>
          </mc:Choice>
          <mc:Fallback xmlns="">
            <p:pic>
              <p:nvPicPr>
                <p:cNvPr id="14" name="墨迹 13">
                  <a:extLst>
                    <a:ext uri="{FF2B5EF4-FFF2-40B4-BE49-F238E27FC236}">
                      <a16:creationId xmlns:a16="http://schemas.microsoft.com/office/drawing/2014/main" id="{A9A37D2F-B952-E14C-8669-ED6EA4E414CD}"/>
                    </a:ext>
                  </a:extLst>
                </p:cNvPr>
                <p:cNvPicPr/>
                <p:nvPr/>
              </p:nvPicPr>
              <p:blipFill>
                <a:blip r:embed="rId20"/>
                <a:stretch>
                  <a:fillRect/>
                </a:stretch>
              </p:blipFill>
              <p:spPr>
                <a:xfrm>
                  <a:off x="9125438" y="2085623"/>
                  <a:ext cx="23760" cy="18720"/>
                </a:xfrm>
                <a:prstGeom prst="rect">
                  <a:avLst/>
                </a:prstGeom>
              </p:spPr>
            </p:pic>
          </mc:Fallback>
        </mc:AlternateContent>
      </p:grpSp>
      <p:graphicFrame>
        <p:nvGraphicFramePr>
          <p:cNvPr id="3" name="对象 2">
            <a:extLst>
              <a:ext uri="{FF2B5EF4-FFF2-40B4-BE49-F238E27FC236}">
                <a16:creationId xmlns:a16="http://schemas.microsoft.com/office/drawing/2014/main" id="{71B37327-7B81-7E1A-C280-DE8592E61827}"/>
              </a:ext>
            </a:extLst>
          </p:cNvPr>
          <p:cNvGraphicFramePr>
            <a:graphicFrameLocks noChangeAspect="1"/>
          </p:cNvGraphicFramePr>
          <p:nvPr>
            <p:extLst>
              <p:ext uri="{D42A27DB-BD31-4B8C-83A1-F6EECF244321}">
                <p14:modId xmlns:p14="http://schemas.microsoft.com/office/powerpoint/2010/main" val="797289379"/>
              </p:ext>
            </p:extLst>
          </p:nvPr>
        </p:nvGraphicFramePr>
        <p:xfrm>
          <a:off x="98425" y="98425"/>
          <a:ext cx="747713" cy="460375"/>
        </p:xfrm>
        <a:graphic>
          <a:graphicData uri="http://schemas.openxmlformats.org/presentationml/2006/ole">
            <mc:AlternateContent xmlns:mc="http://schemas.openxmlformats.org/markup-compatibility/2006">
              <mc:Choice xmlns:v="urn:schemas-microsoft-com:vml" Requires="v">
                <p:oleObj name="包装程序外壳对象" showAsIcon="1" r:id="rId21" imgW="748440" imgH="460080" progId="Package">
                  <p:embed/>
                </p:oleObj>
              </mc:Choice>
              <mc:Fallback>
                <p:oleObj name="包装程序外壳对象" showAsIcon="1" r:id="rId21" imgW="748440" imgH="460080" progId="Package">
                  <p:embed/>
                  <p:pic>
                    <p:nvPicPr>
                      <p:cNvPr id="0" name=""/>
                      <p:cNvPicPr/>
                      <p:nvPr/>
                    </p:nvPicPr>
                    <p:blipFill>
                      <a:blip r:embed="rId22"/>
                      <a:stretch>
                        <a:fillRect/>
                      </a:stretch>
                    </p:blipFill>
                    <p:spPr>
                      <a:xfrm>
                        <a:off x="98425" y="98425"/>
                        <a:ext cx="747713" cy="460375"/>
                      </a:xfrm>
                      <a:prstGeom prst="rect">
                        <a:avLst/>
                      </a:prstGeom>
                    </p:spPr>
                  </p:pic>
                </p:oleObj>
              </mc:Fallback>
            </mc:AlternateContent>
          </a:graphicData>
        </a:graphic>
      </p:graphicFrame>
      <p:sp>
        <p:nvSpPr>
          <p:cNvPr id="5" name="文本框 4">
            <a:extLst>
              <a:ext uri="{FF2B5EF4-FFF2-40B4-BE49-F238E27FC236}">
                <a16:creationId xmlns:a16="http://schemas.microsoft.com/office/drawing/2014/main" id="{471C449B-2261-1136-C367-825077A22611}"/>
              </a:ext>
            </a:extLst>
          </p:cNvPr>
          <p:cNvSpPr txBox="1"/>
          <p:nvPr>
            <p:custDataLst>
              <p:tags r:id="rId1"/>
            </p:custDataLst>
          </p:nvPr>
        </p:nvSpPr>
        <p:spPr>
          <a:xfrm>
            <a:off x="431825" y="1218474"/>
            <a:ext cx="3114040" cy="497136"/>
          </a:xfrm>
          <a:prstGeom prst="rect">
            <a:avLst/>
          </a:prstGeom>
          <a:noFill/>
        </p:spPr>
        <p:txBody>
          <a:bodyPr wrap="square" lIns="90000" tIns="46800" rIns="90000" bIns="46800" rtlCol="0" anchor="ctr" anchorCtr="0"/>
          <a:lstStyle/>
          <a:p>
            <a:r>
              <a:rPr lang="en-US" altLang="zh-CN" b="1" dirty="0">
                <a:solidFill>
                  <a:srgbClr val="00B0F0"/>
                </a:solidFill>
                <a:latin typeface="Palatino Linotype" panose="02040502050505030304" charset="0"/>
                <a:ea typeface="+mn-ea"/>
                <a:cs typeface="Palatino Linotype" panose="02040502050505030304" charset="0"/>
              </a:rPr>
              <a:t>1.3 Code of program3.exe</a:t>
            </a:r>
          </a:p>
        </p:txBody>
      </p:sp>
    </p:spTree>
    <p:extLst>
      <p:ext uri="{BB962C8B-B14F-4D97-AF65-F5344CB8AC3E}">
        <p14:creationId xmlns:p14="http://schemas.microsoft.com/office/powerpoint/2010/main" val="215927679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973454" y="97155"/>
            <a:ext cx="6121029" cy="719621"/>
          </a:xfrm>
          <a:prstGeom prst="rect">
            <a:avLst/>
          </a:prstGeom>
          <a:noFill/>
        </p:spPr>
        <p:txBody>
          <a:bodyPr wrap="square" rtlCol="0">
            <a:spAutoFit/>
          </a:bodyPr>
          <a:lstStyle/>
          <a:p>
            <a:pPr>
              <a:lnSpc>
                <a:spcPct val="130000"/>
              </a:lnSpc>
              <a:spcBef>
                <a:spcPts val="600"/>
              </a:spcBef>
            </a:pPr>
            <a:r>
              <a:rPr lang="en-US" sz="3500" b="1" dirty="0">
                <a:solidFill>
                  <a:srgbClr val="005CA2"/>
                </a:solidFill>
                <a:latin typeface="Arial" panose="020B0604020202020204" pitchFamily="34" charset="0"/>
                <a:cs typeface="Arial" panose="020B0604020202020204" pitchFamily="34" charset="0"/>
                <a:sym typeface="+mn-lt"/>
              </a:rPr>
              <a:t>3 </a:t>
            </a:r>
            <a:r>
              <a:rPr lang="en-US" altLang="zh-CN" sz="3500" b="1" dirty="0">
                <a:solidFill>
                  <a:srgbClr val="005CA2"/>
                </a:solidFill>
                <a:latin typeface="Arial" panose="020B0604020202020204" pitchFamily="34" charset="0"/>
                <a:cs typeface="Arial" panose="020B0604020202020204" pitchFamily="34" charset="0"/>
                <a:sym typeface="+mn-lt"/>
              </a:rPr>
              <a:t>Project3</a:t>
            </a:r>
            <a:endParaRPr sz="3500" b="1" dirty="0">
              <a:solidFill>
                <a:srgbClr val="005CA2"/>
              </a:solidFill>
              <a:latin typeface="Arial" panose="020B0604020202020204" pitchFamily="34" charset="0"/>
              <a:cs typeface="Arial" panose="020B0604020202020204" pitchFamily="34" charset="0"/>
              <a:sym typeface="+mn-lt"/>
            </a:endParaRPr>
          </a:p>
        </p:txBody>
      </p:sp>
      <p:grpSp>
        <p:nvGrpSpPr>
          <p:cNvPr id="16" name="组合 15"/>
          <p:cNvGrpSpPr/>
          <p:nvPr/>
        </p:nvGrpSpPr>
        <p:grpSpPr>
          <a:xfrm>
            <a:off x="293769" y="1715610"/>
            <a:ext cx="5245100" cy="3690132"/>
            <a:chOff x="592" y="2401"/>
            <a:chExt cx="8260" cy="2482"/>
          </a:xfrm>
        </p:grpSpPr>
        <p:sp>
          <p:nvSpPr>
            <p:cNvPr id="225" name="Line 24"/>
            <p:cNvSpPr>
              <a:spLocks noChangeShapeType="1"/>
            </p:cNvSpPr>
            <p:nvPr>
              <p:custDataLst>
                <p:tags r:id="rId2"/>
              </p:custDataLst>
            </p:nvPr>
          </p:nvSpPr>
          <p:spPr bwMode="auto">
            <a:xfrm>
              <a:off x="839" y="3863"/>
              <a:ext cx="8013" cy="0"/>
            </a:xfrm>
            <a:prstGeom prst="line">
              <a:avLst/>
            </a:prstGeom>
            <a:noFill/>
            <a:ln w="6350">
              <a:solidFill>
                <a:srgbClr val="00B0F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EEECE1"/>
                    </a:outerShdw>
                  </a:effectLst>
                </a14:hiddenEffects>
              </a:ext>
            </a:extLst>
          </p:spPr>
          <p:txBody>
            <a:bodyPr wrap="square" lIns="90000" tIns="46800" rIns="90000" bIns="46800" anchor="ctr" anchorCtr="0">
              <a:normAutofit fontScale="25000" lnSpcReduction="20000"/>
            </a:bodyPr>
            <a:lstStyle/>
            <a:p>
              <a:endParaRPr lang="zh-CN" altLang="en-US" sz="1690">
                <a:solidFill>
                  <a:sysClr val="windowText" lastClr="000000">
                    <a:lumMod val="50000"/>
                    <a:lumOff val="50000"/>
                  </a:sysClr>
                </a:solidFill>
              </a:endParaRPr>
            </a:p>
          </p:txBody>
        </p:sp>
        <p:sp>
          <p:nvSpPr>
            <p:cNvPr id="238" name="文本框 237"/>
            <p:cNvSpPr txBox="1"/>
            <p:nvPr>
              <p:custDataLst>
                <p:tags r:id="rId3"/>
              </p:custDataLst>
            </p:nvPr>
          </p:nvSpPr>
          <p:spPr>
            <a:xfrm>
              <a:off x="592" y="2401"/>
              <a:ext cx="8083" cy="2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nchorCtr="0">
              <a:noAutofit/>
            </a:bodyPr>
            <a:lstStyle>
              <a:defPPr>
                <a:defRPr lang="zh-CN"/>
              </a:defPPr>
              <a:lvl1pPr>
                <a:lnSpc>
                  <a:spcPct val="120000"/>
                </a:lnSpc>
                <a:buFont typeface="Arial" panose="020B0604020202020204" pitchFamily="34" charset="0"/>
                <a:buNone/>
                <a:defRPr sz="1800">
                  <a:solidFill>
                    <a:sysClr val="windowText" lastClr="000000">
                      <a:lumMod val="50000"/>
                      <a:lumOff val="50000"/>
                    </a:sysClr>
                  </a:solidFill>
                </a:defRPr>
              </a:lvl1pPr>
            </a:lstStyle>
            <a:p>
              <a:pPr marL="285750" indent="-285750">
                <a:buClr>
                  <a:srgbClr val="00B0F0"/>
                </a:buClr>
                <a:buFont typeface="Wingdings" panose="05000000000000000000" charset="0"/>
                <a:buChar char="u"/>
              </a:pPr>
              <a:r>
                <a:rPr lang="en-US" altLang="zh-CN" sz="1700" dirty="0">
                  <a:solidFill>
                    <a:schemeClr val="tx1"/>
                  </a:solidFill>
                  <a:latin typeface="Palatino Linotype" panose="02040502050505030304" charset="0"/>
                  <a:sym typeface="+mn-ea"/>
                </a:rPr>
                <a:t>The code of program2.exe is the most difficult part in project3.</a:t>
              </a:r>
            </a:p>
            <a:p>
              <a:pPr marL="285750" indent="-285750">
                <a:buClr>
                  <a:srgbClr val="00B0F0"/>
                </a:buClr>
                <a:buFont typeface="Wingdings" panose="05000000000000000000" charset="0"/>
                <a:buChar char="u"/>
              </a:pPr>
              <a:r>
                <a:rPr lang="en-US" altLang="zh-CN" sz="1700" dirty="0">
                  <a:solidFill>
                    <a:schemeClr val="tx1"/>
                  </a:solidFill>
                  <a:latin typeface="Palatino Linotype" panose="02040502050505030304" charset="0"/>
                  <a:sym typeface="+mn-ea"/>
                </a:rPr>
                <a:t>I have mentioned the function `RVATOFOA32` and how to parse the relocation table so it is easy to know how to repair the relocation table “</a:t>
              </a:r>
              <a:r>
                <a:rPr lang="en-US" altLang="zh-CN" sz="1700" dirty="0" err="1">
                  <a:solidFill>
                    <a:schemeClr val="tx1"/>
                  </a:solidFill>
                  <a:latin typeface="Palatino Linotype" panose="02040502050505030304" charset="0"/>
                  <a:sym typeface="+mn-ea"/>
                </a:rPr>
                <a:t>addr</a:t>
              </a:r>
              <a:r>
                <a:rPr lang="en-US" altLang="zh-CN" sz="1700" dirty="0">
                  <a:solidFill>
                    <a:schemeClr val="tx1"/>
                  </a:solidFill>
                  <a:latin typeface="Palatino Linotype" panose="02040502050505030304" charset="0"/>
                  <a:sym typeface="+mn-ea"/>
                </a:rPr>
                <a:t> + </a:t>
              </a:r>
              <a:r>
                <a:rPr lang="en-US" altLang="zh-CN" sz="1700" dirty="0" err="1">
                  <a:solidFill>
                    <a:schemeClr val="tx1"/>
                  </a:solidFill>
                  <a:latin typeface="Palatino Linotype" panose="02040502050505030304" charset="0"/>
                  <a:sym typeface="+mn-ea"/>
                </a:rPr>
                <a:t>newimagebase</a:t>
              </a:r>
              <a:r>
                <a:rPr lang="en-US" altLang="zh-CN" sz="1700" dirty="0">
                  <a:solidFill>
                    <a:schemeClr val="tx1"/>
                  </a:solidFill>
                  <a:latin typeface="Palatino Linotype" panose="02040502050505030304" charset="0"/>
                  <a:sym typeface="+mn-ea"/>
                </a:rPr>
                <a:t> - </a:t>
              </a:r>
              <a:r>
                <a:rPr lang="en-US" altLang="zh-CN" sz="1700" dirty="0" err="1">
                  <a:solidFill>
                    <a:schemeClr val="tx1"/>
                  </a:solidFill>
                  <a:latin typeface="Palatino Linotype" panose="02040502050505030304" charset="0"/>
                  <a:sym typeface="+mn-ea"/>
                </a:rPr>
                <a:t>oldimagebase</a:t>
              </a:r>
              <a:r>
                <a:rPr lang="en-US" altLang="zh-CN" sz="1700" dirty="0">
                  <a:solidFill>
                    <a:schemeClr val="tx1"/>
                  </a:solidFill>
                  <a:latin typeface="Palatino Linotype" panose="02040502050505030304" charset="0"/>
                  <a:sym typeface="+mn-ea"/>
                </a:rPr>
                <a:t>”.</a:t>
              </a:r>
            </a:p>
            <a:p>
              <a:pPr marL="285750" indent="-285750">
                <a:buClr>
                  <a:srgbClr val="00B0F0"/>
                </a:buClr>
                <a:buFont typeface="Wingdings" panose="05000000000000000000" charset="0"/>
                <a:buChar char="u"/>
              </a:pPr>
              <a:r>
                <a:rPr lang="en-US" altLang="zh-CN" sz="1700" dirty="0">
                  <a:solidFill>
                    <a:schemeClr val="tx1"/>
                  </a:solidFill>
                  <a:latin typeface="Palatino Linotype" panose="02040502050505030304" charset="0"/>
                  <a:sym typeface="+mn-ea"/>
                </a:rPr>
                <a:t>I notice if the address in relocation table can be repaired then the high 4 bits may be “00</a:t>
              </a:r>
              <a:r>
                <a:rPr lang="en-US" altLang="zh-CN" sz="1700" dirty="0">
                  <a:solidFill>
                    <a:srgbClr val="FF0000"/>
                  </a:solidFill>
                  <a:latin typeface="Palatino Linotype" panose="02040502050505030304" charset="0"/>
                  <a:sym typeface="+mn-ea"/>
                </a:rPr>
                <a:t>1</a:t>
              </a:r>
              <a:r>
                <a:rPr lang="en-US" altLang="zh-CN" sz="1700" dirty="0">
                  <a:solidFill>
                    <a:schemeClr val="tx1"/>
                  </a:solidFill>
                  <a:latin typeface="Palatino Linotype" panose="02040502050505030304" charset="0"/>
                  <a:sym typeface="+mn-ea"/>
                </a:rPr>
                <a:t>1” or “10</a:t>
              </a:r>
              <a:r>
                <a:rPr lang="en-US" altLang="zh-CN" sz="1700" dirty="0">
                  <a:solidFill>
                    <a:srgbClr val="FF0000"/>
                  </a:solidFill>
                  <a:latin typeface="Palatino Linotype" panose="02040502050505030304" charset="0"/>
                  <a:sym typeface="+mn-ea"/>
                </a:rPr>
                <a:t>1</a:t>
              </a:r>
              <a:r>
                <a:rPr lang="en-US" altLang="zh-CN" sz="1700" dirty="0">
                  <a:solidFill>
                    <a:schemeClr val="tx1"/>
                  </a:solidFill>
                  <a:latin typeface="Palatino Linotype" panose="02040502050505030304" charset="0"/>
                  <a:sym typeface="+mn-ea"/>
                </a:rPr>
                <a:t>0” so  I do this in the red circle to judge if the address can be repaired.</a:t>
              </a:r>
            </a:p>
            <a:p>
              <a:pPr marL="285750" indent="-285750">
                <a:buClr>
                  <a:srgbClr val="00B0F0"/>
                </a:buClr>
                <a:buFont typeface="Wingdings" panose="05000000000000000000" charset="0"/>
                <a:buChar char="u"/>
              </a:pPr>
              <a:endParaRPr lang="en-US" altLang="zh-CN" sz="1700" dirty="0">
                <a:solidFill>
                  <a:schemeClr val="tx1"/>
                </a:solidFill>
                <a:latin typeface="Palatino Linotype" panose="02040502050505030304" charset="0"/>
                <a:sym typeface="+mn-ea"/>
              </a:endParaRPr>
            </a:p>
            <a:p>
              <a:pPr marL="285750" indent="-285750">
                <a:buClr>
                  <a:srgbClr val="00B0F0"/>
                </a:buClr>
                <a:buFont typeface="Wingdings" panose="05000000000000000000" charset="0"/>
                <a:buChar char="u"/>
              </a:pPr>
              <a:endParaRPr lang="zh-CN" altLang="en-US" sz="1700" dirty="0">
                <a:solidFill>
                  <a:schemeClr val="tx1"/>
                </a:solidFill>
                <a:latin typeface="Palatino Linotype" panose="02040502050505030304" charset="0"/>
                <a:sym typeface="+mn-ea"/>
              </a:endParaRPr>
            </a:p>
          </p:txBody>
        </p:sp>
      </p:grpSp>
      <p:pic>
        <p:nvPicPr>
          <p:cNvPr id="4" name="图片 3">
            <a:extLst>
              <a:ext uri="{FF2B5EF4-FFF2-40B4-BE49-F238E27FC236}">
                <a16:creationId xmlns:a16="http://schemas.microsoft.com/office/drawing/2014/main" id="{9691EE40-3413-FDB5-35F4-FE3A5CA689F8}"/>
              </a:ext>
            </a:extLst>
          </p:cNvPr>
          <p:cNvPicPr>
            <a:picLocks noChangeAspect="1"/>
          </p:cNvPicPr>
          <p:nvPr/>
        </p:nvPicPr>
        <p:blipFill>
          <a:blip r:embed="rId6"/>
          <a:stretch>
            <a:fillRect/>
          </a:stretch>
        </p:blipFill>
        <p:spPr>
          <a:xfrm>
            <a:off x="5676925" y="990317"/>
            <a:ext cx="6627470" cy="3149535"/>
          </a:xfrm>
          <a:prstGeom prst="rect">
            <a:avLst/>
          </a:prstGeom>
        </p:spPr>
      </p:pic>
      <mc:AlternateContent xmlns:mc="http://schemas.openxmlformats.org/markup-compatibility/2006" xmlns:p14="http://schemas.microsoft.com/office/powerpoint/2010/main">
        <mc:Choice Requires="p14">
          <p:contentPart p14:bwMode="auto" r:id="rId7">
            <p14:nvContentPartPr>
              <p14:cNvPr id="6" name="墨迹 5">
                <a:extLst>
                  <a:ext uri="{FF2B5EF4-FFF2-40B4-BE49-F238E27FC236}">
                    <a16:creationId xmlns:a16="http://schemas.microsoft.com/office/drawing/2014/main" id="{6BEF6529-FE2C-8A66-2178-9DAB7DFC809D}"/>
                  </a:ext>
                </a:extLst>
              </p14:cNvPr>
              <p14:cNvContentPartPr/>
              <p14:nvPr/>
            </p14:nvContentPartPr>
            <p14:xfrm>
              <a:off x="2273198" y="1089863"/>
              <a:ext cx="360" cy="360"/>
            </p14:xfrm>
          </p:contentPart>
        </mc:Choice>
        <mc:Fallback xmlns="">
          <p:pic>
            <p:nvPicPr>
              <p:cNvPr id="6" name="墨迹 5">
                <a:extLst>
                  <a:ext uri="{FF2B5EF4-FFF2-40B4-BE49-F238E27FC236}">
                    <a16:creationId xmlns:a16="http://schemas.microsoft.com/office/drawing/2014/main" id="{6BEF6529-FE2C-8A66-2178-9DAB7DFC809D}"/>
                  </a:ext>
                </a:extLst>
              </p:cNvPr>
              <p:cNvPicPr/>
              <p:nvPr/>
            </p:nvPicPr>
            <p:blipFill>
              <a:blip r:embed="rId8"/>
              <a:stretch>
                <a:fillRect/>
              </a:stretch>
            </p:blipFill>
            <p:spPr>
              <a:xfrm>
                <a:off x="2267078" y="1083743"/>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8" name="墨迹 7">
                <a:extLst>
                  <a:ext uri="{FF2B5EF4-FFF2-40B4-BE49-F238E27FC236}">
                    <a16:creationId xmlns:a16="http://schemas.microsoft.com/office/drawing/2014/main" id="{995DDB28-87BC-64D8-7657-C464D1215A0C}"/>
                  </a:ext>
                </a:extLst>
              </p14:cNvPr>
              <p14:cNvContentPartPr/>
              <p14:nvPr/>
            </p14:nvContentPartPr>
            <p14:xfrm>
              <a:off x="1440158" y="3087863"/>
              <a:ext cx="360" cy="360"/>
            </p14:xfrm>
          </p:contentPart>
        </mc:Choice>
        <mc:Fallback xmlns="">
          <p:pic>
            <p:nvPicPr>
              <p:cNvPr id="8" name="墨迹 7">
                <a:extLst>
                  <a:ext uri="{FF2B5EF4-FFF2-40B4-BE49-F238E27FC236}">
                    <a16:creationId xmlns:a16="http://schemas.microsoft.com/office/drawing/2014/main" id="{995DDB28-87BC-64D8-7657-C464D1215A0C}"/>
                  </a:ext>
                </a:extLst>
              </p:cNvPr>
              <p:cNvPicPr/>
              <p:nvPr/>
            </p:nvPicPr>
            <p:blipFill>
              <a:blip r:embed="rId8"/>
              <a:stretch>
                <a:fillRect/>
              </a:stretch>
            </p:blipFill>
            <p:spPr>
              <a:xfrm>
                <a:off x="1434038" y="3081383"/>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9" name="墨迹 8">
                <a:extLst>
                  <a:ext uri="{FF2B5EF4-FFF2-40B4-BE49-F238E27FC236}">
                    <a16:creationId xmlns:a16="http://schemas.microsoft.com/office/drawing/2014/main" id="{F7BBF707-BA57-52A0-FF3F-C9B54C7C9F12}"/>
                  </a:ext>
                </a:extLst>
              </p14:cNvPr>
              <p14:cNvContentPartPr/>
              <p14:nvPr/>
            </p14:nvContentPartPr>
            <p14:xfrm>
              <a:off x="5922957" y="2565084"/>
              <a:ext cx="1337400" cy="258480"/>
            </p14:xfrm>
          </p:contentPart>
        </mc:Choice>
        <mc:Fallback xmlns="">
          <p:pic>
            <p:nvPicPr>
              <p:cNvPr id="9" name="墨迹 8">
                <a:extLst>
                  <a:ext uri="{FF2B5EF4-FFF2-40B4-BE49-F238E27FC236}">
                    <a16:creationId xmlns:a16="http://schemas.microsoft.com/office/drawing/2014/main" id="{F7BBF707-BA57-52A0-FF3F-C9B54C7C9F12}"/>
                  </a:ext>
                </a:extLst>
              </p:cNvPr>
              <p:cNvPicPr/>
              <p:nvPr/>
            </p:nvPicPr>
            <p:blipFill>
              <a:blip r:embed="rId11"/>
              <a:stretch>
                <a:fillRect/>
              </a:stretch>
            </p:blipFill>
            <p:spPr>
              <a:xfrm>
                <a:off x="5916837" y="2558964"/>
                <a:ext cx="1349640" cy="27072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0" name="墨迹 9">
                <a:extLst>
                  <a:ext uri="{FF2B5EF4-FFF2-40B4-BE49-F238E27FC236}">
                    <a16:creationId xmlns:a16="http://schemas.microsoft.com/office/drawing/2014/main" id="{04F52420-F51C-6766-A785-AC9E326029C6}"/>
                  </a:ext>
                </a:extLst>
              </p14:cNvPr>
              <p14:cNvContentPartPr/>
              <p14:nvPr/>
            </p14:nvContentPartPr>
            <p14:xfrm>
              <a:off x="5367250" y="4891463"/>
              <a:ext cx="360" cy="360"/>
            </p14:xfrm>
          </p:contentPart>
        </mc:Choice>
        <mc:Fallback xmlns="">
          <p:pic>
            <p:nvPicPr>
              <p:cNvPr id="10" name="墨迹 9">
                <a:extLst>
                  <a:ext uri="{FF2B5EF4-FFF2-40B4-BE49-F238E27FC236}">
                    <a16:creationId xmlns:a16="http://schemas.microsoft.com/office/drawing/2014/main" id="{04F52420-F51C-6766-A785-AC9E326029C6}"/>
                  </a:ext>
                </a:extLst>
              </p:cNvPr>
              <p:cNvPicPr/>
              <p:nvPr/>
            </p:nvPicPr>
            <p:blipFill>
              <a:blip r:embed="rId8"/>
              <a:stretch>
                <a:fillRect/>
              </a:stretch>
            </p:blipFill>
            <p:spPr>
              <a:xfrm>
                <a:off x="5361130" y="4885343"/>
                <a:ext cx="12600" cy="12600"/>
              </a:xfrm>
              <a:prstGeom prst="rect">
                <a:avLst/>
              </a:prstGeom>
            </p:spPr>
          </p:pic>
        </mc:Fallback>
      </mc:AlternateContent>
      <p:sp>
        <p:nvSpPr>
          <p:cNvPr id="3" name="文本框 2">
            <a:extLst>
              <a:ext uri="{FF2B5EF4-FFF2-40B4-BE49-F238E27FC236}">
                <a16:creationId xmlns:a16="http://schemas.microsoft.com/office/drawing/2014/main" id="{A8DF3273-0F1C-2AD2-F121-C63C3E8B8819}"/>
              </a:ext>
            </a:extLst>
          </p:cNvPr>
          <p:cNvSpPr txBox="1"/>
          <p:nvPr>
            <p:custDataLst>
              <p:tags r:id="rId1"/>
            </p:custDataLst>
          </p:nvPr>
        </p:nvSpPr>
        <p:spPr>
          <a:xfrm>
            <a:off x="431825" y="1218474"/>
            <a:ext cx="3114040" cy="497136"/>
          </a:xfrm>
          <a:prstGeom prst="rect">
            <a:avLst/>
          </a:prstGeom>
          <a:noFill/>
        </p:spPr>
        <p:txBody>
          <a:bodyPr wrap="square" lIns="90000" tIns="46800" rIns="90000" bIns="46800" rtlCol="0" anchor="ctr" anchorCtr="0"/>
          <a:lstStyle/>
          <a:p>
            <a:r>
              <a:rPr lang="en-US" altLang="zh-CN" b="1" dirty="0">
                <a:solidFill>
                  <a:srgbClr val="00B0F0"/>
                </a:solidFill>
                <a:latin typeface="Palatino Linotype" panose="02040502050505030304" charset="0"/>
                <a:ea typeface="+mn-ea"/>
                <a:cs typeface="Palatino Linotype" panose="02040502050505030304" charset="0"/>
              </a:rPr>
              <a:t>1.3 Code of program2.exe</a:t>
            </a:r>
          </a:p>
        </p:txBody>
      </p:sp>
    </p:spTree>
    <p:extLst>
      <p:ext uri="{BB962C8B-B14F-4D97-AF65-F5344CB8AC3E}">
        <p14:creationId xmlns:p14="http://schemas.microsoft.com/office/powerpoint/2010/main" val="58278965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973454" y="97155"/>
            <a:ext cx="6121029" cy="719621"/>
          </a:xfrm>
          <a:prstGeom prst="rect">
            <a:avLst/>
          </a:prstGeom>
          <a:noFill/>
        </p:spPr>
        <p:txBody>
          <a:bodyPr wrap="square" rtlCol="0">
            <a:spAutoFit/>
          </a:bodyPr>
          <a:lstStyle/>
          <a:p>
            <a:pPr>
              <a:lnSpc>
                <a:spcPct val="130000"/>
              </a:lnSpc>
              <a:spcBef>
                <a:spcPts val="600"/>
              </a:spcBef>
            </a:pPr>
            <a:r>
              <a:rPr lang="en-US" sz="3500" b="1" dirty="0">
                <a:solidFill>
                  <a:srgbClr val="005CA2"/>
                </a:solidFill>
                <a:latin typeface="Arial" panose="020B0604020202020204" pitchFamily="34" charset="0"/>
                <a:cs typeface="Arial" panose="020B0604020202020204" pitchFamily="34" charset="0"/>
                <a:sym typeface="+mn-lt"/>
              </a:rPr>
              <a:t>3 </a:t>
            </a:r>
            <a:r>
              <a:rPr lang="en-US" altLang="zh-CN" sz="3500" b="1" dirty="0">
                <a:solidFill>
                  <a:srgbClr val="005CA2"/>
                </a:solidFill>
                <a:latin typeface="Arial" panose="020B0604020202020204" pitchFamily="34" charset="0"/>
                <a:cs typeface="Arial" panose="020B0604020202020204" pitchFamily="34" charset="0"/>
                <a:sym typeface="+mn-lt"/>
              </a:rPr>
              <a:t>Project3</a:t>
            </a:r>
            <a:endParaRPr sz="3500" b="1" dirty="0">
              <a:solidFill>
                <a:srgbClr val="005CA2"/>
              </a:solidFill>
              <a:latin typeface="Arial" panose="020B0604020202020204" pitchFamily="34" charset="0"/>
              <a:cs typeface="Arial" panose="020B0604020202020204" pitchFamily="34" charset="0"/>
              <a:sym typeface="+mn-lt"/>
            </a:endParaRPr>
          </a:p>
        </p:txBody>
      </p:sp>
      <p:grpSp>
        <p:nvGrpSpPr>
          <p:cNvPr id="16" name="组合 15"/>
          <p:cNvGrpSpPr/>
          <p:nvPr/>
        </p:nvGrpSpPr>
        <p:grpSpPr>
          <a:xfrm>
            <a:off x="293769" y="1715610"/>
            <a:ext cx="5245100" cy="3690132"/>
            <a:chOff x="592" y="2401"/>
            <a:chExt cx="8260" cy="2482"/>
          </a:xfrm>
        </p:grpSpPr>
        <p:sp>
          <p:nvSpPr>
            <p:cNvPr id="225" name="Line 24"/>
            <p:cNvSpPr>
              <a:spLocks noChangeShapeType="1"/>
            </p:cNvSpPr>
            <p:nvPr>
              <p:custDataLst>
                <p:tags r:id="rId2"/>
              </p:custDataLst>
            </p:nvPr>
          </p:nvSpPr>
          <p:spPr bwMode="auto">
            <a:xfrm>
              <a:off x="839" y="3863"/>
              <a:ext cx="8013" cy="0"/>
            </a:xfrm>
            <a:prstGeom prst="line">
              <a:avLst/>
            </a:prstGeom>
            <a:noFill/>
            <a:ln w="6350">
              <a:solidFill>
                <a:srgbClr val="00B0F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EEECE1"/>
                    </a:outerShdw>
                  </a:effectLst>
                </a14:hiddenEffects>
              </a:ext>
            </a:extLst>
          </p:spPr>
          <p:txBody>
            <a:bodyPr wrap="square" lIns="90000" tIns="46800" rIns="90000" bIns="46800" anchor="ctr" anchorCtr="0">
              <a:normAutofit fontScale="25000" lnSpcReduction="20000"/>
            </a:bodyPr>
            <a:lstStyle/>
            <a:p>
              <a:endParaRPr lang="zh-CN" altLang="en-US" sz="1690">
                <a:solidFill>
                  <a:sysClr val="windowText" lastClr="000000">
                    <a:lumMod val="50000"/>
                    <a:lumOff val="50000"/>
                  </a:sysClr>
                </a:solidFill>
              </a:endParaRPr>
            </a:p>
          </p:txBody>
        </p:sp>
        <p:sp>
          <p:nvSpPr>
            <p:cNvPr id="238" name="文本框 237"/>
            <p:cNvSpPr txBox="1"/>
            <p:nvPr>
              <p:custDataLst>
                <p:tags r:id="rId3"/>
              </p:custDataLst>
            </p:nvPr>
          </p:nvSpPr>
          <p:spPr>
            <a:xfrm>
              <a:off x="592" y="2401"/>
              <a:ext cx="8083" cy="2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nchorCtr="0">
              <a:noAutofit/>
            </a:bodyPr>
            <a:lstStyle>
              <a:defPPr>
                <a:defRPr lang="zh-CN"/>
              </a:defPPr>
              <a:lvl1pPr>
                <a:lnSpc>
                  <a:spcPct val="120000"/>
                </a:lnSpc>
                <a:buFont typeface="Arial" panose="020B0604020202020204" pitchFamily="34" charset="0"/>
                <a:buNone/>
                <a:defRPr sz="1800">
                  <a:solidFill>
                    <a:sysClr val="windowText" lastClr="000000">
                      <a:lumMod val="50000"/>
                      <a:lumOff val="50000"/>
                    </a:sysClr>
                  </a:solidFill>
                </a:defRPr>
              </a:lvl1pPr>
            </a:lstStyle>
            <a:p>
              <a:pPr marL="285750" indent="-285750">
                <a:buClr>
                  <a:srgbClr val="00B0F0"/>
                </a:buClr>
                <a:buFont typeface="Wingdings" panose="05000000000000000000" charset="0"/>
                <a:buChar char="u"/>
              </a:pPr>
              <a:r>
                <a:rPr lang="en-US" altLang="zh-CN" sz="1700" dirty="0">
                  <a:solidFill>
                    <a:schemeClr val="tx1"/>
                  </a:solidFill>
                  <a:latin typeface="Palatino Linotype" panose="02040502050505030304" charset="0"/>
                  <a:sym typeface="+mn-ea"/>
                </a:rPr>
                <a:t>Get the handle(address) of program2.exe in the memory by using API “</a:t>
              </a:r>
              <a:r>
                <a:rPr lang="en-US" altLang="zh-CN" sz="1600" b="1" dirty="0" err="1"/>
                <a:t>GetModuleHandle</a:t>
              </a:r>
              <a:r>
                <a:rPr lang="en-US" altLang="zh-CN" sz="1700" dirty="0">
                  <a:solidFill>
                    <a:schemeClr val="tx1"/>
                  </a:solidFill>
                  <a:latin typeface="Palatino Linotype" panose="02040502050505030304" charset="0"/>
                  <a:sym typeface="+mn-ea"/>
                </a:rPr>
                <a:t>”</a:t>
              </a:r>
            </a:p>
            <a:p>
              <a:pPr marL="285750" indent="-285750">
                <a:buClr>
                  <a:srgbClr val="00B0F0"/>
                </a:buClr>
                <a:buFont typeface="Wingdings" panose="05000000000000000000" charset="0"/>
                <a:buChar char="u"/>
              </a:pPr>
              <a:r>
                <a:rPr lang="en-US" altLang="zh-CN" sz="1700" dirty="0">
                  <a:solidFill>
                    <a:schemeClr val="tx1"/>
                  </a:solidFill>
                  <a:latin typeface="Palatino Linotype" panose="02040502050505030304" charset="0"/>
                  <a:sym typeface="+mn-ea"/>
                </a:rPr>
                <a:t>And parse the program2.exe to get the program1.exe.</a:t>
              </a:r>
            </a:p>
            <a:p>
              <a:pPr marL="285750" indent="-285750">
                <a:buClr>
                  <a:srgbClr val="00B0F0"/>
                </a:buClr>
                <a:buFont typeface="Wingdings" panose="05000000000000000000" charset="0"/>
                <a:buChar char="u"/>
              </a:pPr>
              <a:r>
                <a:rPr lang="en-US" altLang="zh-CN" sz="1700" dirty="0">
                  <a:solidFill>
                    <a:schemeClr val="tx1"/>
                  </a:solidFill>
                  <a:latin typeface="Palatino Linotype" panose="02040502050505030304" charset="0"/>
                  <a:sym typeface="+mn-ea"/>
                </a:rPr>
                <a:t>Certainly the program1.exe is stored in the last section named ”.shell” and encrypted. So we need to decrypt it for parsing.</a:t>
              </a:r>
            </a:p>
            <a:p>
              <a:pPr marL="285750" indent="-285750">
                <a:buClr>
                  <a:srgbClr val="00B0F0"/>
                </a:buClr>
                <a:buFont typeface="Wingdings" panose="05000000000000000000" charset="0"/>
                <a:buChar char="u"/>
              </a:pPr>
              <a:endParaRPr lang="zh-CN" altLang="en-US" sz="1700" dirty="0">
                <a:solidFill>
                  <a:schemeClr val="tx1"/>
                </a:solidFill>
                <a:latin typeface="Palatino Linotype" panose="02040502050505030304" charset="0"/>
                <a:sym typeface="+mn-ea"/>
              </a:endParaRPr>
            </a:p>
          </p:txBody>
        </p:sp>
      </p:grpSp>
      <mc:AlternateContent xmlns:mc="http://schemas.openxmlformats.org/markup-compatibility/2006" xmlns:p14="http://schemas.microsoft.com/office/powerpoint/2010/main">
        <mc:Choice Requires="p14">
          <p:contentPart p14:bwMode="auto" r:id="rId6">
            <p14:nvContentPartPr>
              <p14:cNvPr id="6" name="墨迹 5">
                <a:extLst>
                  <a:ext uri="{FF2B5EF4-FFF2-40B4-BE49-F238E27FC236}">
                    <a16:creationId xmlns:a16="http://schemas.microsoft.com/office/drawing/2014/main" id="{6BEF6529-FE2C-8A66-2178-9DAB7DFC809D}"/>
                  </a:ext>
                </a:extLst>
              </p14:cNvPr>
              <p14:cNvContentPartPr/>
              <p14:nvPr/>
            </p14:nvContentPartPr>
            <p14:xfrm>
              <a:off x="2273198" y="1089863"/>
              <a:ext cx="360" cy="360"/>
            </p14:xfrm>
          </p:contentPart>
        </mc:Choice>
        <mc:Fallback xmlns="">
          <p:pic>
            <p:nvPicPr>
              <p:cNvPr id="6" name="墨迹 5">
                <a:extLst>
                  <a:ext uri="{FF2B5EF4-FFF2-40B4-BE49-F238E27FC236}">
                    <a16:creationId xmlns:a16="http://schemas.microsoft.com/office/drawing/2014/main" id="{6BEF6529-FE2C-8A66-2178-9DAB7DFC809D}"/>
                  </a:ext>
                </a:extLst>
              </p:cNvPr>
              <p:cNvPicPr/>
              <p:nvPr/>
            </p:nvPicPr>
            <p:blipFill>
              <a:blip r:embed="rId8"/>
              <a:stretch>
                <a:fillRect/>
              </a:stretch>
            </p:blipFill>
            <p:spPr>
              <a:xfrm>
                <a:off x="2267078" y="1083743"/>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8" name="墨迹 7">
                <a:extLst>
                  <a:ext uri="{FF2B5EF4-FFF2-40B4-BE49-F238E27FC236}">
                    <a16:creationId xmlns:a16="http://schemas.microsoft.com/office/drawing/2014/main" id="{995DDB28-87BC-64D8-7657-C464D1215A0C}"/>
                  </a:ext>
                </a:extLst>
              </p14:cNvPr>
              <p14:cNvContentPartPr/>
              <p14:nvPr/>
            </p14:nvContentPartPr>
            <p14:xfrm>
              <a:off x="1440158" y="3087863"/>
              <a:ext cx="360" cy="360"/>
            </p14:xfrm>
          </p:contentPart>
        </mc:Choice>
        <mc:Fallback xmlns="">
          <p:pic>
            <p:nvPicPr>
              <p:cNvPr id="8" name="墨迹 7">
                <a:extLst>
                  <a:ext uri="{FF2B5EF4-FFF2-40B4-BE49-F238E27FC236}">
                    <a16:creationId xmlns:a16="http://schemas.microsoft.com/office/drawing/2014/main" id="{995DDB28-87BC-64D8-7657-C464D1215A0C}"/>
                  </a:ext>
                </a:extLst>
              </p:cNvPr>
              <p:cNvPicPr/>
              <p:nvPr/>
            </p:nvPicPr>
            <p:blipFill>
              <a:blip r:embed="rId8"/>
              <a:stretch>
                <a:fillRect/>
              </a:stretch>
            </p:blipFill>
            <p:spPr>
              <a:xfrm>
                <a:off x="1434038" y="3081383"/>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0" name="墨迹 9">
                <a:extLst>
                  <a:ext uri="{FF2B5EF4-FFF2-40B4-BE49-F238E27FC236}">
                    <a16:creationId xmlns:a16="http://schemas.microsoft.com/office/drawing/2014/main" id="{04F52420-F51C-6766-A785-AC9E326029C6}"/>
                  </a:ext>
                </a:extLst>
              </p14:cNvPr>
              <p14:cNvContentPartPr/>
              <p14:nvPr/>
            </p14:nvContentPartPr>
            <p14:xfrm>
              <a:off x="5367250" y="4891463"/>
              <a:ext cx="360" cy="360"/>
            </p14:xfrm>
          </p:contentPart>
        </mc:Choice>
        <mc:Fallback xmlns="">
          <p:pic>
            <p:nvPicPr>
              <p:cNvPr id="10" name="墨迹 9">
                <a:extLst>
                  <a:ext uri="{FF2B5EF4-FFF2-40B4-BE49-F238E27FC236}">
                    <a16:creationId xmlns:a16="http://schemas.microsoft.com/office/drawing/2014/main" id="{04F52420-F51C-6766-A785-AC9E326029C6}"/>
                  </a:ext>
                </a:extLst>
              </p:cNvPr>
              <p:cNvPicPr/>
              <p:nvPr/>
            </p:nvPicPr>
            <p:blipFill>
              <a:blip r:embed="rId8"/>
              <a:stretch>
                <a:fillRect/>
              </a:stretch>
            </p:blipFill>
            <p:spPr>
              <a:xfrm>
                <a:off x="5361130" y="4885343"/>
                <a:ext cx="12600" cy="12600"/>
              </a:xfrm>
              <a:prstGeom prst="rect">
                <a:avLst/>
              </a:prstGeom>
            </p:spPr>
          </p:pic>
        </mc:Fallback>
      </mc:AlternateContent>
      <p:sp>
        <p:nvSpPr>
          <p:cNvPr id="3" name="文本框 2">
            <a:extLst>
              <a:ext uri="{FF2B5EF4-FFF2-40B4-BE49-F238E27FC236}">
                <a16:creationId xmlns:a16="http://schemas.microsoft.com/office/drawing/2014/main" id="{A8DF3273-0F1C-2AD2-F121-C63C3E8B8819}"/>
              </a:ext>
            </a:extLst>
          </p:cNvPr>
          <p:cNvSpPr txBox="1"/>
          <p:nvPr>
            <p:custDataLst>
              <p:tags r:id="rId1"/>
            </p:custDataLst>
          </p:nvPr>
        </p:nvSpPr>
        <p:spPr>
          <a:xfrm>
            <a:off x="431825" y="1218474"/>
            <a:ext cx="3114040" cy="497136"/>
          </a:xfrm>
          <a:prstGeom prst="rect">
            <a:avLst/>
          </a:prstGeom>
          <a:noFill/>
        </p:spPr>
        <p:txBody>
          <a:bodyPr wrap="square" lIns="90000" tIns="46800" rIns="90000" bIns="46800" rtlCol="0" anchor="ctr" anchorCtr="0"/>
          <a:lstStyle/>
          <a:p>
            <a:r>
              <a:rPr lang="en-US" altLang="zh-CN" b="1" dirty="0">
                <a:solidFill>
                  <a:srgbClr val="00B0F0"/>
                </a:solidFill>
                <a:latin typeface="Palatino Linotype" panose="02040502050505030304" charset="0"/>
                <a:ea typeface="+mn-ea"/>
                <a:cs typeface="Palatino Linotype" panose="02040502050505030304" charset="0"/>
              </a:rPr>
              <a:t>1.3 Code of program2.exe</a:t>
            </a:r>
          </a:p>
        </p:txBody>
      </p:sp>
      <p:pic>
        <p:nvPicPr>
          <p:cNvPr id="5" name="图片 4">
            <a:extLst>
              <a:ext uri="{FF2B5EF4-FFF2-40B4-BE49-F238E27FC236}">
                <a16:creationId xmlns:a16="http://schemas.microsoft.com/office/drawing/2014/main" id="{2510D276-E2DD-73BB-464A-8098C9FA48B2}"/>
              </a:ext>
            </a:extLst>
          </p:cNvPr>
          <p:cNvPicPr>
            <a:picLocks noChangeAspect="1"/>
          </p:cNvPicPr>
          <p:nvPr/>
        </p:nvPicPr>
        <p:blipFill>
          <a:blip r:embed="rId11"/>
          <a:stretch>
            <a:fillRect/>
          </a:stretch>
        </p:blipFill>
        <p:spPr>
          <a:xfrm>
            <a:off x="-65774" y="1729232"/>
            <a:ext cx="6121029" cy="496416"/>
          </a:xfrm>
          <a:prstGeom prst="rect">
            <a:avLst/>
          </a:prstGeom>
        </p:spPr>
      </p:pic>
      <mc:AlternateContent xmlns:mc="http://schemas.openxmlformats.org/markup-compatibility/2006" xmlns:p14="http://schemas.microsoft.com/office/powerpoint/2010/main">
        <mc:Choice Requires="p14">
          <p:contentPart p14:bwMode="auto" r:id="rId12">
            <p14:nvContentPartPr>
              <p14:cNvPr id="11" name="墨迹 10">
                <a:extLst>
                  <a:ext uri="{FF2B5EF4-FFF2-40B4-BE49-F238E27FC236}">
                    <a16:creationId xmlns:a16="http://schemas.microsoft.com/office/drawing/2014/main" id="{822F03CD-085C-A2E5-D463-FD72491D15A9}"/>
                  </a:ext>
                </a:extLst>
              </p14:cNvPr>
              <p14:cNvContentPartPr/>
              <p14:nvPr/>
            </p14:nvContentPartPr>
            <p14:xfrm>
              <a:off x="344318" y="2041604"/>
              <a:ext cx="5760720" cy="82080"/>
            </p14:xfrm>
          </p:contentPart>
        </mc:Choice>
        <mc:Fallback xmlns="">
          <p:pic>
            <p:nvPicPr>
              <p:cNvPr id="11" name="墨迹 10">
                <a:extLst>
                  <a:ext uri="{FF2B5EF4-FFF2-40B4-BE49-F238E27FC236}">
                    <a16:creationId xmlns:a16="http://schemas.microsoft.com/office/drawing/2014/main" id="{822F03CD-085C-A2E5-D463-FD72491D15A9}"/>
                  </a:ext>
                </a:extLst>
              </p:cNvPr>
              <p:cNvPicPr/>
              <p:nvPr/>
            </p:nvPicPr>
            <p:blipFill>
              <a:blip r:embed="rId13"/>
              <a:stretch>
                <a:fillRect/>
              </a:stretch>
            </p:blipFill>
            <p:spPr>
              <a:xfrm>
                <a:off x="338198" y="2035484"/>
                <a:ext cx="5772960" cy="9432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2" name="墨迹 11">
                <a:extLst>
                  <a:ext uri="{FF2B5EF4-FFF2-40B4-BE49-F238E27FC236}">
                    <a16:creationId xmlns:a16="http://schemas.microsoft.com/office/drawing/2014/main" id="{89C2B023-7243-5BCC-8B77-2853A08DC939}"/>
                  </a:ext>
                </a:extLst>
              </p14:cNvPr>
              <p14:cNvContentPartPr/>
              <p14:nvPr/>
            </p14:nvContentPartPr>
            <p14:xfrm>
              <a:off x="4791038" y="3407084"/>
              <a:ext cx="360" cy="360"/>
            </p14:xfrm>
          </p:contentPart>
        </mc:Choice>
        <mc:Fallback xmlns="">
          <p:pic>
            <p:nvPicPr>
              <p:cNvPr id="12" name="墨迹 11">
                <a:extLst>
                  <a:ext uri="{FF2B5EF4-FFF2-40B4-BE49-F238E27FC236}">
                    <a16:creationId xmlns:a16="http://schemas.microsoft.com/office/drawing/2014/main" id="{89C2B023-7243-5BCC-8B77-2853A08DC939}"/>
                  </a:ext>
                </a:extLst>
              </p:cNvPr>
              <p:cNvPicPr/>
              <p:nvPr/>
            </p:nvPicPr>
            <p:blipFill>
              <a:blip r:embed="rId15"/>
              <a:stretch>
                <a:fillRect/>
              </a:stretch>
            </p:blipFill>
            <p:spPr>
              <a:xfrm>
                <a:off x="4784918" y="3400964"/>
                <a:ext cx="12600" cy="12600"/>
              </a:xfrm>
              <a:prstGeom prst="rect">
                <a:avLst/>
              </a:prstGeom>
            </p:spPr>
          </p:pic>
        </mc:Fallback>
      </mc:AlternateContent>
      <p:pic>
        <p:nvPicPr>
          <p:cNvPr id="14" name="图片 13">
            <a:extLst>
              <a:ext uri="{FF2B5EF4-FFF2-40B4-BE49-F238E27FC236}">
                <a16:creationId xmlns:a16="http://schemas.microsoft.com/office/drawing/2014/main" id="{2E4F8AAA-F3CA-E6F1-442A-741AC7C06BDC}"/>
              </a:ext>
            </a:extLst>
          </p:cNvPr>
          <p:cNvPicPr>
            <a:picLocks noChangeAspect="1"/>
          </p:cNvPicPr>
          <p:nvPr/>
        </p:nvPicPr>
        <p:blipFill>
          <a:blip r:embed="rId16"/>
          <a:stretch>
            <a:fillRect/>
          </a:stretch>
        </p:blipFill>
        <p:spPr>
          <a:xfrm>
            <a:off x="6155587" y="0"/>
            <a:ext cx="6044075" cy="4938155"/>
          </a:xfrm>
          <a:prstGeom prst="rect">
            <a:avLst/>
          </a:prstGeom>
        </p:spPr>
      </p:pic>
    </p:spTree>
    <p:extLst>
      <p:ext uri="{BB962C8B-B14F-4D97-AF65-F5344CB8AC3E}">
        <p14:creationId xmlns:p14="http://schemas.microsoft.com/office/powerpoint/2010/main" val="26701114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973454" y="97155"/>
            <a:ext cx="6121029" cy="719621"/>
          </a:xfrm>
          <a:prstGeom prst="rect">
            <a:avLst/>
          </a:prstGeom>
          <a:noFill/>
        </p:spPr>
        <p:txBody>
          <a:bodyPr wrap="square" rtlCol="0">
            <a:spAutoFit/>
          </a:bodyPr>
          <a:lstStyle/>
          <a:p>
            <a:pPr>
              <a:lnSpc>
                <a:spcPct val="130000"/>
              </a:lnSpc>
              <a:spcBef>
                <a:spcPts val="600"/>
              </a:spcBef>
            </a:pPr>
            <a:r>
              <a:rPr lang="en-US" sz="3500" b="1" dirty="0">
                <a:solidFill>
                  <a:srgbClr val="005CA2"/>
                </a:solidFill>
                <a:latin typeface="Arial" panose="020B0604020202020204" pitchFamily="34" charset="0"/>
                <a:cs typeface="Arial" panose="020B0604020202020204" pitchFamily="34" charset="0"/>
                <a:sym typeface="+mn-lt"/>
              </a:rPr>
              <a:t>3 </a:t>
            </a:r>
            <a:r>
              <a:rPr lang="en-US" altLang="zh-CN" sz="3500" b="1" dirty="0">
                <a:solidFill>
                  <a:srgbClr val="005CA2"/>
                </a:solidFill>
                <a:latin typeface="Arial" panose="020B0604020202020204" pitchFamily="34" charset="0"/>
                <a:cs typeface="Arial" panose="020B0604020202020204" pitchFamily="34" charset="0"/>
                <a:sym typeface="+mn-lt"/>
              </a:rPr>
              <a:t>Project3</a:t>
            </a:r>
            <a:endParaRPr sz="3500" b="1" dirty="0">
              <a:solidFill>
                <a:srgbClr val="005CA2"/>
              </a:solidFill>
              <a:latin typeface="Arial" panose="020B0604020202020204" pitchFamily="34" charset="0"/>
              <a:cs typeface="Arial" panose="020B0604020202020204" pitchFamily="34" charset="0"/>
              <a:sym typeface="+mn-lt"/>
            </a:endParaRPr>
          </a:p>
        </p:txBody>
      </p:sp>
      <p:grpSp>
        <p:nvGrpSpPr>
          <p:cNvPr id="16" name="组合 15"/>
          <p:cNvGrpSpPr/>
          <p:nvPr/>
        </p:nvGrpSpPr>
        <p:grpSpPr>
          <a:xfrm>
            <a:off x="122150" y="1652980"/>
            <a:ext cx="5245100" cy="3690132"/>
            <a:chOff x="592" y="2401"/>
            <a:chExt cx="8260" cy="2482"/>
          </a:xfrm>
        </p:grpSpPr>
        <p:sp>
          <p:nvSpPr>
            <p:cNvPr id="225" name="Line 24"/>
            <p:cNvSpPr>
              <a:spLocks noChangeShapeType="1"/>
            </p:cNvSpPr>
            <p:nvPr>
              <p:custDataLst>
                <p:tags r:id="rId2"/>
              </p:custDataLst>
            </p:nvPr>
          </p:nvSpPr>
          <p:spPr bwMode="auto">
            <a:xfrm>
              <a:off x="839" y="3863"/>
              <a:ext cx="8013" cy="0"/>
            </a:xfrm>
            <a:prstGeom prst="line">
              <a:avLst/>
            </a:prstGeom>
            <a:noFill/>
            <a:ln w="6350">
              <a:solidFill>
                <a:srgbClr val="00B0F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EEECE1"/>
                    </a:outerShdw>
                  </a:effectLst>
                </a14:hiddenEffects>
              </a:ext>
            </a:extLst>
          </p:spPr>
          <p:txBody>
            <a:bodyPr wrap="square" lIns="90000" tIns="46800" rIns="90000" bIns="46800" anchor="ctr" anchorCtr="0">
              <a:normAutofit fontScale="25000" lnSpcReduction="20000"/>
            </a:bodyPr>
            <a:lstStyle/>
            <a:p>
              <a:endParaRPr lang="zh-CN" altLang="en-US" sz="1690">
                <a:solidFill>
                  <a:sysClr val="windowText" lastClr="000000">
                    <a:lumMod val="50000"/>
                    <a:lumOff val="50000"/>
                  </a:sysClr>
                </a:solidFill>
              </a:endParaRPr>
            </a:p>
          </p:txBody>
        </p:sp>
        <p:sp>
          <p:nvSpPr>
            <p:cNvPr id="238" name="文本框 237"/>
            <p:cNvSpPr txBox="1"/>
            <p:nvPr>
              <p:custDataLst>
                <p:tags r:id="rId3"/>
              </p:custDataLst>
            </p:nvPr>
          </p:nvSpPr>
          <p:spPr>
            <a:xfrm>
              <a:off x="592" y="2401"/>
              <a:ext cx="8083" cy="2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nchorCtr="0">
              <a:noAutofit/>
            </a:bodyPr>
            <a:lstStyle>
              <a:defPPr>
                <a:defRPr lang="zh-CN"/>
              </a:defPPr>
              <a:lvl1pPr>
                <a:lnSpc>
                  <a:spcPct val="120000"/>
                </a:lnSpc>
                <a:buFont typeface="Arial" panose="020B0604020202020204" pitchFamily="34" charset="0"/>
                <a:buNone/>
                <a:defRPr sz="1800">
                  <a:solidFill>
                    <a:sysClr val="windowText" lastClr="000000">
                      <a:lumMod val="50000"/>
                      <a:lumOff val="50000"/>
                    </a:sysClr>
                  </a:solidFill>
                </a:defRPr>
              </a:lvl1pPr>
            </a:lstStyle>
            <a:p>
              <a:pPr marL="285750" indent="-285750">
                <a:buClr>
                  <a:srgbClr val="00B0F0"/>
                </a:buClr>
                <a:buFont typeface="Wingdings" panose="05000000000000000000" charset="0"/>
                <a:buChar char="u"/>
              </a:pPr>
              <a:r>
                <a:rPr lang="en-US" altLang="zh-CN" sz="1700" dirty="0">
                  <a:solidFill>
                    <a:schemeClr val="tx1"/>
                  </a:solidFill>
                  <a:latin typeface="Palatino Linotype" panose="02040502050505030304" charset="0"/>
                  <a:sym typeface="+mn-ea"/>
                </a:rPr>
                <a:t>Stretch the program1.exe into memory.</a:t>
              </a:r>
            </a:p>
            <a:p>
              <a:pPr marL="285750" indent="-285750">
                <a:buClr>
                  <a:srgbClr val="00B0F0"/>
                </a:buClr>
                <a:buFont typeface="Wingdings" panose="05000000000000000000" charset="0"/>
                <a:buChar char="u"/>
              </a:pPr>
              <a:r>
                <a:rPr lang="en-US" altLang="zh-CN" sz="1700" dirty="0">
                  <a:solidFill>
                    <a:schemeClr val="tx1"/>
                  </a:solidFill>
                  <a:latin typeface="Palatino Linotype" panose="02040502050505030304" charset="0"/>
                  <a:sym typeface="+mn-ea"/>
                </a:rPr>
                <a:t>Notice: the operators are in the current process. And we need to imitate the OS to run the program1.exe.</a:t>
              </a:r>
              <a:endParaRPr lang="zh-CN" altLang="en-US" sz="1700" dirty="0">
                <a:solidFill>
                  <a:schemeClr val="tx1"/>
                </a:solidFill>
                <a:latin typeface="Palatino Linotype" panose="02040502050505030304" charset="0"/>
                <a:sym typeface="+mn-ea"/>
              </a:endParaRPr>
            </a:p>
          </p:txBody>
        </p:sp>
      </p:grpSp>
      <mc:AlternateContent xmlns:mc="http://schemas.openxmlformats.org/markup-compatibility/2006" xmlns:p14="http://schemas.microsoft.com/office/powerpoint/2010/main">
        <mc:Choice Requires="p14">
          <p:contentPart p14:bwMode="auto" r:id="rId7">
            <p14:nvContentPartPr>
              <p14:cNvPr id="6" name="墨迹 5">
                <a:extLst>
                  <a:ext uri="{FF2B5EF4-FFF2-40B4-BE49-F238E27FC236}">
                    <a16:creationId xmlns:a16="http://schemas.microsoft.com/office/drawing/2014/main" id="{6BEF6529-FE2C-8A66-2178-9DAB7DFC809D}"/>
                  </a:ext>
                </a:extLst>
              </p14:cNvPr>
              <p14:cNvContentPartPr/>
              <p14:nvPr/>
            </p14:nvContentPartPr>
            <p14:xfrm>
              <a:off x="2273198" y="1089863"/>
              <a:ext cx="360" cy="360"/>
            </p14:xfrm>
          </p:contentPart>
        </mc:Choice>
        <mc:Fallback xmlns="">
          <p:pic>
            <p:nvPicPr>
              <p:cNvPr id="6" name="墨迹 5">
                <a:extLst>
                  <a:ext uri="{FF2B5EF4-FFF2-40B4-BE49-F238E27FC236}">
                    <a16:creationId xmlns:a16="http://schemas.microsoft.com/office/drawing/2014/main" id="{6BEF6529-FE2C-8A66-2178-9DAB7DFC809D}"/>
                  </a:ext>
                </a:extLst>
              </p:cNvPr>
              <p:cNvPicPr/>
              <p:nvPr/>
            </p:nvPicPr>
            <p:blipFill>
              <a:blip r:embed="rId8"/>
              <a:stretch>
                <a:fillRect/>
              </a:stretch>
            </p:blipFill>
            <p:spPr>
              <a:xfrm>
                <a:off x="2267078" y="1083743"/>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8" name="墨迹 7">
                <a:extLst>
                  <a:ext uri="{FF2B5EF4-FFF2-40B4-BE49-F238E27FC236}">
                    <a16:creationId xmlns:a16="http://schemas.microsoft.com/office/drawing/2014/main" id="{995DDB28-87BC-64D8-7657-C464D1215A0C}"/>
                  </a:ext>
                </a:extLst>
              </p14:cNvPr>
              <p14:cNvContentPartPr/>
              <p14:nvPr/>
            </p14:nvContentPartPr>
            <p14:xfrm>
              <a:off x="1440158" y="3087863"/>
              <a:ext cx="360" cy="360"/>
            </p14:xfrm>
          </p:contentPart>
        </mc:Choice>
        <mc:Fallback xmlns="">
          <p:pic>
            <p:nvPicPr>
              <p:cNvPr id="8" name="墨迹 7">
                <a:extLst>
                  <a:ext uri="{FF2B5EF4-FFF2-40B4-BE49-F238E27FC236}">
                    <a16:creationId xmlns:a16="http://schemas.microsoft.com/office/drawing/2014/main" id="{995DDB28-87BC-64D8-7657-C464D1215A0C}"/>
                  </a:ext>
                </a:extLst>
              </p:cNvPr>
              <p:cNvPicPr/>
              <p:nvPr/>
            </p:nvPicPr>
            <p:blipFill>
              <a:blip r:embed="rId8"/>
              <a:stretch>
                <a:fillRect/>
              </a:stretch>
            </p:blipFill>
            <p:spPr>
              <a:xfrm>
                <a:off x="1434038" y="3081383"/>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0" name="墨迹 9">
                <a:extLst>
                  <a:ext uri="{FF2B5EF4-FFF2-40B4-BE49-F238E27FC236}">
                    <a16:creationId xmlns:a16="http://schemas.microsoft.com/office/drawing/2014/main" id="{04F52420-F51C-6766-A785-AC9E326029C6}"/>
                  </a:ext>
                </a:extLst>
              </p14:cNvPr>
              <p14:cNvContentPartPr/>
              <p14:nvPr/>
            </p14:nvContentPartPr>
            <p14:xfrm>
              <a:off x="5367250" y="4891463"/>
              <a:ext cx="360" cy="360"/>
            </p14:xfrm>
          </p:contentPart>
        </mc:Choice>
        <mc:Fallback xmlns="">
          <p:pic>
            <p:nvPicPr>
              <p:cNvPr id="10" name="墨迹 9">
                <a:extLst>
                  <a:ext uri="{FF2B5EF4-FFF2-40B4-BE49-F238E27FC236}">
                    <a16:creationId xmlns:a16="http://schemas.microsoft.com/office/drawing/2014/main" id="{04F52420-F51C-6766-A785-AC9E326029C6}"/>
                  </a:ext>
                </a:extLst>
              </p:cNvPr>
              <p:cNvPicPr/>
              <p:nvPr/>
            </p:nvPicPr>
            <p:blipFill>
              <a:blip r:embed="rId8"/>
              <a:stretch>
                <a:fillRect/>
              </a:stretch>
            </p:blipFill>
            <p:spPr>
              <a:xfrm>
                <a:off x="5361130" y="4885343"/>
                <a:ext cx="12600" cy="12600"/>
              </a:xfrm>
              <a:prstGeom prst="rect">
                <a:avLst/>
              </a:prstGeom>
            </p:spPr>
          </p:pic>
        </mc:Fallback>
      </mc:AlternateContent>
      <p:sp>
        <p:nvSpPr>
          <p:cNvPr id="3" name="文本框 2">
            <a:extLst>
              <a:ext uri="{FF2B5EF4-FFF2-40B4-BE49-F238E27FC236}">
                <a16:creationId xmlns:a16="http://schemas.microsoft.com/office/drawing/2014/main" id="{A8DF3273-0F1C-2AD2-F121-C63C3E8B8819}"/>
              </a:ext>
            </a:extLst>
          </p:cNvPr>
          <p:cNvSpPr txBox="1"/>
          <p:nvPr>
            <p:custDataLst>
              <p:tags r:id="rId1"/>
            </p:custDataLst>
          </p:nvPr>
        </p:nvSpPr>
        <p:spPr>
          <a:xfrm>
            <a:off x="431825" y="1218474"/>
            <a:ext cx="3114040" cy="497136"/>
          </a:xfrm>
          <a:prstGeom prst="rect">
            <a:avLst/>
          </a:prstGeom>
          <a:noFill/>
        </p:spPr>
        <p:txBody>
          <a:bodyPr wrap="square" lIns="90000" tIns="46800" rIns="90000" bIns="46800" rtlCol="0" anchor="ctr" anchorCtr="0"/>
          <a:lstStyle/>
          <a:p>
            <a:r>
              <a:rPr lang="en-US" altLang="zh-CN" b="1" dirty="0">
                <a:solidFill>
                  <a:srgbClr val="00B0F0"/>
                </a:solidFill>
                <a:latin typeface="Palatino Linotype" panose="02040502050505030304" charset="0"/>
                <a:ea typeface="+mn-ea"/>
                <a:cs typeface="Palatino Linotype" panose="02040502050505030304" charset="0"/>
              </a:rPr>
              <a:t>1.3 Code of program3.exe</a:t>
            </a:r>
          </a:p>
        </p:txBody>
      </p:sp>
      <p:pic>
        <p:nvPicPr>
          <p:cNvPr id="5" name="图片 4">
            <a:extLst>
              <a:ext uri="{FF2B5EF4-FFF2-40B4-BE49-F238E27FC236}">
                <a16:creationId xmlns:a16="http://schemas.microsoft.com/office/drawing/2014/main" id="{F27E4BD2-B2DD-7FDD-580E-D94E4B50B0A5}"/>
              </a:ext>
            </a:extLst>
          </p:cNvPr>
          <p:cNvPicPr>
            <a:picLocks noChangeAspect="1"/>
          </p:cNvPicPr>
          <p:nvPr/>
        </p:nvPicPr>
        <p:blipFill>
          <a:blip r:embed="rId11"/>
          <a:stretch>
            <a:fillRect/>
          </a:stretch>
        </p:blipFill>
        <p:spPr>
          <a:xfrm>
            <a:off x="5254855" y="1089863"/>
            <a:ext cx="7040328" cy="3109268"/>
          </a:xfrm>
          <a:prstGeom prst="rect">
            <a:avLst/>
          </a:prstGeom>
        </p:spPr>
      </p:pic>
    </p:spTree>
    <p:extLst>
      <p:ext uri="{BB962C8B-B14F-4D97-AF65-F5344CB8AC3E}">
        <p14:creationId xmlns:p14="http://schemas.microsoft.com/office/powerpoint/2010/main" val="1698877229"/>
      </p:ext>
    </p:extLst>
  </p:cSld>
  <p:clrMapOvr>
    <a:masterClrMapping/>
  </p:clrMapOvr>
  <p:extLst>
    <p:ext uri="{6950BFC3-D8DA-4A85-94F7-54DA5524770B}">
      <p188:commentRel xmlns:p188="http://schemas.microsoft.com/office/powerpoint/2018/8/main" r:id="rId6"/>
    </p:ext>
  </p:extLs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973454" y="97155"/>
            <a:ext cx="6121029" cy="719621"/>
          </a:xfrm>
          <a:prstGeom prst="rect">
            <a:avLst/>
          </a:prstGeom>
          <a:noFill/>
        </p:spPr>
        <p:txBody>
          <a:bodyPr wrap="square" rtlCol="0">
            <a:spAutoFit/>
          </a:bodyPr>
          <a:lstStyle/>
          <a:p>
            <a:pPr>
              <a:lnSpc>
                <a:spcPct val="130000"/>
              </a:lnSpc>
              <a:spcBef>
                <a:spcPts val="600"/>
              </a:spcBef>
            </a:pPr>
            <a:r>
              <a:rPr lang="en-US" sz="3500" b="1" dirty="0">
                <a:solidFill>
                  <a:srgbClr val="005CA2"/>
                </a:solidFill>
                <a:latin typeface="Arial" panose="020B0604020202020204" pitchFamily="34" charset="0"/>
                <a:cs typeface="Arial" panose="020B0604020202020204" pitchFamily="34" charset="0"/>
                <a:sym typeface="+mn-lt"/>
              </a:rPr>
              <a:t>3 </a:t>
            </a:r>
            <a:r>
              <a:rPr lang="en-US" altLang="zh-CN" sz="3500" b="1" dirty="0">
                <a:solidFill>
                  <a:srgbClr val="005CA2"/>
                </a:solidFill>
                <a:latin typeface="Arial" panose="020B0604020202020204" pitchFamily="34" charset="0"/>
                <a:cs typeface="Arial" panose="020B0604020202020204" pitchFamily="34" charset="0"/>
                <a:sym typeface="+mn-lt"/>
              </a:rPr>
              <a:t>Project3</a:t>
            </a:r>
            <a:endParaRPr sz="3500" b="1" dirty="0">
              <a:solidFill>
                <a:srgbClr val="005CA2"/>
              </a:solidFill>
              <a:latin typeface="Arial" panose="020B0604020202020204" pitchFamily="34" charset="0"/>
              <a:cs typeface="Arial" panose="020B0604020202020204" pitchFamily="34" charset="0"/>
              <a:sym typeface="+mn-lt"/>
            </a:endParaRPr>
          </a:p>
        </p:txBody>
      </p:sp>
      <p:grpSp>
        <p:nvGrpSpPr>
          <p:cNvPr id="16" name="组合 15"/>
          <p:cNvGrpSpPr/>
          <p:nvPr/>
        </p:nvGrpSpPr>
        <p:grpSpPr>
          <a:xfrm>
            <a:off x="274980" y="1715610"/>
            <a:ext cx="5245100" cy="3690132"/>
            <a:chOff x="592" y="2401"/>
            <a:chExt cx="8260" cy="2482"/>
          </a:xfrm>
        </p:grpSpPr>
        <p:sp>
          <p:nvSpPr>
            <p:cNvPr id="225" name="Line 24"/>
            <p:cNvSpPr>
              <a:spLocks noChangeShapeType="1"/>
            </p:cNvSpPr>
            <p:nvPr>
              <p:custDataLst>
                <p:tags r:id="rId2"/>
              </p:custDataLst>
            </p:nvPr>
          </p:nvSpPr>
          <p:spPr bwMode="auto">
            <a:xfrm>
              <a:off x="839" y="3863"/>
              <a:ext cx="8013" cy="0"/>
            </a:xfrm>
            <a:prstGeom prst="line">
              <a:avLst/>
            </a:prstGeom>
            <a:noFill/>
            <a:ln w="6350">
              <a:solidFill>
                <a:srgbClr val="00B0F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EEECE1"/>
                    </a:outerShdw>
                  </a:effectLst>
                </a14:hiddenEffects>
              </a:ext>
            </a:extLst>
          </p:spPr>
          <p:txBody>
            <a:bodyPr wrap="square" lIns="90000" tIns="46800" rIns="90000" bIns="46800" anchor="ctr" anchorCtr="0">
              <a:normAutofit fontScale="25000" lnSpcReduction="20000"/>
            </a:bodyPr>
            <a:lstStyle/>
            <a:p>
              <a:endParaRPr lang="zh-CN" altLang="en-US" sz="1690">
                <a:solidFill>
                  <a:sysClr val="windowText" lastClr="000000">
                    <a:lumMod val="50000"/>
                    <a:lumOff val="50000"/>
                  </a:sysClr>
                </a:solidFill>
              </a:endParaRPr>
            </a:p>
          </p:txBody>
        </p:sp>
        <p:sp>
          <p:nvSpPr>
            <p:cNvPr id="238" name="文本框 237"/>
            <p:cNvSpPr txBox="1"/>
            <p:nvPr>
              <p:custDataLst>
                <p:tags r:id="rId3"/>
              </p:custDataLst>
            </p:nvPr>
          </p:nvSpPr>
          <p:spPr>
            <a:xfrm>
              <a:off x="592" y="2401"/>
              <a:ext cx="8083" cy="2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nchorCtr="0">
              <a:noAutofit/>
            </a:bodyPr>
            <a:lstStyle>
              <a:defPPr>
                <a:defRPr lang="zh-CN"/>
              </a:defPPr>
              <a:lvl1pPr>
                <a:lnSpc>
                  <a:spcPct val="120000"/>
                </a:lnSpc>
                <a:buFont typeface="Arial" panose="020B0604020202020204" pitchFamily="34" charset="0"/>
                <a:buNone/>
                <a:defRPr sz="1800">
                  <a:solidFill>
                    <a:sysClr val="windowText" lastClr="000000">
                      <a:lumMod val="50000"/>
                      <a:lumOff val="50000"/>
                    </a:sysClr>
                  </a:solidFill>
                </a:defRPr>
              </a:lvl1pPr>
            </a:lstStyle>
            <a:p>
              <a:pPr marL="285750" indent="-285750">
                <a:buClr>
                  <a:srgbClr val="00B0F0"/>
                </a:buClr>
                <a:buFont typeface="Wingdings" panose="05000000000000000000" charset="0"/>
                <a:buChar char="u"/>
              </a:pPr>
              <a:r>
                <a:rPr lang="en-US" altLang="zh-CN" sz="1700" dirty="0">
                  <a:solidFill>
                    <a:schemeClr val="tx1"/>
                  </a:solidFill>
                  <a:latin typeface="Palatino Linotype" panose="02040502050505030304" charset="0"/>
                  <a:sym typeface="+mn-ea"/>
                </a:rPr>
                <a:t>Use the file “program2.exe” to create a new process and suspend it. Then the thread will not run.</a:t>
              </a:r>
            </a:p>
            <a:p>
              <a:pPr marL="285750" indent="-285750">
                <a:buClr>
                  <a:srgbClr val="00B0F0"/>
                </a:buClr>
                <a:buFont typeface="Wingdings" panose="05000000000000000000" charset="0"/>
                <a:buChar char="u"/>
              </a:pPr>
              <a:r>
                <a:rPr lang="en-US" altLang="zh-CN" sz="1700" dirty="0">
                  <a:solidFill>
                    <a:schemeClr val="tx1"/>
                  </a:solidFill>
                  <a:latin typeface="Palatino Linotype" panose="02040502050505030304" charset="0"/>
                  <a:sym typeface="+mn-ea"/>
                </a:rPr>
                <a:t>Store the information of the main thread of the new process in the structure “CONTEXT”.</a:t>
              </a:r>
              <a:endParaRPr lang="zh-CN" altLang="en-US" sz="1700" dirty="0">
                <a:solidFill>
                  <a:schemeClr val="tx1"/>
                </a:solidFill>
                <a:latin typeface="Palatino Linotype" panose="02040502050505030304" charset="0"/>
                <a:sym typeface="+mn-ea"/>
              </a:endParaRPr>
            </a:p>
          </p:txBody>
        </p:sp>
      </p:grpSp>
      <mc:AlternateContent xmlns:mc="http://schemas.openxmlformats.org/markup-compatibility/2006" xmlns:p14="http://schemas.microsoft.com/office/powerpoint/2010/main">
        <mc:Choice Requires="p14">
          <p:contentPart p14:bwMode="auto" r:id="rId6">
            <p14:nvContentPartPr>
              <p14:cNvPr id="6" name="墨迹 5">
                <a:extLst>
                  <a:ext uri="{FF2B5EF4-FFF2-40B4-BE49-F238E27FC236}">
                    <a16:creationId xmlns:a16="http://schemas.microsoft.com/office/drawing/2014/main" id="{6BEF6529-FE2C-8A66-2178-9DAB7DFC809D}"/>
                  </a:ext>
                </a:extLst>
              </p14:cNvPr>
              <p14:cNvContentPartPr/>
              <p14:nvPr/>
            </p14:nvContentPartPr>
            <p14:xfrm>
              <a:off x="2273198" y="1089863"/>
              <a:ext cx="360" cy="360"/>
            </p14:xfrm>
          </p:contentPart>
        </mc:Choice>
        <mc:Fallback xmlns="">
          <p:pic>
            <p:nvPicPr>
              <p:cNvPr id="6" name="墨迹 5">
                <a:extLst>
                  <a:ext uri="{FF2B5EF4-FFF2-40B4-BE49-F238E27FC236}">
                    <a16:creationId xmlns:a16="http://schemas.microsoft.com/office/drawing/2014/main" id="{6BEF6529-FE2C-8A66-2178-9DAB7DFC809D}"/>
                  </a:ext>
                </a:extLst>
              </p:cNvPr>
              <p:cNvPicPr/>
              <p:nvPr/>
            </p:nvPicPr>
            <p:blipFill>
              <a:blip r:embed="rId7"/>
              <a:stretch>
                <a:fillRect/>
              </a:stretch>
            </p:blipFill>
            <p:spPr>
              <a:xfrm>
                <a:off x="2267078" y="1083743"/>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8" name="墨迹 7">
                <a:extLst>
                  <a:ext uri="{FF2B5EF4-FFF2-40B4-BE49-F238E27FC236}">
                    <a16:creationId xmlns:a16="http://schemas.microsoft.com/office/drawing/2014/main" id="{995DDB28-87BC-64D8-7657-C464D1215A0C}"/>
                  </a:ext>
                </a:extLst>
              </p14:cNvPr>
              <p14:cNvContentPartPr/>
              <p14:nvPr/>
            </p14:nvContentPartPr>
            <p14:xfrm>
              <a:off x="1440158" y="3087863"/>
              <a:ext cx="360" cy="360"/>
            </p14:xfrm>
          </p:contentPart>
        </mc:Choice>
        <mc:Fallback xmlns="">
          <p:pic>
            <p:nvPicPr>
              <p:cNvPr id="8" name="墨迹 7">
                <a:extLst>
                  <a:ext uri="{FF2B5EF4-FFF2-40B4-BE49-F238E27FC236}">
                    <a16:creationId xmlns:a16="http://schemas.microsoft.com/office/drawing/2014/main" id="{995DDB28-87BC-64D8-7657-C464D1215A0C}"/>
                  </a:ext>
                </a:extLst>
              </p:cNvPr>
              <p:cNvPicPr/>
              <p:nvPr/>
            </p:nvPicPr>
            <p:blipFill>
              <a:blip r:embed="rId7"/>
              <a:stretch>
                <a:fillRect/>
              </a:stretch>
            </p:blipFill>
            <p:spPr>
              <a:xfrm>
                <a:off x="1434038" y="3081383"/>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0" name="墨迹 9">
                <a:extLst>
                  <a:ext uri="{FF2B5EF4-FFF2-40B4-BE49-F238E27FC236}">
                    <a16:creationId xmlns:a16="http://schemas.microsoft.com/office/drawing/2014/main" id="{04F52420-F51C-6766-A785-AC9E326029C6}"/>
                  </a:ext>
                </a:extLst>
              </p14:cNvPr>
              <p14:cNvContentPartPr/>
              <p14:nvPr/>
            </p14:nvContentPartPr>
            <p14:xfrm>
              <a:off x="5367250" y="4891463"/>
              <a:ext cx="360" cy="360"/>
            </p14:xfrm>
          </p:contentPart>
        </mc:Choice>
        <mc:Fallback xmlns="">
          <p:pic>
            <p:nvPicPr>
              <p:cNvPr id="10" name="墨迹 9">
                <a:extLst>
                  <a:ext uri="{FF2B5EF4-FFF2-40B4-BE49-F238E27FC236}">
                    <a16:creationId xmlns:a16="http://schemas.microsoft.com/office/drawing/2014/main" id="{04F52420-F51C-6766-A785-AC9E326029C6}"/>
                  </a:ext>
                </a:extLst>
              </p:cNvPr>
              <p:cNvPicPr/>
              <p:nvPr/>
            </p:nvPicPr>
            <p:blipFill>
              <a:blip r:embed="rId7"/>
              <a:stretch>
                <a:fillRect/>
              </a:stretch>
            </p:blipFill>
            <p:spPr>
              <a:xfrm>
                <a:off x="5361130" y="4885343"/>
                <a:ext cx="12600" cy="12600"/>
              </a:xfrm>
              <a:prstGeom prst="rect">
                <a:avLst/>
              </a:prstGeom>
            </p:spPr>
          </p:pic>
        </mc:Fallback>
      </mc:AlternateContent>
      <p:pic>
        <p:nvPicPr>
          <p:cNvPr id="4" name="图片 3">
            <a:extLst>
              <a:ext uri="{FF2B5EF4-FFF2-40B4-BE49-F238E27FC236}">
                <a16:creationId xmlns:a16="http://schemas.microsoft.com/office/drawing/2014/main" id="{973DF7C7-39F3-67F6-7CD9-4C3F2917BD0A}"/>
              </a:ext>
            </a:extLst>
          </p:cNvPr>
          <p:cNvPicPr>
            <a:picLocks noChangeAspect="1"/>
          </p:cNvPicPr>
          <p:nvPr/>
        </p:nvPicPr>
        <p:blipFill>
          <a:blip r:embed="rId10"/>
          <a:stretch>
            <a:fillRect/>
          </a:stretch>
        </p:blipFill>
        <p:spPr>
          <a:xfrm>
            <a:off x="5676925" y="235586"/>
            <a:ext cx="6121029" cy="6525259"/>
          </a:xfrm>
          <a:prstGeom prst="rect">
            <a:avLst/>
          </a:prstGeom>
        </p:spPr>
      </p:pic>
      <p:sp>
        <p:nvSpPr>
          <p:cNvPr id="9" name="文本框 8">
            <a:extLst>
              <a:ext uri="{FF2B5EF4-FFF2-40B4-BE49-F238E27FC236}">
                <a16:creationId xmlns:a16="http://schemas.microsoft.com/office/drawing/2014/main" id="{72234CE1-24AC-6870-2CE2-6E9DE6741F14}"/>
              </a:ext>
            </a:extLst>
          </p:cNvPr>
          <p:cNvSpPr txBox="1"/>
          <p:nvPr>
            <p:custDataLst>
              <p:tags r:id="rId1"/>
            </p:custDataLst>
          </p:nvPr>
        </p:nvSpPr>
        <p:spPr>
          <a:xfrm>
            <a:off x="431825" y="1218474"/>
            <a:ext cx="3114040" cy="497136"/>
          </a:xfrm>
          <a:prstGeom prst="rect">
            <a:avLst/>
          </a:prstGeom>
          <a:noFill/>
        </p:spPr>
        <p:txBody>
          <a:bodyPr wrap="square" lIns="90000" tIns="46800" rIns="90000" bIns="46800" rtlCol="0" anchor="ctr" anchorCtr="0"/>
          <a:lstStyle/>
          <a:p>
            <a:r>
              <a:rPr lang="en-US" altLang="zh-CN" b="1" dirty="0">
                <a:solidFill>
                  <a:srgbClr val="00B0F0"/>
                </a:solidFill>
                <a:latin typeface="Palatino Linotype" panose="02040502050505030304" charset="0"/>
                <a:ea typeface="+mn-ea"/>
                <a:cs typeface="Palatino Linotype" panose="02040502050505030304" charset="0"/>
              </a:rPr>
              <a:t>1.3 Code of program3.exe</a:t>
            </a:r>
          </a:p>
        </p:txBody>
      </p:sp>
    </p:spTree>
    <p:extLst>
      <p:ext uri="{BB962C8B-B14F-4D97-AF65-F5344CB8AC3E}">
        <p14:creationId xmlns:p14="http://schemas.microsoft.com/office/powerpoint/2010/main" val="424059964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973454" y="97155"/>
            <a:ext cx="6121029" cy="719621"/>
          </a:xfrm>
          <a:prstGeom prst="rect">
            <a:avLst/>
          </a:prstGeom>
          <a:noFill/>
        </p:spPr>
        <p:txBody>
          <a:bodyPr wrap="square" rtlCol="0">
            <a:spAutoFit/>
          </a:bodyPr>
          <a:lstStyle/>
          <a:p>
            <a:pPr>
              <a:lnSpc>
                <a:spcPct val="130000"/>
              </a:lnSpc>
              <a:spcBef>
                <a:spcPts val="600"/>
              </a:spcBef>
            </a:pPr>
            <a:r>
              <a:rPr lang="en-US" sz="3500" b="1" dirty="0">
                <a:solidFill>
                  <a:srgbClr val="005CA2"/>
                </a:solidFill>
                <a:latin typeface="Arial" panose="020B0604020202020204" pitchFamily="34" charset="0"/>
                <a:cs typeface="Arial" panose="020B0604020202020204" pitchFamily="34" charset="0"/>
                <a:sym typeface="+mn-lt"/>
              </a:rPr>
              <a:t>3 </a:t>
            </a:r>
            <a:r>
              <a:rPr lang="en-US" altLang="zh-CN" sz="3500" b="1" dirty="0">
                <a:solidFill>
                  <a:srgbClr val="005CA2"/>
                </a:solidFill>
                <a:latin typeface="Arial" panose="020B0604020202020204" pitchFamily="34" charset="0"/>
                <a:cs typeface="Arial" panose="020B0604020202020204" pitchFamily="34" charset="0"/>
                <a:sym typeface="+mn-lt"/>
              </a:rPr>
              <a:t>Project3</a:t>
            </a:r>
            <a:endParaRPr sz="3500" b="1" dirty="0">
              <a:solidFill>
                <a:srgbClr val="005CA2"/>
              </a:solidFill>
              <a:latin typeface="Arial" panose="020B0604020202020204" pitchFamily="34" charset="0"/>
              <a:cs typeface="Arial" panose="020B0604020202020204" pitchFamily="34" charset="0"/>
              <a:sym typeface="+mn-lt"/>
            </a:endParaRPr>
          </a:p>
        </p:txBody>
      </p:sp>
      <p:grpSp>
        <p:nvGrpSpPr>
          <p:cNvPr id="16" name="组合 15"/>
          <p:cNvGrpSpPr/>
          <p:nvPr/>
        </p:nvGrpSpPr>
        <p:grpSpPr>
          <a:xfrm>
            <a:off x="274980" y="513111"/>
            <a:ext cx="5245100" cy="3690132"/>
            <a:chOff x="592" y="2401"/>
            <a:chExt cx="8260" cy="2482"/>
          </a:xfrm>
        </p:grpSpPr>
        <p:sp>
          <p:nvSpPr>
            <p:cNvPr id="225" name="Line 24"/>
            <p:cNvSpPr>
              <a:spLocks noChangeShapeType="1"/>
            </p:cNvSpPr>
            <p:nvPr>
              <p:custDataLst>
                <p:tags r:id="rId2"/>
              </p:custDataLst>
            </p:nvPr>
          </p:nvSpPr>
          <p:spPr bwMode="auto">
            <a:xfrm>
              <a:off x="839" y="3863"/>
              <a:ext cx="8013" cy="0"/>
            </a:xfrm>
            <a:prstGeom prst="line">
              <a:avLst/>
            </a:prstGeom>
            <a:noFill/>
            <a:ln w="6350">
              <a:solidFill>
                <a:srgbClr val="00B0F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EEECE1"/>
                    </a:outerShdw>
                  </a:effectLst>
                </a14:hiddenEffects>
              </a:ext>
            </a:extLst>
          </p:spPr>
          <p:txBody>
            <a:bodyPr wrap="square" lIns="90000" tIns="46800" rIns="90000" bIns="46800" anchor="ctr" anchorCtr="0">
              <a:normAutofit fontScale="25000" lnSpcReduction="20000"/>
            </a:bodyPr>
            <a:lstStyle/>
            <a:p>
              <a:endParaRPr lang="zh-CN" altLang="en-US" sz="1690">
                <a:solidFill>
                  <a:sysClr val="windowText" lastClr="000000">
                    <a:lumMod val="50000"/>
                    <a:lumOff val="50000"/>
                  </a:sysClr>
                </a:solidFill>
              </a:endParaRPr>
            </a:p>
          </p:txBody>
        </p:sp>
        <p:sp>
          <p:nvSpPr>
            <p:cNvPr id="238" name="文本框 237"/>
            <p:cNvSpPr txBox="1"/>
            <p:nvPr>
              <p:custDataLst>
                <p:tags r:id="rId3"/>
              </p:custDataLst>
            </p:nvPr>
          </p:nvSpPr>
          <p:spPr>
            <a:xfrm>
              <a:off x="592" y="2401"/>
              <a:ext cx="8083" cy="2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nchorCtr="0">
              <a:noAutofit/>
            </a:bodyPr>
            <a:lstStyle>
              <a:defPPr>
                <a:defRPr lang="zh-CN"/>
              </a:defPPr>
              <a:lvl1pPr>
                <a:lnSpc>
                  <a:spcPct val="120000"/>
                </a:lnSpc>
                <a:buFont typeface="Arial" panose="020B0604020202020204" pitchFamily="34" charset="0"/>
                <a:buNone/>
                <a:defRPr sz="1800">
                  <a:solidFill>
                    <a:sysClr val="windowText" lastClr="000000">
                      <a:lumMod val="50000"/>
                      <a:lumOff val="50000"/>
                    </a:sysClr>
                  </a:solidFill>
                </a:defRPr>
              </a:lvl1pPr>
            </a:lstStyle>
            <a:p>
              <a:pPr marL="285750" indent="-285750">
                <a:buClr>
                  <a:srgbClr val="00B0F0"/>
                </a:buClr>
                <a:buFont typeface="Wingdings" panose="05000000000000000000" charset="0"/>
                <a:buChar char="u"/>
              </a:pPr>
              <a:r>
                <a:rPr lang="en-US" altLang="zh-CN" sz="1700" dirty="0">
                  <a:solidFill>
                    <a:schemeClr val="tx1"/>
                  </a:solidFill>
                  <a:latin typeface="Palatino Linotype" panose="02040502050505030304" charset="0"/>
                  <a:sym typeface="+mn-ea"/>
                </a:rPr>
                <a:t>Uninstall the image of program2.exe in the suspended process.</a:t>
              </a:r>
              <a:endParaRPr lang="zh-CN" altLang="en-US" sz="1700" dirty="0">
                <a:solidFill>
                  <a:schemeClr val="tx1"/>
                </a:solidFill>
                <a:latin typeface="Palatino Linotype" panose="02040502050505030304" charset="0"/>
                <a:sym typeface="+mn-ea"/>
              </a:endParaRPr>
            </a:p>
          </p:txBody>
        </p:sp>
      </p:grpSp>
      <mc:AlternateContent xmlns:mc="http://schemas.openxmlformats.org/markup-compatibility/2006" xmlns:p14="http://schemas.microsoft.com/office/powerpoint/2010/main">
        <mc:Choice Requires="p14">
          <p:contentPart p14:bwMode="auto" r:id="rId7">
            <p14:nvContentPartPr>
              <p14:cNvPr id="6" name="墨迹 5">
                <a:extLst>
                  <a:ext uri="{FF2B5EF4-FFF2-40B4-BE49-F238E27FC236}">
                    <a16:creationId xmlns:a16="http://schemas.microsoft.com/office/drawing/2014/main" id="{6BEF6529-FE2C-8A66-2178-9DAB7DFC809D}"/>
                  </a:ext>
                </a:extLst>
              </p14:cNvPr>
              <p14:cNvContentPartPr/>
              <p14:nvPr/>
            </p14:nvContentPartPr>
            <p14:xfrm>
              <a:off x="2273198" y="1089863"/>
              <a:ext cx="360" cy="360"/>
            </p14:xfrm>
          </p:contentPart>
        </mc:Choice>
        <mc:Fallback xmlns="">
          <p:pic>
            <p:nvPicPr>
              <p:cNvPr id="6" name="墨迹 5">
                <a:extLst>
                  <a:ext uri="{FF2B5EF4-FFF2-40B4-BE49-F238E27FC236}">
                    <a16:creationId xmlns:a16="http://schemas.microsoft.com/office/drawing/2014/main" id="{6BEF6529-FE2C-8A66-2178-9DAB7DFC809D}"/>
                  </a:ext>
                </a:extLst>
              </p:cNvPr>
              <p:cNvPicPr/>
              <p:nvPr/>
            </p:nvPicPr>
            <p:blipFill>
              <a:blip r:embed="rId8"/>
              <a:stretch>
                <a:fillRect/>
              </a:stretch>
            </p:blipFill>
            <p:spPr>
              <a:xfrm>
                <a:off x="2267078" y="1083743"/>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8" name="墨迹 7">
                <a:extLst>
                  <a:ext uri="{FF2B5EF4-FFF2-40B4-BE49-F238E27FC236}">
                    <a16:creationId xmlns:a16="http://schemas.microsoft.com/office/drawing/2014/main" id="{995DDB28-87BC-64D8-7657-C464D1215A0C}"/>
                  </a:ext>
                </a:extLst>
              </p14:cNvPr>
              <p14:cNvContentPartPr/>
              <p14:nvPr/>
            </p14:nvContentPartPr>
            <p14:xfrm>
              <a:off x="1440158" y="3087863"/>
              <a:ext cx="360" cy="360"/>
            </p14:xfrm>
          </p:contentPart>
        </mc:Choice>
        <mc:Fallback xmlns="">
          <p:pic>
            <p:nvPicPr>
              <p:cNvPr id="8" name="墨迹 7">
                <a:extLst>
                  <a:ext uri="{FF2B5EF4-FFF2-40B4-BE49-F238E27FC236}">
                    <a16:creationId xmlns:a16="http://schemas.microsoft.com/office/drawing/2014/main" id="{995DDB28-87BC-64D8-7657-C464D1215A0C}"/>
                  </a:ext>
                </a:extLst>
              </p:cNvPr>
              <p:cNvPicPr/>
              <p:nvPr/>
            </p:nvPicPr>
            <p:blipFill>
              <a:blip r:embed="rId8"/>
              <a:stretch>
                <a:fillRect/>
              </a:stretch>
            </p:blipFill>
            <p:spPr>
              <a:xfrm>
                <a:off x="1434038" y="3081383"/>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0" name="墨迹 9">
                <a:extLst>
                  <a:ext uri="{FF2B5EF4-FFF2-40B4-BE49-F238E27FC236}">
                    <a16:creationId xmlns:a16="http://schemas.microsoft.com/office/drawing/2014/main" id="{04F52420-F51C-6766-A785-AC9E326029C6}"/>
                  </a:ext>
                </a:extLst>
              </p14:cNvPr>
              <p14:cNvContentPartPr/>
              <p14:nvPr/>
            </p14:nvContentPartPr>
            <p14:xfrm>
              <a:off x="5367250" y="4891463"/>
              <a:ext cx="360" cy="360"/>
            </p14:xfrm>
          </p:contentPart>
        </mc:Choice>
        <mc:Fallback xmlns="">
          <p:pic>
            <p:nvPicPr>
              <p:cNvPr id="10" name="墨迹 9">
                <a:extLst>
                  <a:ext uri="{FF2B5EF4-FFF2-40B4-BE49-F238E27FC236}">
                    <a16:creationId xmlns:a16="http://schemas.microsoft.com/office/drawing/2014/main" id="{04F52420-F51C-6766-A785-AC9E326029C6}"/>
                  </a:ext>
                </a:extLst>
              </p:cNvPr>
              <p:cNvPicPr/>
              <p:nvPr/>
            </p:nvPicPr>
            <p:blipFill>
              <a:blip r:embed="rId8"/>
              <a:stretch>
                <a:fillRect/>
              </a:stretch>
            </p:blipFill>
            <p:spPr>
              <a:xfrm>
                <a:off x="5361130" y="4885343"/>
                <a:ext cx="12600" cy="12600"/>
              </a:xfrm>
              <a:prstGeom prst="rect">
                <a:avLst/>
              </a:prstGeom>
            </p:spPr>
          </p:pic>
        </mc:Fallback>
      </mc:AlternateContent>
      <p:pic>
        <p:nvPicPr>
          <p:cNvPr id="4" name="图片 3">
            <a:extLst>
              <a:ext uri="{FF2B5EF4-FFF2-40B4-BE49-F238E27FC236}">
                <a16:creationId xmlns:a16="http://schemas.microsoft.com/office/drawing/2014/main" id="{FA42E60F-B71E-9A31-C831-E45F4D36B4E3}"/>
              </a:ext>
            </a:extLst>
          </p:cNvPr>
          <p:cNvPicPr>
            <a:picLocks noChangeAspect="1"/>
          </p:cNvPicPr>
          <p:nvPr/>
        </p:nvPicPr>
        <p:blipFill>
          <a:blip r:embed="rId11"/>
          <a:stretch>
            <a:fillRect/>
          </a:stretch>
        </p:blipFill>
        <p:spPr>
          <a:xfrm>
            <a:off x="274980" y="4004648"/>
            <a:ext cx="8646135" cy="2407657"/>
          </a:xfrm>
          <a:prstGeom prst="rect">
            <a:avLst/>
          </a:prstGeom>
        </p:spPr>
      </p:pic>
      <p:pic>
        <p:nvPicPr>
          <p:cNvPr id="11" name="图片 10">
            <a:extLst>
              <a:ext uri="{FF2B5EF4-FFF2-40B4-BE49-F238E27FC236}">
                <a16:creationId xmlns:a16="http://schemas.microsoft.com/office/drawing/2014/main" id="{005D615B-6430-4809-FD4D-16D1D6EFF43F}"/>
              </a:ext>
            </a:extLst>
          </p:cNvPr>
          <p:cNvPicPr>
            <a:picLocks noChangeAspect="1"/>
          </p:cNvPicPr>
          <p:nvPr/>
        </p:nvPicPr>
        <p:blipFill>
          <a:blip r:embed="rId12"/>
          <a:stretch>
            <a:fillRect/>
          </a:stretch>
        </p:blipFill>
        <p:spPr>
          <a:xfrm>
            <a:off x="7465948" y="-146118"/>
            <a:ext cx="4905707" cy="4809995"/>
          </a:xfrm>
          <a:prstGeom prst="rect">
            <a:avLst/>
          </a:prstGeom>
        </p:spPr>
      </p:pic>
      <p:sp>
        <p:nvSpPr>
          <p:cNvPr id="12" name="文本框 11">
            <a:extLst>
              <a:ext uri="{FF2B5EF4-FFF2-40B4-BE49-F238E27FC236}">
                <a16:creationId xmlns:a16="http://schemas.microsoft.com/office/drawing/2014/main" id="{B4F98A07-8351-D587-0564-7AEDA8F4A8A2}"/>
              </a:ext>
            </a:extLst>
          </p:cNvPr>
          <p:cNvSpPr txBox="1"/>
          <p:nvPr>
            <p:custDataLst>
              <p:tags r:id="rId1"/>
            </p:custDataLst>
          </p:nvPr>
        </p:nvSpPr>
        <p:spPr>
          <a:xfrm>
            <a:off x="431825" y="1218474"/>
            <a:ext cx="3114040" cy="497136"/>
          </a:xfrm>
          <a:prstGeom prst="rect">
            <a:avLst/>
          </a:prstGeom>
          <a:noFill/>
        </p:spPr>
        <p:txBody>
          <a:bodyPr wrap="square" lIns="90000" tIns="46800" rIns="90000" bIns="46800" rtlCol="0" anchor="ctr" anchorCtr="0"/>
          <a:lstStyle/>
          <a:p>
            <a:r>
              <a:rPr lang="en-US" altLang="zh-CN" b="1" dirty="0">
                <a:solidFill>
                  <a:srgbClr val="00B0F0"/>
                </a:solidFill>
                <a:latin typeface="Palatino Linotype" panose="02040502050505030304" charset="0"/>
                <a:ea typeface="+mn-ea"/>
                <a:cs typeface="Palatino Linotype" panose="02040502050505030304" charset="0"/>
              </a:rPr>
              <a:t>1.3 Code of program3.exe</a:t>
            </a:r>
          </a:p>
        </p:txBody>
      </p:sp>
    </p:spTree>
    <p:extLst>
      <p:ext uri="{BB962C8B-B14F-4D97-AF65-F5344CB8AC3E}">
        <p14:creationId xmlns:p14="http://schemas.microsoft.com/office/powerpoint/2010/main" val="1469844095"/>
      </p:ext>
    </p:extLst>
  </p:cSld>
  <p:clrMapOvr>
    <a:masterClrMapping/>
  </p:clrMapOvr>
  <p:extLst>
    <p:ext uri="{6950BFC3-D8DA-4A85-94F7-54DA5524770B}">
      <p188:commentRel xmlns:p188="http://schemas.microsoft.com/office/powerpoint/2018/8/main" r:id="rId6"/>
    </p:ext>
  </p:extLs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973454" y="97155"/>
            <a:ext cx="6121029" cy="719621"/>
          </a:xfrm>
          <a:prstGeom prst="rect">
            <a:avLst/>
          </a:prstGeom>
          <a:noFill/>
        </p:spPr>
        <p:txBody>
          <a:bodyPr wrap="square" rtlCol="0">
            <a:spAutoFit/>
          </a:bodyPr>
          <a:lstStyle/>
          <a:p>
            <a:pPr>
              <a:lnSpc>
                <a:spcPct val="130000"/>
              </a:lnSpc>
              <a:spcBef>
                <a:spcPts val="600"/>
              </a:spcBef>
            </a:pPr>
            <a:r>
              <a:rPr lang="en-US" sz="3500" b="1" dirty="0">
                <a:solidFill>
                  <a:srgbClr val="005CA2"/>
                </a:solidFill>
                <a:latin typeface="Arial" panose="020B0604020202020204" pitchFamily="34" charset="0"/>
                <a:cs typeface="Arial" panose="020B0604020202020204" pitchFamily="34" charset="0"/>
                <a:sym typeface="+mn-lt"/>
              </a:rPr>
              <a:t>3 </a:t>
            </a:r>
            <a:r>
              <a:rPr lang="en-US" altLang="zh-CN" sz="3500" b="1" dirty="0">
                <a:solidFill>
                  <a:srgbClr val="005CA2"/>
                </a:solidFill>
                <a:latin typeface="Arial" panose="020B0604020202020204" pitchFamily="34" charset="0"/>
                <a:cs typeface="Arial" panose="020B0604020202020204" pitchFamily="34" charset="0"/>
                <a:sym typeface="+mn-lt"/>
              </a:rPr>
              <a:t>Project3</a:t>
            </a:r>
            <a:endParaRPr sz="3500" b="1" dirty="0">
              <a:solidFill>
                <a:srgbClr val="005CA2"/>
              </a:solidFill>
              <a:latin typeface="Arial" panose="020B0604020202020204" pitchFamily="34" charset="0"/>
              <a:cs typeface="Arial" panose="020B0604020202020204" pitchFamily="34" charset="0"/>
              <a:sym typeface="+mn-lt"/>
            </a:endParaRPr>
          </a:p>
        </p:txBody>
      </p:sp>
      <p:sp>
        <p:nvSpPr>
          <p:cNvPr id="225" name="Line 24"/>
          <p:cNvSpPr>
            <a:spLocks noChangeShapeType="1"/>
          </p:cNvSpPr>
          <p:nvPr>
            <p:custDataLst>
              <p:tags r:id="rId1"/>
            </p:custDataLst>
          </p:nvPr>
        </p:nvSpPr>
        <p:spPr bwMode="auto">
          <a:xfrm>
            <a:off x="431825" y="-1850232"/>
            <a:ext cx="5088255" cy="0"/>
          </a:xfrm>
          <a:prstGeom prst="line">
            <a:avLst/>
          </a:prstGeom>
          <a:noFill/>
          <a:ln w="6350">
            <a:solidFill>
              <a:srgbClr val="00B0F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EEECE1"/>
                  </a:outerShdw>
                </a:effectLst>
              </a14:hiddenEffects>
            </a:ext>
          </a:extLst>
        </p:spPr>
        <p:txBody>
          <a:bodyPr wrap="square" lIns="90000" tIns="46800" rIns="90000" bIns="46800" anchor="ctr" anchorCtr="0">
            <a:normAutofit fontScale="25000" lnSpcReduction="20000"/>
          </a:bodyPr>
          <a:lstStyle/>
          <a:p>
            <a:endParaRPr lang="zh-CN" altLang="en-US" sz="1690">
              <a:solidFill>
                <a:sysClr val="windowText" lastClr="000000">
                  <a:lumMod val="50000"/>
                  <a:lumOff val="50000"/>
                </a:sysClr>
              </a:solidFill>
            </a:endParaRPr>
          </a:p>
        </p:txBody>
      </p:sp>
      <mc:AlternateContent xmlns:mc="http://schemas.openxmlformats.org/markup-compatibility/2006" xmlns:p14="http://schemas.microsoft.com/office/powerpoint/2010/main">
        <mc:Choice Requires="p14">
          <p:contentPart p14:bwMode="auto" r:id="rId6">
            <p14:nvContentPartPr>
              <p14:cNvPr id="6" name="墨迹 5">
                <a:extLst>
                  <a:ext uri="{FF2B5EF4-FFF2-40B4-BE49-F238E27FC236}">
                    <a16:creationId xmlns:a16="http://schemas.microsoft.com/office/drawing/2014/main" id="{6BEF6529-FE2C-8A66-2178-9DAB7DFC809D}"/>
                  </a:ext>
                </a:extLst>
              </p14:cNvPr>
              <p14:cNvContentPartPr/>
              <p14:nvPr/>
            </p14:nvContentPartPr>
            <p14:xfrm>
              <a:off x="2273198" y="1089863"/>
              <a:ext cx="360" cy="360"/>
            </p14:xfrm>
          </p:contentPart>
        </mc:Choice>
        <mc:Fallback xmlns="">
          <p:pic>
            <p:nvPicPr>
              <p:cNvPr id="6" name="墨迹 5">
                <a:extLst>
                  <a:ext uri="{FF2B5EF4-FFF2-40B4-BE49-F238E27FC236}">
                    <a16:creationId xmlns:a16="http://schemas.microsoft.com/office/drawing/2014/main" id="{6BEF6529-FE2C-8A66-2178-9DAB7DFC809D}"/>
                  </a:ext>
                </a:extLst>
              </p:cNvPr>
              <p:cNvPicPr/>
              <p:nvPr/>
            </p:nvPicPr>
            <p:blipFill>
              <a:blip r:embed="rId7"/>
              <a:stretch>
                <a:fillRect/>
              </a:stretch>
            </p:blipFill>
            <p:spPr>
              <a:xfrm>
                <a:off x="2267078" y="1083743"/>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8" name="墨迹 7">
                <a:extLst>
                  <a:ext uri="{FF2B5EF4-FFF2-40B4-BE49-F238E27FC236}">
                    <a16:creationId xmlns:a16="http://schemas.microsoft.com/office/drawing/2014/main" id="{995DDB28-87BC-64D8-7657-C464D1215A0C}"/>
                  </a:ext>
                </a:extLst>
              </p14:cNvPr>
              <p14:cNvContentPartPr/>
              <p14:nvPr/>
            </p14:nvContentPartPr>
            <p14:xfrm>
              <a:off x="1440158" y="3087863"/>
              <a:ext cx="360" cy="360"/>
            </p14:xfrm>
          </p:contentPart>
        </mc:Choice>
        <mc:Fallback xmlns="">
          <p:pic>
            <p:nvPicPr>
              <p:cNvPr id="8" name="墨迹 7">
                <a:extLst>
                  <a:ext uri="{FF2B5EF4-FFF2-40B4-BE49-F238E27FC236}">
                    <a16:creationId xmlns:a16="http://schemas.microsoft.com/office/drawing/2014/main" id="{995DDB28-87BC-64D8-7657-C464D1215A0C}"/>
                  </a:ext>
                </a:extLst>
              </p:cNvPr>
              <p:cNvPicPr/>
              <p:nvPr/>
            </p:nvPicPr>
            <p:blipFill>
              <a:blip r:embed="rId7"/>
              <a:stretch>
                <a:fillRect/>
              </a:stretch>
            </p:blipFill>
            <p:spPr>
              <a:xfrm>
                <a:off x="1434038" y="3081383"/>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0" name="墨迹 9">
                <a:extLst>
                  <a:ext uri="{FF2B5EF4-FFF2-40B4-BE49-F238E27FC236}">
                    <a16:creationId xmlns:a16="http://schemas.microsoft.com/office/drawing/2014/main" id="{04F52420-F51C-6766-A785-AC9E326029C6}"/>
                  </a:ext>
                </a:extLst>
              </p14:cNvPr>
              <p14:cNvContentPartPr/>
              <p14:nvPr/>
            </p14:nvContentPartPr>
            <p14:xfrm>
              <a:off x="5367250" y="4891463"/>
              <a:ext cx="360" cy="360"/>
            </p14:xfrm>
          </p:contentPart>
        </mc:Choice>
        <mc:Fallback xmlns="">
          <p:pic>
            <p:nvPicPr>
              <p:cNvPr id="10" name="墨迹 9">
                <a:extLst>
                  <a:ext uri="{FF2B5EF4-FFF2-40B4-BE49-F238E27FC236}">
                    <a16:creationId xmlns:a16="http://schemas.microsoft.com/office/drawing/2014/main" id="{04F52420-F51C-6766-A785-AC9E326029C6}"/>
                  </a:ext>
                </a:extLst>
              </p:cNvPr>
              <p:cNvPicPr/>
              <p:nvPr/>
            </p:nvPicPr>
            <p:blipFill>
              <a:blip r:embed="rId7"/>
              <a:stretch>
                <a:fillRect/>
              </a:stretch>
            </p:blipFill>
            <p:spPr>
              <a:xfrm>
                <a:off x="5361130" y="4885343"/>
                <a:ext cx="12600" cy="12600"/>
              </a:xfrm>
              <a:prstGeom prst="rect">
                <a:avLst/>
              </a:prstGeom>
            </p:spPr>
          </p:pic>
        </mc:Fallback>
      </mc:AlternateContent>
      <p:pic>
        <p:nvPicPr>
          <p:cNvPr id="4" name="图片 3">
            <a:extLst>
              <a:ext uri="{FF2B5EF4-FFF2-40B4-BE49-F238E27FC236}">
                <a16:creationId xmlns:a16="http://schemas.microsoft.com/office/drawing/2014/main" id="{8912E9E3-5510-23DF-5782-320353364B6B}"/>
              </a:ext>
            </a:extLst>
          </p:cNvPr>
          <p:cNvPicPr>
            <a:picLocks noChangeAspect="1"/>
          </p:cNvPicPr>
          <p:nvPr/>
        </p:nvPicPr>
        <p:blipFill>
          <a:blip r:embed="rId10"/>
          <a:stretch>
            <a:fillRect/>
          </a:stretch>
        </p:blipFill>
        <p:spPr>
          <a:xfrm>
            <a:off x="669819" y="1966586"/>
            <a:ext cx="9764362" cy="4478055"/>
          </a:xfrm>
          <a:prstGeom prst="rect">
            <a:avLst/>
          </a:prstGeom>
        </p:spPr>
      </p:pic>
      <p:sp>
        <p:nvSpPr>
          <p:cNvPr id="9" name="文本框 8">
            <a:extLst>
              <a:ext uri="{FF2B5EF4-FFF2-40B4-BE49-F238E27FC236}">
                <a16:creationId xmlns:a16="http://schemas.microsoft.com/office/drawing/2014/main" id="{6A6E7EC9-4EB3-9DB0-1232-3C01A474812E}"/>
              </a:ext>
            </a:extLst>
          </p:cNvPr>
          <p:cNvSpPr txBox="1"/>
          <p:nvPr/>
        </p:nvSpPr>
        <p:spPr>
          <a:xfrm>
            <a:off x="5304773" y="816776"/>
            <a:ext cx="6513174" cy="923330"/>
          </a:xfrm>
          <a:prstGeom prst="rect">
            <a:avLst/>
          </a:prstGeom>
          <a:noFill/>
        </p:spPr>
        <p:txBody>
          <a:bodyPr wrap="square" rtlCol="0">
            <a:spAutoFit/>
          </a:bodyPr>
          <a:lstStyle/>
          <a:p>
            <a:r>
              <a:rPr lang="en-US" altLang="zh-CN" dirty="0"/>
              <a:t>Write the stretched program1.exe into the memory of the suspended process. Then after I change the OEP of  the main thread then the program1.exe can run.</a:t>
            </a:r>
            <a:endParaRPr lang="zh-CN" altLang="en-US" dirty="0"/>
          </a:p>
        </p:txBody>
      </p:sp>
      <p:sp>
        <p:nvSpPr>
          <p:cNvPr id="11" name="文本框 10">
            <a:extLst>
              <a:ext uri="{FF2B5EF4-FFF2-40B4-BE49-F238E27FC236}">
                <a16:creationId xmlns:a16="http://schemas.microsoft.com/office/drawing/2014/main" id="{75EF2760-0F5F-F4F2-8D51-5A4B0EB2AE45}"/>
              </a:ext>
            </a:extLst>
          </p:cNvPr>
          <p:cNvSpPr txBox="1"/>
          <p:nvPr>
            <p:custDataLst>
              <p:tags r:id="rId2"/>
            </p:custDataLst>
          </p:nvPr>
        </p:nvSpPr>
        <p:spPr>
          <a:xfrm>
            <a:off x="431825" y="1218474"/>
            <a:ext cx="3114040" cy="497136"/>
          </a:xfrm>
          <a:prstGeom prst="rect">
            <a:avLst/>
          </a:prstGeom>
          <a:noFill/>
        </p:spPr>
        <p:txBody>
          <a:bodyPr wrap="square" lIns="90000" tIns="46800" rIns="90000" bIns="46800" rtlCol="0" anchor="ctr" anchorCtr="0"/>
          <a:lstStyle/>
          <a:p>
            <a:r>
              <a:rPr lang="en-US" altLang="zh-CN" b="1" dirty="0">
                <a:solidFill>
                  <a:srgbClr val="00B0F0"/>
                </a:solidFill>
                <a:latin typeface="Palatino Linotype" panose="02040502050505030304" charset="0"/>
                <a:ea typeface="+mn-ea"/>
                <a:cs typeface="Palatino Linotype" panose="02040502050505030304" charset="0"/>
              </a:rPr>
              <a:t>1.3 Code of program3.exe</a:t>
            </a:r>
          </a:p>
        </p:txBody>
      </p:sp>
    </p:spTree>
    <p:extLst>
      <p:ext uri="{BB962C8B-B14F-4D97-AF65-F5344CB8AC3E}">
        <p14:creationId xmlns:p14="http://schemas.microsoft.com/office/powerpoint/2010/main" val="3179678732"/>
      </p:ext>
    </p:extLst>
  </p:cSld>
  <p:clrMapOvr>
    <a:masterClrMapping/>
  </p:clrMapOvr>
  <p:extLst>
    <p:ext uri="{6950BFC3-D8DA-4A85-94F7-54DA5524770B}">
      <p188:commentRel xmlns:p188="http://schemas.microsoft.com/office/powerpoint/2018/8/main" r:id="rId5"/>
    </p:ext>
  </p:extLs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973454" y="97155"/>
            <a:ext cx="6121029" cy="719621"/>
          </a:xfrm>
          <a:prstGeom prst="rect">
            <a:avLst/>
          </a:prstGeom>
          <a:noFill/>
        </p:spPr>
        <p:txBody>
          <a:bodyPr wrap="square" rtlCol="0">
            <a:spAutoFit/>
          </a:bodyPr>
          <a:lstStyle/>
          <a:p>
            <a:pPr>
              <a:lnSpc>
                <a:spcPct val="130000"/>
              </a:lnSpc>
              <a:spcBef>
                <a:spcPts val="600"/>
              </a:spcBef>
            </a:pPr>
            <a:r>
              <a:rPr lang="en-US" sz="3500" b="1" dirty="0">
                <a:solidFill>
                  <a:srgbClr val="005CA2"/>
                </a:solidFill>
                <a:latin typeface="Arial" panose="020B0604020202020204" pitchFamily="34" charset="0"/>
                <a:cs typeface="Arial" panose="020B0604020202020204" pitchFamily="34" charset="0"/>
                <a:sym typeface="+mn-lt"/>
              </a:rPr>
              <a:t>3 </a:t>
            </a:r>
            <a:r>
              <a:rPr lang="en-US" altLang="zh-CN" sz="3500" b="1" dirty="0">
                <a:solidFill>
                  <a:srgbClr val="005CA2"/>
                </a:solidFill>
                <a:latin typeface="Arial" panose="020B0604020202020204" pitchFamily="34" charset="0"/>
                <a:cs typeface="Arial" panose="020B0604020202020204" pitchFamily="34" charset="0"/>
                <a:sym typeface="+mn-lt"/>
              </a:rPr>
              <a:t>Project3</a:t>
            </a:r>
            <a:endParaRPr sz="3500" b="1" dirty="0">
              <a:solidFill>
                <a:srgbClr val="005CA2"/>
              </a:solidFill>
              <a:latin typeface="Arial" panose="020B0604020202020204" pitchFamily="34" charset="0"/>
              <a:cs typeface="Arial" panose="020B0604020202020204" pitchFamily="34" charset="0"/>
              <a:sym typeface="+mn-lt"/>
            </a:endParaRPr>
          </a:p>
        </p:txBody>
      </p:sp>
      <mc:AlternateContent xmlns:mc="http://schemas.openxmlformats.org/markup-compatibility/2006" xmlns:p14="http://schemas.microsoft.com/office/powerpoint/2010/main">
        <mc:Choice Requires="p14">
          <p:contentPart p14:bwMode="auto" r:id="rId5">
            <p14:nvContentPartPr>
              <p14:cNvPr id="6" name="墨迹 5">
                <a:extLst>
                  <a:ext uri="{FF2B5EF4-FFF2-40B4-BE49-F238E27FC236}">
                    <a16:creationId xmlns:a16="http://schemas.microsoft.com/office/drawing/2014/main" id="{6BEF6529-FE2C-8A66-2178-9DAB7DFC809D}"/>
                  </a:ext>
                </a:extLst>
              </p14:cNvPr>
              <p14:cNvContentPartPr/>
              <p14:nvPr/>
            </p14:nvContentPartPr>
            <p14:xfrm>
              <a:off x="2273198" y="1089863"/>
              <a:ext cx="360" cy="360"/>
            </p14:xfrm>
          </p:contentPart>
        </mc:Choice>
        <mc:Fallback xmlns="">
          <p:pic>
            <p:nvPicPr>
              <p:cNvPr id="6" name="墨迹 5">
                <a:extLst>
                  <a:ext uri="{FF2B5EF4-FFF2-40B4-BE49-F238E27FC236}">
                    <a16:creationId xmlns:a16="http://schemas.microsoft.com/office/drawing/2014/main" id="{6BEF6529-FE2C-8A66-2178-9DAB7DFC809D}"/>
                  </a:ext>
                </a:extLst>
              </p:cNvPr>
              <p:cNvPicPr/>
              <p:nvPr/>
            </p:nvPicPr>
            <p:blipFill>
              <a:blip r:embed="rId7"/>
              <a:stretch>
                <a:fillRect/>
              </a:stretch>
            </p:blipFill>
            <p:spPr>
              <a:xfrm>
                <a:off x="2267078" y="1083743"/>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8" name="墨迹 7">
                <a:extLst>
                  <a:ext uri="{FF2B5EF4-FFF2-40B4-BE49-F238E27FC236}">
                    <a16:creationId xmlns:a16="http://schemas.microsoft.com/office/drawing/2014/main" id="{995DDB28-87BC-64D8-7657-C464D1215A0C}"/>
                  </a:ext>
                </a:extLst>
              </p14:cNvPr>
              <p14:cNvContentPartPr/>
              <p14:nvPr/>
            </p14:nvContentPartPr>
            <p14:xfrm>
              <a:off x="1440158" y="3087863"/>
              <a:ext cx="360" cy="360"/>
            </p14:xfrm>
          </p:contentPart>
        </mc:Choice>
        <mc:Fallback xmlns="">
          <p:pic>
            <p:nvPicPr>
              <p:cNvPr id="8" name="墨迹 7">
                <a:extLst>
                  <a:ext uri="{FF2B5EF4-FFF2-40B4-BE49-F238E27FC236}">
                    <a16:creationId xmlns:a16="http://schemas.microsoft.com/office/drawing/2014/main" id="{995DDB28-87BC-64D8-7657-C464D1215A0C}"/>
                  </a:ext>
                </a:extLst>
              </p:cNvPr>
              <p:cNvPicPr/>
              <p:nvPr/>
            </p:nvPicPr>
            <p:blipFill>
              <a:blip r:embed="rId7"/>
              <a:stretch>
                <a:fillRect/>
              </a:stretch>
            </p:blipFill>
            <p:spPr>
              <a:xfrm>
                <a:off x="1434038" y="3081383"/>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0" name="墨迹 9">
                <a:extLst>
                  <a:ext uri="{FF2B5EF4-FFF2-40B4-BE49-F238E27FC236}">
                    <a16:creationId xmlns:a16="http://schemas.microsoft.com/office/drawing/2014/main" id="{04F52420-F51C-6766-A785-AC9E326029C6}"/>
                  </a:ext>
                </a:extLst>
              </p14:cNvPr>
              <p14:cNvContentPartPr/>
              <p14:nvPr/>
            </p14:nvContentPartPr>
            <p14:xfrm>
              <a:off x="5367250" y="4891463"/>
              <a:ext cx="360" cy="360"/>
            </p14:xfrm>
          </p:contentPart>
        </mc:Choice>
        <mc:Fallback xmlns="">
          <p:pic>
            <p:nvPicPr>
              <p:cNvPr id="10" name="墨迹 9">
                <a:extLst>
                  <a:ext uri="{FF2B5EF4-FFF2-40B4-BE49-F238E27FC236}">
                    <a16:creationId xmlns:a16="http://schemas.microsoft.com/office/drawing/2014/main" id="{04F52420-F51C-6766-A785-AC9E326029C6}"/>
                  </a:ext>
                </a:extLst>
              </p:cNvPr>
              <p:cNvPicPr/>
              <p:nvPr/>
            </p:nvPicPr>
            <p:blipFill>
              <a:blip r:embed="rId7"/>
              <a:stretch>
                <a:fillRect/>
              </a:stretch>
            </p:blipFill>
            <p:spPr>
              <a:xfrm>
                <a:off x="5361130" y="4885343"/>
                <a:ext cx="12600" cy="12600"/>
              </a:xfrm>
              <a:prstGeom prst="rect">
                <a:avLst/>
              </a:prstGeom>
            </p:spPr>
          </p:pic>
        </mc:Fallback>
      </mc:AlternateContent>
      <p:pic>
        <p:nvPicPr>
          <p:cNvPr id="4" name="图片 3">
            <a:extLst>
              <a:ext uri="{FF2B5EF4-FFF2-40B4-BE49-F238E27FC236}">
                <a16:creationId xmlns:a16="http://schemas.microsoft.com/office/drawing/2014/main" id="{8BC47D7D-C886-74F7-E17E-017F883A7BE2}"/>
              </a:ext>
            </a:extLst>
          </p:cNvPr>
          <p:cNvPicPr>
            <a:picLocks noChangeAspect="1"/>
          </p:cNvPicPr>
          <p:nvPr/>
        </p:nvPicPr>
        <p:blipFill>
          <a:blip r:embed="rId10"/>
          <a:stretch>
            <a:fillRect/>
          </a:stretch>
        </p:blipFill>
        <p:spPr>
          <a:xfrm>
            <a:off x="378064" y="3513355"/>
            <a:ext cx="11172825" cy="3000375"/>
          </a:xfrm>
          <a:prstGeom prst="rect">
            <a:avLst/>
          </a:prstGeom>
        </p:spPr>
      </p:pic>
      <p:sp>
        <p:nvSpPr>
          <p:cNvPr id="11" name="文本框 10">
            <a:extLst>
              <a:ext uri="{FF2B5EF4-FFF2-40B4-BE49-F238E27FC236}">
                <a16:creationId xmlns:a16="http://schemas.microsoft.com/office/drawing/2014/main" id="{70A8130C-698D-87D7-8D7C-553432613C73}"/>
              </a:ext>
            </a:extLst>
          </p:cNvPr>
          <p:cNvSpPr txBox="1"/>
          <p:nvPr>
            <p:custDataLst>
              <p:tags r:id="rId1"/>
            </p:custDataLst>
          </p:nvPr>
        </p:nvSpPr>
        <p:spPr>
          <a:xfrm>
            <a:off x="431825" y="1218474"/>
            <a:ext cx="3114040" cy="497136"/>
          </a:xfrm>
          <a:prstGeom prst="rect">
            <a:avLst/>
          </a:prstGeom>
          <a:noFill/>
        </p:spPr>
        <p:txBody>
          <a:bodyPr wrap="square" lIns="90000" tIns="46800" rIns="90000" bIns="46800" rtlCol="0" anchor="ctr" anchorCtr="0"/>
          <a:lstStyle/>
          <a:p>
            <a:r>
              <a:rPr lang="en-US" altLang="zh-CN" b="1" dirty="0">
                <a:solidFill>
                  <a:srgbClr val="00B0F0"/>
                </a:solidFill>
                <a:latin typeface="Palatino Linotype" panose="02040502050505030304" charset="0"/>
                <a:ea typeface="+mn-ea"/>
                <a:cs typeface="Palatino Linotype" panose="02040502050505030304" charset="0"/>
              </a:rPr>
              <a:t>1.3 Code of program3.exe</a:t>
            </a:r>
          </a:p>
        </p:txBody>
      </p:sp>
      <p:sp>
        <p:nvSpPr>
          <p:cNvPr id="12" name="文本框 11">
            <a:extLst>
              <a:ext uri="{FF2B5EF4-FFF2-40B4-BE49-F238E27FC236}">
                <a16:creationId xmlns:a16="http://schemas.microsoft.com/office/drawing/2014/main" id="{8D341868-5A6E-83BD-7EAC-FCAB26170D13}"/>
              </a:ext>
            </a:extLst>
          </p:cNvPr>
          <p:cNvSpPr txBox="1"/>
          <p:nvPr/>
        </p:nvSpPr>
        <p:spPr>
          <a:xfrm>
            <a:off x="482252" y="1791222"/>
            <a:ext cx="10653386" cy="923330"/>
          </a:xfrm>
          <a:prstGeom prst="rect">
            <a:avLst/>
          </a:prstGeom>
          <a:noFill/>
        </p:spPr>
        <p:txBody>
          <a:bodyPr wrap="square" rtlCol="0">
            <a:spAutoFit/>
          </a:bodyPr>
          <a:lstStyle/>
          <a:p>
            <a:r>
              <a:rPr lang="en-US" altLang="zh-CN" dirty="0"/>
              <a:t>1.I know that the </a:t>
            </a:r>
            <a:r>
              <a:rPr lang="en-US" altLang="zh-CN" dirty="0" err="1"/>
              <a:t>Eip</a:t>
            </a:r>
            <a:r>
              <a:rPr lang="en-US" altLang="zh-CN" dirty="0"/>
              <a:t> is the start address of the executed code in the thread. To run the program1.exe we need to set it. But I still do not know what the </a:t>
            </a:r>
            <a:r>
              <a:rPr lang="en-US" altLang="zh-CN" dirty="0" err="1"/>
              <a:t>Ebx</a:t>
            </a:r>
            <a:r>
              <a:rPr lang="en-US" altLang="zh-CN" dirty="0"/>
              <a:t> means! And why change it.</a:t>
            </a:r>
          </a:p>
          <a:p>
            <a:r>
              <a:rPr lang="en-US" altLang="zh-CN" dirty="0"/>
              <a:t>2.After set the context just resume the thread is OK.</a:t>
            </a:r>
          </a:p>
        </p:txBody>
      </p:sp>
    </p:spTree>
    <p:extLst>
      <p:ext uri="{BB962C8B-B14F-4D97-AF65-F5344CB8AC3E}">
        <p14:creationId xmlns:p14="http://schemas.microsoft.com/office/powerpoint/2010/main" val="2182176769"/>
      </p:ext>
    </p:extLst>
  </p:cSld>
  <p:clrMapOvr>
    <a:masterClrMapping/>
  </p:clrMapOvr>
  <p:extLst>
    <p:ext uri="{6950BFC3-D8DA-4A85-94F7-54DA5524770B}">
      <p188:commentRel xmlns:p188="http://schemas.microsoft.com/office/powerpoint/2018/8/main" r:id="rId4"/>
    </p:ext>
  </p:extLs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973454" y="97155"/>
            <a:ext cx="6121029" cy="719621"/>
          </a:xfrm>
          <a:prstGeom prst="rect">
            <a:avLst/>
          </a:prstGeom>
          <a:noFill/>
        </p:spPr>
        <p:txBody>
          <a:bodyPr wrap="square" rtlCol="0">
            <a:spAutoFit/>
          </a:bodyPr>
          <a:lstStyle/>
          <a:p>
            <a:pPr>
              <a:lnSpc>
                <a:spcPct val="130000"/>
              </a:lnSpc>
              <a:spcBef>
                <a:spcPts val="600"/>
              </a:spcBef>
            </a:pPr>
            <a:r>
              <a:rPr lang="en-US" sz="3500" b="1" dirty="0">
                <a:solidFill>
                  <a:srgbClr val="005CA2"/>
                </a:solidFill>
                <a:latin typeface="Arial" panose="020B0604020202020204" pitchFamily="34" charset="0"/>
                <a:cs typeface="Arial" panose="020B0604020202020204" pitchFamily="34" charset="0"/>
                <a:sym typeface="+mn-lt"/>
              </a:rPr>
              <a:t>3 </a:t>
            </a:r>
            <a:r>
              <a:rPr lang="en-US" altLang="zh-CN" sz="3500" b="1" dirty="0">
                <a:solidFill>
                  <a:srgbClr val="005CA2"/>
                </a:solidFill>
                <a:latin typeface="Arial" panose="020B0604020202020204" pitchFamily="34" charset="0"/>
                <a:cs typeface="Arial" panose="020B0604020202020204" pitchFamily="34" charset="0"/>
                <a:sym typeface="+mn-lt"/>
              </a:rPr>
              <a:t>Project3</a:t>
            </a:r>
            <a:endParaRPr sz="3500" b="1" dirty="0">
              <a:solidFill>
                <a:srgbClr val="005CA2"/>
              </a:solidFill>
              <a:latin typeface="Arial" panose="020B0604020202020204" pitchFamily="34" charset="0"/>
              <a:cs typeface="Arial" panose="020B0604020202020204" pitchFamily="34" charset="0"/>
              <a:sym typeface="+mn-lt"/>
            </a:endParaRPr>
          </a:p>
        </p:txBody>
      </p:sp>
      <mc:AlternateContent xmlns:mc="http://schemas.openxmlformats.org/markup-compatibility/2006" xmlns:p14="http://schemas.microsoft.com/office/powerpoint/2010/main">
        <mc:Choice Requires="p14">
          <p:contentPart p14:bwMode="auto" r:id="rId4">
            <p14:nvContentPartPr>
              <p14:cNvPr id="6" name="墨迹 5">
                <a:extLst>
                  <a:ext uri="{FF2B5EF4-FFF2-40B4-BE49-F238E27FC236}">
                    <a16:creationId xmlns:a16="http://schemas.microsoft.com/office/drawing/2014/main" id="{6BEF6529-FE2C-8A66-2178-9DAB7DFC809D}"/>
                  </a:ext>
                </a:extLst>
              </p14:cNvPr>
              <p14:cNvContentPartPr/>
              <p14:nvPr/>
            </p14:nvContentPartPr>
            <p14:xfrm>
              <a:off x="2273198" y="1089863"/>
              <a:ext cx="360" cy="360"/>
            </p14:xfrm>
          </p:contentPart>
        </mc:Choice>
        <mc:Fallback xmlns="">
          <p:pic>
            <p:nvPicPr>
              <p:cNvPr id="6" name="墨迹 5">
                <a:extLst>
                  <a:ext uri="{FF2B5EF4-FFF2-40B4-BE49-F238E27FC236}">
                    <a16:creationId xmlns:a16="http://schemas.microsoft.com/office/drawing/2014/main" id="{6BEF6529-FE2C-8A66-2178-9DAB7DFC809D}"/>
                  </a:ext>
                </a:extLst>
              </p:cNvPr>
              <p:cNvPicPr/>
              <p:nvPr/>
            </p:nvPicPr>
            <p:blipFill>
              <a:blip r:embed="rId7"/>
              <a:stretch>
                <a:fillRect/>
              </a:stretch>
            </p:blipFill>
            <p:spPr>
              <a:xfrm>
                <a:off x="2267078" y="1083743"/>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8" name="墨迹 7">
                <a:extLst>
                  <a:ext uri="{FF2B5EF4-FFF2-40B4-BE49-F238E27FC236}">
                    <a16:creationId xmlns:a16="http://schemas.microsoft.com/office/drawing/2014/main" id="{995DDB28-87BC-64D8-7657-C464D1215A0C}"/>
                  </a:ext>
                </a:extLst>
              </p14:cNvPr>
              <p14:cNvContentPartPr/>
              <p14:nvPr/>
            </p14:nvContentPartPr>
            <p14:xfrm>
              <a:off x="1440158" y="3087863"/>
              <a:ext cx="360" cy="360"/>
            </p14:xfrm>
          </p:contentPart>
        </mc:Choice>
        <mc:Fallback xmlns="">
          <p:pic>
            <p:nvPicPr>
              <p:cNvPr id="8" name="墨迹 7">
                <a:extLst>
                  <a:ext uri="{FF2B5EF4-FFF2-40B4-BE49-F238E27FC236}">
                    <a16:creationId xmlns:a16="http://schemas.microsoft.com/office/drawing/2014/main" id="{995DDB28-87BC-64D8-7657-C464D1215A0C}"/>
                  </a:ext>
                </a:extLst>
              </p:cNvPr>
              <p:cNvPicPr/>
              <p:nvPr/>
            </p:nvPicPr>
            <p:blipFill>
              <a:blip r:embed="rId7"/>
              <a:stretch>
                <a:fillRect/>
              </a:stretch>
            </p:blipFill>
            <p:spPr>
              <a:xfrm>
                <a:off x="1434038" y="3081383"/>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0" name="墨迹 9">
                <a:extLst>
                  <a:ext uri="{FF2B5EF4-FFF2-40B4-BE49-F238E27FC236}">
                    <a16:creationId xmlns:a16="http://schemas.microsoft.com/office/drawing/2014/main" id="{04F52420-F51C-6766-A785-AC9E326029C6}"/>
                  </a:ext>
                </a:extLst>
              </p14:cNvPr>
              <p14:cNvContentPartPr/>
              <p14:nvPr/>
            </p14:nvContentPartPr>
            <p14:xfrm>
              <a:off x="5367250" y="4891463"/>
              <a:ext cx="360" cy="360"/>
            </p14:xfrm>
          </p:contentPart>
        </mc:Choice>
        <mc:Fallback xmlns="">
          <p:pic>
            <p:nvPicPr>
              <p:cNvPr id="10" name="墨迹 9">
                <a:extLst>
                  <a:ext uri="{FF2B5EF4-FFF2-40B4-BE49-F238E27FC236}">
                    <a16:creationId xmlns:a16="http://schemas.microsoft.com/office/drawing/2014/main" id="{04F52420-F51C-6766-A785-AC9E326029C6}"/>
                  </a:ext>
                </a:extLst>
              </p:cNvPr>
              <p:cNvPicPr/>
              <p:nvPr/>
            </p:nvPicPr>
            <p:blipFill>
              <a:blip r:embed="rId7"/>
              <a:stretch>
                <a:fillRect/>
              </a:stretch>
            </p:blipFill>
            <p:spPr>
              <a:xfrm>
                <a:off x="5361130" y="4885343"/>
                <a:ext cx="12600" cy="12600"/>
              </a:xfrm>
              <a:prstGeom prst="rect">
                <a:avLst/>
              </a:prstGeom>
            </p:spPr>
          </p:pic>
        </mc:Fallback>
      </mc:AlternateContent>
      <p:sp>
        <p:nvSpPr>
          <p:cNvPr id="11" name="文本框 10">
            <a:extLst>
              <a:ext uri="{FF2B5EF4-FFF2-40B4-BE49-F238E27FC236}">
                <a16:creationId xmlns:a16="http://schemas.microsoft.com/office/drawing/2014/main" id="{70A8130C-698D-87D7-8D7C-553432613C73}"/>
              </a:ext>
            </a:extLst>
          </p:cNvPr>
          <p:cNvSpPr txBox="1"/>
          <p:nvPr>
            <p:custDataLst>
              <p:tags r:id="rId1"/>
            </p:custDataLst>
          </p:nvPr>
        </p:nvSpPr>
        <p:spPr>
          <a:xfrm>
            <a:off x="431825" y="1218474"/>
            <a:ext cx="3114040" cy="497136"/>
          </a:xfrm>
          <a:prstGeom prst="rect">
            <a:avLst/>
          </a:prstGeom>
          <a:noFill/>
        </p:spPr>
        <p:txBody>
          <a:bodyPr wrap="square" lIns="90000" tIns="46800" rIns="90000" bIns="46800" rtlCol="0" anchor="ctr" anchorCtr="0"/>
          <a:lstStyle/>
          <a:p>
            <a:r>
              <a:rPr lang="en-US" altLang="zh-CN" b="1" dirty="0">
                <a:solidFill>
                  <a:srgbClr val="00B0F0"/>
                </a:solidFill>
                <a:latin typeface="Palatino Linotype" panose="02040502050505030304" charset="0"/>
                <a:ea typeface="+mn-ea"/>
                <a:cs typeface="Palatino Linotype" panose="02040502050505030304" charset="0"/>
              </a:rPr>
              <a:t>1.4 Result</a:t>
            </a:r>
          </a:p>
        </p:txBody>
      </p:sp>
      <p:pic>
        <p:nvPicPr>
          <p:cNvPr id="3" name="图片 2">
            <a:extLst>
              <a:ext uri="{FF2B5EF4-FFF2-40B4-BE49-F238E27FC236}">
                <a16:creationId xmlns:a16="http://schemas.microsoft.com/office/drawing/2014/main" id="{86BE609E-7D06-D74B-0AD3-8A7FBB314827}"/>
              </a:ext>
            </a:extLst>
          </p:cNvPr>
          <p:cNvPicPr>
            <a:picLocks noChangeAspect="1"/>
          </p:cNvPicPr>
          <p:nvPr/>
        </p:nvPicPr>
        <p:blipFill>
          <a:blip r:embed="rId10"/>
          <a:stretch>
            <a:fillRect/>
          </a:stretch>
        </p:blipFill>
        <p:spPr>
          <a:xfrm>
            <a:off x="2221487" y="1767455"/>
            <a:ext cx="7096125" cy="3714750"/>
          </a:xfrm>
          <a:prstGeom prst="rect">
            <a:avLst/>
          </a:prstGeom>
        </p:spPr>
      </p:pic>
    </p:spTree>
    <p:extLst>
      <p:ext uri="{BB962C8B-B14F-4D97-AF65-F5344CB8AC3E}">
        <p14:creationId xmlns:p14="http://schemas.microsoft.com/office/powerpoint/2010/main" val="277921483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973455" y="97155"/>
            <a:ext cx="3154045" cy="719621"/>
          </a:xfrm>
          <a:prstGeom prst="rect">
            <a:avLst/>
          </a:prstGeom>
          <a:noFill/>
        </p:spPr>
        <p:txBody>
          <a:bodyPr wrap="square" rtlCol="0">
            <a:spAutoFit/>
          </a:bodyPr>
          <a:lstStyle/>
          <a:p>
            <a:pPr algn="ctr">
              <a:lnSpc>
                <a:spcPct val="130000"/>
              </a:lnSpc>
              <a:spcBef>
                <a:spcPts val="600"/>
              </a:spcBef>
            </a:pPr>
            <a:r>
              <a:rPr lang="en-US" sz="3500" b="1" dirty="0">
                <a:solidFill>
                  <a:srgbClr val="005CA2"/>
                </a:solidFill>
                <a:latin typeface="Arial" panose="020B0604020202020204" pitchFamily="34" charset="0"/>
                <a:cs typeface="Arial" panose="020B0604020202020204" pitchFamily="34" charset="0"/>
                <a:sym typeface="+mn-lt"/>
              </a:rPr>
              <a:t>1</a:t>
            </a:r>
            <a:r>
              <a:rPr lang="zh-CN" altLang="en-US" sz="3500" b="1" dirty="0">
                <a:solidFill>
                  <a:srgbClr val="005CA2"/>
                </a:solidFill>
                <a:latin typeface="Arial" panose="020B0604020202020204" pitchFamily="34" charset="0"/>
                <a:cs typeface="Arial" panose="020B0604020202020204" pitchFamily="34" charset="0"/>
                <a:sym typeface="+mn-lt"/>
              </a:rPr>
              <a:t> </a:t>
            </a:r>
            <a:r>
              <a:rPr lang="en-US" altLang="zh-CN" sz="3500" b="1" dirty="0">
                <a:solidFill>
                  <a:srgbClr val="005CA2"/>
                </a:solidFill>
                <a:latin typeface="Arial" panose="020B0604020202020204" pitchFamily="34" charset="0"/>
                <a:cs typeface="Arial" panose="020B0604020202020204" pitchFamily="34" charset="0"/>
                <a:sym typeface="+mn-lt"/>
              </a:rPr>
              <a:t>Plan</a:t>
            </a:r>
            <a:endParaRPr sz="3500" b="1" dirty="0">
              <a:solidFill>
                <a:srgbClr val="005CA2"/>
              </a:solidFill>
              <a:latin typeface="Arial" panose="020B0604020202020204" pitchFamily="34" charset="0"/>
              <a:cs typeface="Arial" panose="020B0604020202020204" pitchFamily="34" charset="0"/>
              <a:sym typeface="+mn-lt"/>
            </a:endParaRPr>
          </a:p>
        </p:txBody>
      </p:sp>
      <p:grpSp>
        <p:nvGrpSpPr>
          <p:cNvPr id="16" name="组合 15"/>
          <p:cNvGrpSpPr/>
          <p:nvPr/>
        </p:nvGrpSpPr>
        <p:grpSpPr>
          <a:xfrm>
            <a:off x="488315" y="1153160"/>
            <a:ext cx="5132705" cy="1636395"/>
            <a:chOff x="769" y="1816"/>
            <a:chExt cx="8083" cy="2577"/>
          </a:xfrm>
        </p:grpSpPr>
        <p:sp>
          <p:nvSpPr>
            <p:cNvPr id="225" name="Line 24"/>
            <p:cNvSpPr>
              <a:spLocks noChangeShapeType="1"/>
            </p:cNvSpPr>
            <p:nvPr>
              <p:custDataLst>
                <p:tags r:id="rId1"/>
              </p:custDataLst>
            </p:nvPr>
          </p:nvSpPr>
          <p:spPr bwMode="auto">
            <a:xfrm>
              <a:off x="839" y="3863"/>
              <a:ext cx="8013" cy="0"/>
            </a:xfrm>
            <a:prstGeom prst="line">
              <a:avLst/>
            </a:prstGeom>
            <a:noFill/>
            <a:ln w="6350">
              <a:solidFill>
                <a:srgbClr val="00B0F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EEECE1"/>
                    </a:outerShdw>
                  </a:effectLst>
                </a14:hiddenEffects>
              </a:ext>
            </a:extLst>
          </p:spPr>
          <p:txBody>
            <a:bodyPr wrap="square" lIns="90000" tIns="46800" rIns="90000" bIns="46800" anchor="ctr" anchorCtr="0">
              <a:normAutofit fontScale="25000" lnSpcReduction="20000"/>
            </a:bodyPr>
            <a:lstStyle/>
            <a:p>
              <a:endParaRPr lang="zh-CN" altLang="en-US" sz="1690">
                <a:solidFill>
                  <a:sysClr val="windowText" lastClr="000000">
                    <a:lumMod val="50000"/>
                    <a:lumOff val="50000"/>
                  </a:sysClr>
                </a:solidFill>
              </a:endParaRPr>
            </a:p>
          </p:txBody>
        </p:sp>
        <p:sp>
          <p:nvSpPr>
            <p:cNvPr id="226" name="文本框 225"/>
            <p:cNvSpPr txBox="1"/>
            <p:nvPr>
              <p:custDataLst>
                <p:tags r:id="rId2"/>
              </p:custDataLst>
            </p:nvPr>
          </p:nvSpPr>
          <p:spPr>
            <a:xfrm>
              <a:off x="839" y="1816"/>
              <a:ext cx="3147" cy="585"/>
            </a:xfrm>
            <a:prstGeom prst="rect">
              <a:avLst/>
            </a:prstGeom>
            <a:noFill/>
          </p:spPr>
          <p:txBody>
            <a:bodyPr wrap="square" lIns="90000" tIns="46800" rIns="90000" bIns="46800" rtlCol="0" anchor="ctr" anchorCtr="0"/>
            <a:lstStyle/>
            <a:p>
              <a:r>
                <a:rPr lang="en-US" altLang="zh-CN" b="1" dirty="0">
                  <a:solidFill>
                    <a:srgbClr val="00B0F0"/>
                  </a:solidFill>
                  <a:latin typeface="Palatino Linotype" panose="02040502050505030304" charset="0"/>
                  <a:ea typeface="+mn-ea"/>
                  <a:cs typeface="Palatino Linotype" panose="02040502050505030304" charset="0"/>
                </a:rPr>
                <a:t>plan 1</a:t>
              </a:r>
            </a:p>
          </p:txBody>
        </p:sp>
        <p:sp>
          <p:nvSpPr>
            <p:cNvPr id="238" name="文本框 237"/>
            <p:cNvSpPr txBox="1"/>
            <p:nvPr>
              <p:custDataLst>
                <p:tags r:id="rId3"/>
              </p:custDataLst>
            </p:nvPr>
          </p:nvSpPr>
          <p:spPr>
            <a:xfrm>
              <a:off x="769" y="2181"/>
              <a:ext cx="8083" cy="2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nchorCtr="0">
              <a:noAutofit/>
            </a:bodyPr>
            <a:lstStyle>
              <a:defPPr>
                <a:defRPr lang="zh-CN"/>
              </a:defPPr>
              <a:lvl1pPr>
                <a:lnSpc>
                  <a:spcPct val="120000"/>
                </a:lnSpc>
                <a:buFont typeface="Arial" panose="020B0604020202020204" pitchFamily="34" charset="0"/>
                <a:buNone/>
                <a:defRPr sz="1800">
                  <a:solidFill>
                    <a:sysClr val="windowText" lastClr="000000">
                      <a:lumMod val="50000"/>
                      <a:lumOff val="50000"/>
                    </a:sysClr>
                  </a:solidFill>
                </a:defRPr>
              </a:lvl1pPr>
            </a:lstStyle>
            <a:p>
              <a:pPr marL="285750" indent="-285750">
                <a:buClr>
                  <a:srgbClr val="00B0F0"/>
                </a:buClr>
                <a:buFont typeface="Wingdings" panose="05000000000000000000" charset="0"/>
                <a:buChar char="u"/>
              </a:pPr>
              <a:r>
                <a:rPr lang="en-US" altLang="zh-CN" sz="1700" dirty="0">
                  <a:solidFill>
                    <a:schemeClr val="tx1"/>
                  </a:solidFill>
                  <a:latin typeface="Palatino Linotype" panose="02040502050505030304" charset="0"/>
                  <a:cs typeface="Palatino Linotype" panose="02040502050505030304" charset="0"/>
                  <a:sym typeface="+mn-ea"/>
                </a:rPr>
                <a:t>Finish the assignment1.</a:t>
              </a:r>
            </a:p>
            <a:p>
              <a:pPr marL="285750" indent="-285750">
                <a:buClr>
                  <a:srgbClr val="00B0F0"/>
                </a:buClr>
                <a:buFont typeface="Wingdings" panose="05000000000000000000" charset="0"/>
                <a:buChar char="u"/>
              </a:pPr>
              <a:endParaRPr lang="zh-CN" altLang="en-US" sz="1700" dirty="0">
                <a:solidFill>
                  <a:schemeClr val="tx1"/>
                </a:solidFill>
                <a:latin typeface="Palatino Linotype" panose="02040502050505030304" charset="0"/>
                <a:cs typeface="Palatino Linotype" panose="02040502050505030304" charset="0"/>
                <a:sym typeface="+mn-ea"/>
              </a:endParaRPr>
            </a:p>
          </p:txBody>
        </p:sp>
      </p:grpSp>
      <p:sp>
        <p:nvSpPr>
          <p:cNvPr id="2" name="文本框 1"/>
          <p:cNvSpPr txBox="1"/>
          <p:nvPr/>
        </p:nvSpPr>
        <p:spPr>
          <a:xfrm>
            <a:off x="11434445" y="6061710"/>
            <a:ext cx="489585" cy="337185"/>
          </a:xfrm>
          <a:prstGeom prst="rect">
            <a:avLst/>
          </a:prstGeom>
          <a:noFill/>
        </p:spPr>
        <p:txBody>
          <a:bodyPr wrap="square" rtlCol="0">
            <a:spAutoFit/>
          </a:bodyPr>
          <a:lstStyle/>
          <a:p>
            <a:pPr algn="ctr"/>
            <a:r>
              <a:rPr lang="en-US" altLang="zh-CN" sz="1600">
                <a:latin typeface="Arial" panose="020B0604020202020204" pitchFamily="34" charset="0"/>
                <a:cs typeface="Arial" panose="020B0604020202020204" pitchFamily="34" charset="0"/>
              </a:rPr>
              <a:t>4</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MWViYjA4YjczODZkNzY4ZmRmNjg2ZmVlYjE2OGMwNTAifQ=="/>
  <p:tag name="KSO_WPP_MARK_KEY" val="e6c85fa1-cd61-4d87-b6eb-0c65704176e6"/>
</p:tagLst>
</file>

<file path=ppt/tags/tag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0817"/>
  <p:tag name="KSO_WM_UNIT_TYPE" val="q_h_i"/>
  <p:tag name="KSO_WM_UNIT_INDEX" val="1_2_4"/>
  <p:tag name="KSO_WM_UNIT_ID" val="diagram20160817_4*q_h_i*1_2_4"/>
  <p:tag name="KSO_WM_UNIT_LAYERLEVEL" val="1_1_1"/>
  <p:tag name="KSO_WM_DIAGRAM_GROUP_CODE" val="q1-1"/>
  <p:tag name="KSO_WM_UNIT_SHADOW_SCHEMECOLOR_INDEX" val="16"/>
  <p:tag name="KSO_WM_UNIT_TEXT_FILL_FORE_SCHEMECOLOR_INDEX" val="13"/>
  <p:tag name="KSO_WM_UNIT_TEXT_FILL_TYPE" val="1"/>
</p:tagLst>
</file>

<file path=ppt/tags/tag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0817"/>
  <p:tag name="KSO_WM_UNIT_TYPE" val="q_h_a"/>
  <p:tag name="KSO_WM_UNIT_INDEX" val="1_2_1"/>
  <p:tag name="KSO_WM_UNIT_ID" val="diagram20160817_4*q_h_a*1_2_1"/>
  <p:tag name="KSO_WM_UNIT_LAYERLEVEL" val="1_1_1"/>
  <p:tag name="KSO_WM_UNIT_VALUE" val="5"/>
  <p:tag name="KSO_WM_UNIT_HIGHLIGHT" val="0"/>
  <p:tag name="KSO_WM_UNIT_COMPATIBLE" val="0"/>
  <p:tag name="KSO_WM_UNIT_CLEAR" val="0"/>
  <p:tag name="KSO_WM_DIAGRAM_GROUP_CODE" val="q1-1"/>
  <p:tag name="KSO_WM_UNIT_PRESET_TEXT" val="OPTION 01"/>
  <p:tag name="KSO_WM_UNIT_TEXT_FILL_FORE_SCHEMECOLOR_INDEX" val="13"/>
  <p:tag name="KSO_WM_UNIT_TEXT_FILL_TYPE" val="1"/>
</p:tagLst>
</file>

<file path=ppt/tags/tag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0817"/>
  <p:tag name="KSO_WM_UNIT_TYPE" val="q_h_f"/>
  <p:tag name="KSO_WM_UNIT_INDEX" val="1_2_1"/>
  <p:tag name="KSO_WM_UNIT_ID" val="diagram20160817_4*q_h_f*1_2_1"/>
  <p:tag name="KSO_WM_UNIT_LAYERLEVEL" val="1_1_1"/>
  <p:tag name="KSO_WM_UNIT_VALUE" val="21"/>
  <p:tag name="KSO_WM_UNIT_HIGHLIGHT" val="0"/>
  <p:tag name="KSO_WM_UNIT_COMPATIBLE" val="0"/>
  <p:tag name="KSO_WM_UNIT_CLEAR" val="0"/>
  <p:tag name="KSO_WM_DIAGRAM_GROUP_CODE" val="q1-1"/>
  <p:tag name="KSO_WM_UNIT_PRESET_TEXT" val="Lorem ipsum dolor sit amet, consectetur"/>
  <p:tag name="KSO_WM_UNIT_TEXT_FILL_FORE_SCHEMECOLOR_INDEX" val="13"/>
  <p:tag name="KSO_WM_UNIT_TEXT_FILL_TYPE" val="1"/>
</p:tagLst>
</file>

<file path=ppt/tags/tag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0817"/>
  <p:tag name="KSO_WM_UNIT_TYPE" val="q_h_i"/>
  <p:tag name="KSO_WM_UNIT_INDEX" val="1_2_4"/>
  <p:tag name="KSO_WM_UNIT_ID" val="diagram20160817_4*q_h_i*1_2_4"/>
  <p:tag name="KSO_WM_UNIT_LAYERLEVEL" val="1_1_1"/>
  <p:tag name="KSO_WM_DIAGRAM_GROUP_CODE" val="q1-1"/>
  <p:tag name="KSO_WM_UNIT_SHADOW_SCHEMECOLOR_INDEX" val="16"/>
  <p:tag name="KSO_WM_UNIT_TEXT_FILL_FORE_SCHEMECOLOR_INDEX" val="13"/>
  <p:tag name="KSO_WM_UNIT_TEXT_FILL_TYPE" val="1"/>
</p:tagLst>
</file>

<file path=ppt/tags/tag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0817"/>
  <p:tag name="KSO_WM_UNIT_TYPE" val="q_h_a"/>
  <p:tag name="KSO_WM_UNIT_INDEX" val="1_2_1"/>
  <p:tag name="KSO_WM_UNIT_ID" val="diagram20160817_4*q_h_a*1_2_1"/>
  <p:tag name="KSO_WM_UNIT_LAYERLEVEL" val="1_1_1"/>
  <p:tag name="KSO_WM_UNIT_VALUE" val="5"/>
  <p:tag name="KSO_WM_UNIT_HIGHLIGHT" val="0"/>
  <p:tag name="KSO_WM_UNIT_COMPATIBLE" val="0"/>
  <p:tag name="KSO_WM_UNIT_CLEAR" val="0"/>
  <p:tag name="KSO_WM_DIAGRAM_GROUP_CODE" val="q1-1"/>
  <p:tag name="KSO_WM_UNIT_PRESET_TEXT" val="OPTION 01"/>
  <p:tag name="KSO_WM_UNIT_TEXT_FILL_FORE_SCHEMECOLOR_INDEX" val="13"/>
  <p:tag name="KSO_WM_UNIT_TEXT_FILL_TYPE" val="1"/>
</p:tagLst>
</file>

<file path=ppt/tags/tag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0817"/>
  <p:tag name="KSO_WM_UNIT_TYPE" val="q_h_f"/>
  <p:tag name="KSO_WM_UNIT_INDEX" val="1_2_1"/>
  <p:tag name="KSO_WM_UNIT_ID" val="diagram20160817_4*q_h_f*1_2_1"/>
  <p:tag name="KSO_WM_UNIT_LAYERLEVEL" val="1_1_1"/>
  <p:tag name="KSO_WM_UNIT_VALUE" val="21"/>
  <p:tag name="KSO_WM_UNIT_HIGHLIGHT" val="0"/>
  <p:tag name="KSO_WM_UNIT_COMPATIBLE" val="0"/>
  <p:tag name="KSO_WM_UNIT_CLEAR" val="0"/>
  <p:tag name="KSO_WM_DIAGRAM_GROUP_CODE" val="q1-1"/>
  <p:tag name="KSO_WM_UNIT_PRESET_TEXT" val="Lorem ipsum dolor sit amet, consectetur"/>
  <p:tag name="KSO_WM_UNIT_TEXT_FILL_FORE_SCHEMECOLOR_INDEX" val="13"/>
  <p:tag name="KSO_WM_UNIT_TEXT_FILL_TYPE" val="1"/>
</p:tagLst>
</file>

<file path=ppt/tags/tag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0817"/>
  <p:tag name="KSO_WM_UNIT_TYPE" val="q_h_i"/>
  <p:tag name="KSO_WM_UNIT_INDEX" val="1_2_4"/>
  <p:tag name="KSO_WM_UNIT_ID" val="diagram20160817_4*q_h_i*1_2_4"/>
  <p:tag name="KSO_WM_UNIT_LAYERLEVEL" val="1_1_1"/>
  <p:tag name="KSO_WM_DIAGRAM_GROUP_CODE" val="q1-1"/>
  <p:tag name="KSO_WM_UNIT_SHADOW_SCHEMECOLOR_INDEX" val="16"/>
  <p:tag name="KSO_WM_UNIT_TEXT_FILL_FORE_SCHEMECOLOR_INDEX" val="13"/>
  <p:tag name="KSO_WM_UNIT_TEXT_FILL_TYPE" val="1"/>
</p:tagLst>
</file>

<file path=ppt/tags/tag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0817"/>
  <p:tag name="KSO_WM_UNIT_TYPE" val="q_h_a"/>
  <p:tag name="KSO_WM_UNIT_INDEX" val="1_2_1"/>
  <p:tag name="KSO_WM_UNIT_ID" val="diagram20160817_4*q_h_a*1_2_1"/>
  <p:tag name="KSO_WM_UNIT_LAYERLEVEL" val="1_1_1"/>
  <p:tag name="KSO_WM_UNIT_VALUE" val="5"/>
  <p:tag name="KSO_WM_UNIT_HIGHLIGHT" val="0"/>
  <p:tag name="KSO_WM_UNIT_COMPATIBLE" val="0"/>
  <p:tag name="KSO_WM_UNIT_CLEAR" val="0"/>
  <p:tag name="KSO_WM_DIAGRAM_GROUP_CODE" val="q1-1"/>
  <p:tag name="KSO_WM_UNIT_PRESET_TEXT" val="OPTION 01"/>
  <p:tag name="KSO_WM_UNIT_TEXT_FILL_FORE_SCHEMECOLOR_INDEX" val="13"/>
  <p:tag name="KSO_WM_UNIT_TEXT_FILL_TYPE" val="1"/>
</p:tagLst>
</file>

<file path=ppt/tags/tag1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0817"/>
  <p:tag name="KSO_WM_UNIT_TYPE" val="q_h_f"/>
  <p:tag name="KSO_WM_UNIT_INDEX" val="1_2_1"/>
  <p:tag name="KSO_WM_UNIT_ID" val="diagram20160817_4*q_h_f*1_2_1"/>
  <p:tag name="KSO_WM_UNIT_LAYERLEVEL" val="1_1_1"/>
  <p:tag name="KSO_WM_UNIT_VALUE" val="21"/>
  <p:tag name="KSO_WM_UNIT_HIGHLIGHT" val="0"/>
  <p:tag name="KSO_WM_UNIT_COMPATIBLE" val="0"/>
  <p:tag name="KSO_WM_UNIT_CLEAR" val="0"/>
  <p:tag name="KSO_WM_DIAGRAM_GROUP_CODE" val="q1-1"/>
  <p:tag name="KSO_WM_UNIT_PRESET_TEXT" val="Lorem ipsum dolor sit amet, consectetur"/>
  <p:tag name="KSO_WM_UNIT_TEXT_FILL_FORE_SCHEMECOLOR_INDEX" val="13"/>
  <p:tag name="KSO_WM_UNIT_TEXT_FILL_TYPE" val="1"/>
</p:tagLst>
</file>

<file path=ppt/tags/tag1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0817"/>
  <p:tag name="KSO_WM_UNIT_TYPE" val="q_h_i"/>
  <p:tag name="KSO_WM_UNIT_INDEX" val="1_2_4"/>
  <p:tag name="KSO_WM_UNIT_ID" val="diagram20160817_4*q_h_i*1_2_4"/>
  <p:tag name="KSO_WM_UNIT_LAYERLEVEL" val="1_1_1"/>
  <p:tag name="KSO_WM_DIAGRAM_GROUP_CODE" val="q1-1"/>
  <p:tag name="KSO_WM_UNIT_SHADOW_SCHEMECOLOR_INDEX" val="16"/>
  <p:tag name="KSO_WM_UNIT_TEXT_FILL_FORE_SCHEMECOLOR_INDEX" val="13"/>
  <p:tag name="KSO_WM_UNIT_TEXT_FILL_TYPE" val="1"/>
</p:tagLst>
</file>

<file path=ppt/tags/tag1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0817"/>
  <p:tag name="KSO_WM_UNIT_TYPE" val="q_h_a"/>
  <p:tag name="KSO_WM_UNIT_INDEX" val="1_2_1"/>
  <p:tag name="KSO_WM_UNIT_ID" val="diagram20160817_4*q_h_a*1_2_1"/>
  <p:tag name="KSO_WM_UNIT_LAYERLEVEL" val="1_1_1"/>
  <p:tag name="KSO_WM_UNIT_VALUE" val="5"/>
  <p:tag name="KSO_WM_UNIT_HIGHLIGHT" val="0"/>
  <p:tag name="KSO_WM_UNIT_COMPATIBLE" val="0"/>
  <p:tag name="KSO_WM_UNIT_CLEAR" val="0"/>
  <p:tag name="KSO_WM_DIAGRAM_GROUP_CODE" val="q1-1"/>
  <p:tag name="KSO_WM_UNIT_PRESET_TEXT" val="OPTION 01"/>
  <p:tag name="KSO_WM_UNIT_TEXT_FILL_FORE_SCHEMECOLOR_INDEX" val="13"/>
  <p:tag name="KSO_WM_UNIT_TEXT_FILL_TYPE" val="1"/>
</p:tagLst>
</file>

<file path=ppt/tags/tag1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0817"/>
  <p:tag name="KSO_WM_UNIT_TYPE" val="q_h_f"/>
  <p:tag name="KSO_WM_UNIT_INDEX" val="1_2_1"/>
  <p:tag name="KSO_WM_UNIT_ID" val="diagram20160817_4*q_h_f*1_2_1"/>
  <p:tag name="KSO_WM_UNIT_LAYERLEVEL" val="1_1_1"/>
  <p:tag name="KSO_WM_UNIT_VALUE" val="21"/>
  <p:tag name="KSO_WM_UNIT_HIGHLIGHT" val="0"/>
  <p:tag name="KSO_WM_UNIT_COMPATIBLE" val="0"/>
  <p:tag name="KSO_WM_UNIT_CLEAR" val="0"/>
  <p:tag name="KSO_WM_DIAGRAM_GROUP_CODE" val="q1-1"/>
  <p:tag name="KSO_WM_UNIT_PRESET_TEXT" val="Lorem ipsum dolor sit amet, consectetur"/>
  <p:tag name="KSO_WM_UNIT_TEXT_FILL_FORE_SCHEMECOLOR_INDEX" val="13"/>
  <p:tag name="KSO_WM_UNIT_TEXT_FILL_TYPE" val="1"/>
</p:tagLst>
</file>

<file path=ppt/tags/tag1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0817"/>
  <p:tag name="KSO_WM_UNIT_TYPE" val="q_h_i"/>
  <p:tag name="KSO_WM_UNIT_INDEX" val="1_2_4"/>
  <p:tag name="KSO_WM_UNIT_ID" val="diagram20160817_4*q_h_i*1_2_4"/>
  <p:tag name="KSO_WM_UNIT_LAYERLEVEL" val="1_1_1"/>
  <p:tag name="KSO_WM_DIAGRAM_GROUP_CODE" val="q1-1"/>
  <p:tag name="KSO_WM_UNIT_SHADOW_SCHEMECOLOR_INDEX" val="16"/>
  <p:tag name="KSO_WM_UNIT_TEXT_FILL_FORE_SCHEMECOLOR_INDEX" val="13"/>
  <p:tag name="KSO_WM_UNIT_TEXT_FILL_TYPE" val="1"/>
</p:tagLst>
</file>

<file path=ppt/tags/tag1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0817"/>
  <p:tag name="KSO_WM_UNIT_TYPE" val="q_h_a"/>
  <p:tag name="KSO_WM_UNIT_INDEX" val="1_2_1"/>
  <p:tag name="KSO_WM_UNIT_ID" val="diagram20160817_4*q_h_a*1_2_1"/>
  <p:tag name="KSO_WM_UNIT_LAYERLEVEL" val="1_1_1"/>
  <p:tag name="KSO_WM_UNIT_VALUE" val="5"/>
  <p:tag name="KSO_WM_UNIT_HIGHLIGHT" val="0"/>
  <p:tag name="KSO_WM_UNIT_COMPATIBLE" val="0"/>
  <p:tag name="KSO_WM_UNIT_CLEAR" val="0"/>
  <p:tag name="KSO_WM_DIAGRAM_GROUP_CODE" val="q1-1"/>
  <p:tag name="KSO_WM_UNIT_PRESET_TEXT" val="OPTION 01"/>
  <p:tag name="KSO_WM_UNIT_TEXT_FILL_FORE_SCHEMECOLOR_INDEX" val="13"/>
  <p:tag name="KSO_WM_UNIT_TEXT_FILL_TYPE" val="1"/>
</p:tagLst>
</file>

<file path=ppt/tags/tag1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0817"/>
  <p:tag name="KSO_WM_UNIT_TYPE" val="q_h_f"/>
  <p:tag name="KSO_WM_UNIT_INDEX" val="1_2_1"/>
  <p:tag name="KSO_WM_UNIT_ID" val="diagram20160817_4*q_h_f*1_2_1"/>
  <p:tag name="KSO_WM_UNIT_LAYERLEVEL" val="1_1_1"/>
  <p:tag name="KSO_WM_UNIT_VALUE" val="21"/>
  <p:tag name="KSO_WM_UNIT_HIGHLIGHT" val="0"/>
  <p:tag name="KSO_WM_UNIT_COMPATIBLE" val="0"/>
  <p:tag name="KSO_WM_UNIT_CLEAR" val="0"/>
  <p:tag name="KSO_WM_DIAGRAM_GROUP_CODE" val="q1-1"/>
  <p:tag name="KSO_WM_UNIT_PRESET_TEXT" val="Lorem ipsum dolor sit amet, consectetur"/>
  <p:tag name="KSO_WM_UNIT_TEXT_FILL_FORE_SCHEMECOLOR_INDEX" val="13"/>
  <p:tag name="KSO_WM_UNIT_TEXT_FILL_TYPE" val="1"/>
</p:tagLst>
</file>

<file path=ppt/tags/tag1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0817"/>
  <p:tag name="KSO_WM_UNIT_TYPE" val="q_h_i"/>
  <p:tag name="KSO_WM_UNIT_INDEX" val="1_2_4"/>
  <p:tag name="KSO_WM_UNIT_ID" val="diagram20160817_4*q_h_i*1_2_4"/>
  <p:tag name="KSO_WM_UNIT_LAYERLEVEL" val="1_1_1"/>
  <p:tag name="KSO_WM_DIAGRAM_GROUP_CODE" val="q1-1"/>
  <p:tag name="KSO_WM_UNIT_SHADOW_SCHEMECOLOR_INDEX" val="16"/>
  <p:tag name="KSO_WM_UNIT_TEXT_FILL_FORE_SCHEMECOLOR_INDEX" val="13"/>
  <p:tag name="KSO_WM_UNIT_TEXT_FILL_TYPE" val="1"/>
</p:tagLst>
</file>

<file path=ppt/tags/tag1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0817"/>
  <p:tag name="KSO_WM_UNIT_TYPE" val="q_h_a"/>
  <p:tag name="KSO_WM_UNIT_INDEX" val="1_2_1"/>
  <p:tag name="KSO_WM_UNIT_ID" val="diagram20160817_4*q_h_a*1_2_1"/>
  <p:tag name="KSO_WM_UNIT_LAYERLEVEL" val="1_1_1"/>
  <p:tag name="KSO_WM_UNIT_VALUE" val="5"/>
  <p:tag name="KSO_WM_UNIT_HIGHLIGHT" val="0"/>
  <p:tag name="KSO_WM_UNIT_COMPATIBLE" val="0"/>
  <p:tag name="KSO_WM_UNIT_CLEAR" val="0"/>
  <p:tag name="KSO_WM_DIAGRAM_GROUP_CODE" val="q1-1"/>
  <p:tag name="KSO_WM_UNIT_PRESET_TEXT" val="OPTION 01"/>
  <p:tag name="KSO_WM_UNIT_TEXT_FILL_FORE_SCHEMECOLOR_INDEX" val="13"/>
  <p:tag name="KSO_WM_UNIT_TEXT_FILL_TYPE" val="1"/>
</p:tagLst>
</file>

<file path=ppt/tags/tag1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0817"/>
  <p:tag name="KSO_WM_UNIT_TYPE" val="q_h_f"/>
  <p:tag name="KSO_WM_UNIT_INDEX" val="1_2_1"/>
  <p:tag name="KSO_WM_UNIT_ID" val="diagram20160817_4*q_h_f*1_2_1"/>
  <p:tag name="KSO_WM_UNIT_LAYERLEVEL" val="1_1_1"/>
  <p:tag name="KSO_WM_UNIT_VALUE" val="21"/>
  <p:tag name="KSO_WM_UNIT_HIGHLIGHT" val="0"/>
  <p:tag name="KSO_WM_UNIT_COMPATIBLE" val="0"/>
  <p:tag name="KSO_WM_UNIT_CLEAR" val="0"/>
  <p:tag name="KSO_WM_DIAGRAM_GROUP_CODE" val="q1-1"/>
  <p:tag name="KSO_WM_UNIT_PRESET_TEXT" val="Lorem ipsum dolor sit amet, consectetur"/>
  <p:tag name="KSO_WM_UNIT_TEXT_FILL_FORE_SCHEMECOLOR_INDEX" val="13"/>
  <p:tag name="KSO_WM_UNIT_TEXT_FILL_TYPE" val="1"/>
</p:tagLst>
</file>

<file path=ppt/tags/tag2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0817"/>
  <p:tag name="KSO_WM_UNIT_TYPE" val="q_h_i"/>
  <p:tag name="KSO_WM_UNIT_INDEX" val="1_2_4"/>
  <p:tag name="KSO_WM_UNIT_ID" val="diagram20160817_4*q_h_i*1_2_4"/>
  <p:tag name="KSO_WM_UNIT_LAYERLEVEL" val="1_1_1"/>
  <p:tag name="KSO_WM_DIAGRAM_GROUP_CODE" val="q1-1"/>
  <p:tag name="KSO_WM_UNIT_SHADOW_SCHEMECOLOR_INDEX" val="16"/>
  <p:tag name="KSO_WM_UNIT_TEXT_FILL_FORE_SCHEMECOLOR_INDEX" val="13"/>
  <p:tag name="KSO_WM_UNIT_TEXT_FILL_TYPE" val="1"/>
</p:tagLst>
</file>

<file path=ppt/tags/tag2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0817"/>
  <p:tag name="KSO_WM_UNIT_TYPE" val="q_h_a"/>
  <p:tag name="KSO_WM_UNIT_INDEX" val="1_2_1"/>
  <p:tag name="KSO_WM_UNIT_ID" val="diagram20160817_4*q_h_a*1_2_1"/>
  <p:tag name="KSO_WM_UNIT_LAYERLEVEL" val="1_1_1"/>
  <p:tag name="KSO_WM_UNIT_VALUE" val="5"/>
  <p:tag name="KSO_WM_UNIT_HIGHLIGHT" val="0"/>
  <p:tag name="KSO_WM_UNIT_COMPATIBLE" val="0"/>
  <p:tag name="KSO_WM_UNIT_CLEAR" val="0"/>
  <p:tag name="KSO_WM_DIAGRAM_GROUP_CODE" val="q1-1"/>
  <p:tag name="KSO_WM_UNIT_PRESET_TEXT" val="OPTION 01"/>
  <p:tag name="KSO_WM_UNIT_TEXT_FILL_FORE_SCHEMECOLOR_INDEX" val="13"/>
  <p:tag name="KSO_WM_UNIT_TEXT_FILL_TYPE" val="1"/>
</p:tagLst>
</file>

<file path=ppt/tags/tag2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0817"/>
  <p:tag name="KSO_WM_UNIT_TYPE" val="q_h_f"/>
  <p:tag name="KSO_WM_UNIT_INDEX" val="1_2_1"/>
  <p:tag name="KSO_WM_UNIT_ID" val="diagram20160817_4*q_h_f*1_2_1"/>
  <p:tag name="KSO_WM_UNIT_LAYERLEVEL" val="1_1_1"/>
  <p:tag name="KSO_WM_UNIT_VALUE" val="21"/>
  <p:tag name="KSO_WM_UNIT_HIGHLIGHT" val="0"/>
  <p:tag name="KSO_WM_UNIT_COMPATIBLE" val="0"/>
  <p:tag name="KSO_WM_UNIT_CLEAR" val="0"/>
  <p:tag name="KSO_WM_DIAGRAM_GROUP_CODE" val="q1-1"/>
  <p:tag name="KSO_WM_UNIT_PRESET_TEXT" val="Lorem ipsum dolor sit amet, consectetur"/>
  <p:tag name="KSO_WM_UNIT_TEXT_FILL_FORE_SCHEMECOLOR_INDEX" val="13"/>
  <p:tag name="KSO_WM_UNIT_TEXT_FILL_TYPE" val="1"/>
</p:tagLst>
</file>

<file path=ppt/tags/tag2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0817"/>
  <p:tag name="KSO_WM_UNIT_TYPE" val="q_h_i"/>
  <p:tag name="KSO_WM_UNIT_INDEX" val="1_2_4"/>
  <p:tag name="KSO_WM_UNIT_ID" val="diagram20160817_4*q_h_i*1_2_4"/>
  <p:tag name="KSO_WM_UNIT_LAYERLEVEL" val="1_1_1"/>
  <p:tag name="KSO_WM_DIAGRAM_GROUP_CODE" val="q1-1"/>
  <p:tag name="KSO_WM_UNIT_SHADOW_SCHEMECOLOR_INDEX" val="16"/>
  <p:tag name="KSO_WM_UNIT_TEXT_FILL_FORE_SCHEMECOLOR_INDEX" val="13"/>
  <p:tag name="KSO_WM_UNIT_TEXT_FILL_TYPE" val="1"/>
</p:tagLst>
</file>

<file path=ppt/tags/tag2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0817"/>
  <p:tag name="KSO_WM_UNIT_TYPE" val="q_h_a"/>
  <p:tag name="KSO_WM_UNIT_INDEX" val="1_2_1"/>
  <p:tag name="KSO_WM_UNIT_ID" val="diagram20160817_4*q_h_a*1_2_1"/>
  <p:tag name="KSO_WM_UNIT_LAYERLEVEL" val="1_1_1"/>
  <p:tag name="KSO_WM_UNIT_VALUE" val="5"/>
  <p:tag name="KSO_WM_UNIT_HIGHLIGHT" val="0"/>
  <p:tag name="KSO_WM_UNIT_COMPATIBLE" val="0"/>
  <p:tag name="KSO_WM_UNIT_CLEAR" val="0"/>
  <p:tag name="KSO_WM_DIAGRAM_GROUP_CODE" val="q1-1"/>
  <p:tag name="KSO_WM_UNIT_PRESET_TEXT" val="OPTION 01"/>
  <p:tag name="KSO_WM_UNIT_TEXT_FILL_FORE_SCHEMECOLOR_INDEX" val="13"/>
  <p:tag name="KSO_WM_UNIT_TEXT_FILL_TYPE" val="1"/>
</p:tagLst>
</file>

<file path=ppt/tags/tag2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0817"/>
  <p:tag name="KSO_WM_UNIT_TYPE" val="q_h_f"/>
  <p:tag name="KSO_WM_UNIT_INDEX" val="1_2_1"/>
  <p:tag name="KSO_WM_UNIT_ID" val="diagram20160817_4*q_h_f*1_2_1"/>
  <p:tag name="KSO_WM_UNIT_LAYERLEVEL" val="1_1_1"/>
  <p:tag name="KSO_WM_UNIT_VALUE" val="21"/>
  <p:tag name="KSO_WM_UNIT_HIGHLIGHT" val="0"/>
  <p:tag name="KSO_WM_UNIT_COMPATIBLE" val="0"/>
  <p:tag name="KSO_WM_UNIT_CLEAR" val="0"/>
  <p:tag name="KSO_WM_DIAGRAM_GROUP_CODE" val="q1-1"/>
  <p:tag name="KSO_WM_UNIT_PRESET_TEXT" val="Lorem ipsum dolor sit amet, consectetur"/>
  <p:tag name="KSO_WM_UNIT_TEXT_FILL_FORE_SCHEMECOLOR_INDEX" val="13"/>
  <p:tag name="KSO_WM_UNIT_TEXT_FILL_TYPE" val="1"/>
</p:tagLst>
</file>

<file path=ppt/tags/tag2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0817"/>
  <p:tag name="KSO_WM_UNIT_TYPE" val="q_h_i"/>
  <p:tag name="KSO_WM_UNIT_INDEX" val="1_2_4"/>
  <p:tag name="KSO_WM_UNIT_ID" val="diagram20160817_4*q_h_i*1_2_4"/>
  <p:tag name="KSO_WM_UNIT_LAYERLEVEL" val="1_1_1"/>
  <p:tag name="KSO_WM_DIAGRAM_GROUP_CODE" val="q1-1"/>
  <p:tag name="KSO_WM_UNIT_SHADOW_SCHEMECOLOR_INDEX" val="16"/>
  <p:tag name="KSO_WM_UNIT_TEXT_FILL_FORE_SCHEMECOLOR_INDEX" val="13"/>
  <p:tag name="KSO_WM_UNIT_TEXT_FILL_TYPE" val="1"/>
</p:tagLst>
</file>

<file path=ppt/tags/tag2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0817"/>
  <p:tag name="KSO_WM_UNIT_TYPE" val="q_h_a"/>
  <p:tag name="KSO_WM_UNIT_INDEX" val="1_2_1"/>
  <p:tag name="KSO_WM_UNIT_ID" val="diagram20160817_4*q_h_a*1_2_1"/>
  <p:tag name="KSO_WM_UNIT_LAYERLEVEL" val="1_1_1"/>
  <p:tag name="KSO_WM_UNIT_VALUE" val="5"/>
  <p:tag name="KSO_WM_UNIT_HIGHLIGHT" val="0"/>
  <p:tag name="KSO_WM_UNIT_COMPATIBLE" val="0"/>
  <p:tag name="KSO_WM_UNIT_CLEAR" val="0"/>
  <p:tag name="KSO_WM_DIAGRAM_GROUP_CODE" val="q1-1"/>
  <p:tag name="KSO_WM_UNIT_PRESET_TEXT" val="OPTION 01"/>
  <p:tag name="KSO_WM_UNIT_TEXT_FILL_FORE_SCHEMECOLOR_INDEX" val="13"/>
  <p:tag name="KSO_WM_UNIT_TEXT_FILL_TYPE" val="1"/>
</p:tagLst>
</file>

<file path=ppt/tags/tag2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0817"/>
  <p:tag name="KSO_WM_UNIT_TYPE" val="q_h_f"/>
  <p:tag name="KSO_WM_UNIT_INDEX" val="1_2_1"/>
  <p:tag name="KSO_WM_UNIT_ID" val="diagram20160817_4*q_h_f*1_2_1"/>
  <p:tag name="KSO_WM_UNIT_LAYERLEVEL" val="1_1_1"/>
  <p:tag name="KSO_WM_UNIT_VALUE" val="21"/>
  <p:tag name="KSO_WM_UNIT_HIGHLIGHT" val="0"/>
  <p:tag name="KSO_WM_UNIT_COMPATIBLE" val="0"/>
  <p:tag name="KSO_WM_UNIT_CLEAR" val="0"/>
  <p:tag name="KSO_WM_DIAGRAM_GROUP_CODE" val="q1-1"/>
  <p:tag name="KSO_WM_UNIT_PRESET_TEXT" val="Lorem ipsum dolor sit amet, consectetur"/>
  <p:tag name="KSO_WM_UNIT_TEXT_FILL_FORE_SCHEMECOLOR_INDEX" val="13"/>
  <p:tag name="KSO_WM_UNIT_TEXT_FILL_TYPE" val="1"/>
</p:tagLst>
</file>

<file path=ppt/tags/tag2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0817"/>
  <p:tag name="KSO_WM_UNIT_TYPE" val="q_h_i"/>
  <p:tag name="KSO_WM_UNIT_INDEX" val="1_2_4"/>
  <p:tag name="KSO_WM_UNIT_ID" val="diagram20160817_4*q_h_i*1_2_4"/>
  <p:tag name="KSO_WM_UNIT_LAYERLEVEL" val="1_1_1"/>
  <p:tag name="KSO_WM_DIAGRAM_GROUP_CODE" val="q1-1"/>
  <p:tag name="KSO_WM_UNIT_SHADOW_SCHEMECOLOR_INDEX" val="16"/>
  <p:tag name="KSO_WM_UNIT_TEXT_FILL_FORE_SCHEMECOLOR_INDEX" val="13"/>
  <p:tag name="KSO_WM_UNIT_TEXT_FILL_TYPE" val="1"/>
</p:tagLst>
</file>

<file path=ppt/tags/tag3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0817"/>
  <p:tag name="KSO_WM_UNIT_TYPE" val="q_h_a"/>
  <p:tag name="KSO_WM_UNIT_INDEX" val="1_2_1"/>
  <p:tag name="KSO_WM_UNIT_ID" val="diagram20160817_4*q_h_a*1_2_1"/>
  <p:tag name="KSO_WM_UNIT_LAYERLEVEL" val="1_1_1"/>
  <p:tag name="KSO_WM_UNIT_VALUE" val="5"/>
  <p:tag name="KSO_WM_UNIT_HIGHLIGHT" val="0"/>
  <p:tag name="KSO_WM_UNIT_COMPATIBLE" val="0"/>
  <p:tag name="KSO_WM_UNIT_CLEAR" val="0"/>
  <p:tag name="KSO_WM_DIAGRAM_GROUP_CODE" val="q1-1"/>
  <p:tag name="KSO_WM_UNIT_PRESET_TEXT" val="OPTION 01"/>
  <p:tag name="KSO_WM_UNIT_TEXT_FILL_FORE_SCHEMECOLOR_INDEX" val="13"/>
  <p:tag name="KSO_WM_UNIT_TEXT_FILL_TYPE" val="1"/>
</p:tagLst>
</file>

<file path=ppt/tags/tag3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0817"/>
  <p:tag name="KSO_WM_UNIT_TYPE" val="q_h_f"/>
  <p:tag name="KSO_WM_UNIT_INDEX" val="1_2_1"/>
  <p:tag name="KSO_WM_UNIT_ID" val="diagram20160817_4*q_h_f*1_2_1"/>
  <p:tag name="KSO_WM_UNIT_LAYERLEVEL" val="1_1_1"/>
  <p:tag name="KSO_WM_UNIT_VALUE" val="21"/>
  <p:tag name="KSO_WM_UNIT_HIGHLIGHT" val="0"/>
  <p:tag name="KSO_WM_UNIT_COMPATIBLE" val="0"/>
  <p:tag name="KSO_WM_UNIT_CLEAR" val="0"/>
  <p:tag name="KSO_WM_DIAGRAM_GROUP_CODE" val="q1-1"/>
  <p:tag name="KSO_WM_UNIT_PRESET_TEXT" val="Lorem ipsum dolor sit amet, consectetur"/>
  <p:tag name="KSO_WM_UNIT_TEXT_FILL_FORE_SCHEMECOLOR_INDEX" val="13"/>
  <p:tag name="KSO_WM_UNIT_TEXT_FILL_TYPE" val="1"/>
</p:tagLst>
</file>

<file path=ppt/tags/tag3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0817"/>
  <p:tag name="KSO_WM_UNIT_TYPE" val="q_h_i"/>
  <p:tag name="KSO_WM_UNIT_INDEX" val="1_2_4"/>
  <p:tag name="KSO_WM_UNIT_ID" val="diagram20160817_4*q_h_i*1_2_4"/>
  <p:tag name="KSO_WM_UNIT_LAYERLEVEL" val="1_1_1"/>
  <p:tag name="KSO_WM_DIAGRAM_GROUP_CODE" val="q1-1"/>
  <p:tag name="KSO_WM_UNIT_SHADOW_SCHEMECOLOR_INDEX" val="16"/>
  <p:tag name="KSO_WM_UNIT_TEXT_FILL_FORE_SCHEMECOLOR_INDEX" val="13"/>
  <p:tag name="KSO_WM_UNIT_TEXT_FILL_TYPE" val="1"/>
</p:tagLst>
</file>

<file path=ppt/tags/tag3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0817"/>
  <p:tag name="KSO_WM_UNIT_TYPE" val="q_h_a"/>
  <p:tag name="KSO_WM_UNIT_INDEX" val="1_2_1"/>
  <p:tag name="KSO_WM_UNIT_ID" val="diagram20160817_4*q_h_a*1_2_1"/>
  <p:tag name="KSO_WM_UNIT_LAYERLEVEL" val="1_1_1"/>
  <p:tag name="KSO_WM_UNIT_VALUE" val="5"/>
  <p:tag name="KSO_WM_UNIT_HIGHLIGHT" val="0"/>
  <p:tag name="KSO_WM_UNIT_COMPATIBLE" val="0"/>
  <p:tag name="KSO_WM_UNIT_CLEAR" val="0"/>
  <p:tag name="KSO_WM_DIAGRAM_GROUP_CODE" val="q1-1"/>
  <p:tag name="KSO_WM_UNIT_PRESET_TEXT" val="OPTION 01"/>
  <p:tag name="KSO_WM_UNIT_TEXT_FILL_FORE_SCHEMECOLOR_INDEX" val="13"/>
  <p:tag name="KSO_WM_UNIT_TEXT_FILL_TYPE" val="1"/>
</p:tagLst>
</file>

<file path=ppt/tags/tag3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0817"/>
  <p:tag name="KSO_WM_UNIT_TYPE" val="q_h_f"/>
  <p:tag name="KSO_WM_UNIT_INDEX" val="1_2_1"/>
  <p:tag name="KSO_WM_UNIT_ID" val="diagram20160817_4*q_h_f*1_2_1"/>
  <p:tag name="KSO_WM_UNIT_LAYERLEVEL" val="1_1_1"/>
  <p:tag name="KSO_WM_UNIT_VALUE" val="21"/>
  <p:tag name="KSO_WM_UNIT_HIGHLIGHT" val="0"/>
  <p:tag name="KSO_WM_UNIT_COMPATIBLE" val="0"/>
  <p:tag name="KSO_WM_UNIT_CLEAR" val="0"/>
  <p:tag name="KSO_WM_DIAGRAM_GROUP_CODE" val="q1-1"/>
  <p:tag name="KSO_WM_UNIT_PRESET_TEXT" val="Lorem ipsum dolor sit amet, consectetur"/>
  <p:tag name="KSO_WM_UNIT_TEXT_FILL_FORE_SCHEMECOLOR_INDEX" val="13"/>
  <p:tag name="KSO_WM_UNIT_TEXT_FILL_TYPE" val="1"/>
</p:tagLst>
</file>

<file path=ppt/tags/tag3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0817"/>
  <p:tag name="KSO_WM_UNIT_TYPE" val="q_h_i"/>
  <p:tag name="KSO_WM_UNIT_INDEX" val="1_2_4"/>
  <p:tag name="KSO_WM_UNIT_ID" val="diagram20160817_4*q_h_i*1_2_4"/>
  <p:tag name="KSO_WM_UNIT_LAYERLEVEL" val="1_1_1"/>
  <p:tag name="KSO_WM_DIAGRAM_GROUP_CODE" val="q1-1"/>
  <p:tag name="KSO_WM_UNIT_SHADOW_SCHEMECOLOR_INDEX" val="16"/>
  <p:tag name="KSO_WM_UNIT_TEXT_FILL_FORE_SCHEMECOLOR_INDEX" val="13"/>
  <p:tag name="KSO_WM_UNIT_TEXT_FILL_TYPE" val="1"/>
</p:tagLst>
</file>

<file path=ppt/tags/tag3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0817"/>
  <p:tag name="KSO_WM_UNIT_TYPE" val="q_h_a"/>
  <p:tag name="KSO_WM_UNIT_INDEX" val="1_2_1"/>
  <p:tag name="KSO_WM_UNIT_ID" val="diagram20160817_4*q_h_a*1_2_1"/>
  <p:tag name="KSO_WM_UNIT_LAYERLEVEL" val="1_1_1"/>
  <p:tag name="KSO_WM_UNIT_VALUE" val="5"/>
  <p:tag name="KSO_WM_UNIT_HIGHLIGHT" val="0"/>
  <p:tag name="KSO_WM_UNIT_COMPATIBLE" val="0"/>
  <p:tag name="KSO_WM_UNIT_CLEAR" val="0"/>
  <p:tag name="KSO_WM_DIAGRAM_GROUP_CODE" val="q1-1"/>
  <p:tag name="KSO_WM_UNIT_PRESET_TEXT" val="OPTION 01"/>
  <p:tag name="KSO_WM_UNIT_TEXT_FILL_FORE_SCHEMECOLOR_INDEX" val="13"/>
  <p:tag name="KSO_WM_UNIT_TEXT_FILL_TYPE" val="1"/>
</p:tagLst>
</file>

<file path=ppt/tags/tag3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0817"/>
  <p:tag name="KSO_WM_UNIT_TYPE" val="q_h_f"/>
  <p:tag name="KSO_WM_UNIT_INDEX" val="1_2_1"/>
  <p:tag name="KSO_WM_UNIT_ID" val="diagram20160817_4*q_h_f*1_2_1"/>
  <p:tag name="KSO_WM_UNIT_LAYERLEVEL" val="1_1_1"/>
  <p:tag name="KSO_WM_UNIT_VALUE" val="21"/>
  <p:tag name="KSO_WM_UNIT_HIGHLIGHT" val="0"/>
  <p:tag name="KSO_WM_UNIT_COMPATIBLE" val="0"/>
  <p:tag name="KSO_WM_UNIT_CLEAR" val="0"/>
  <p:tag name="KSO_WM_DIAGRAM_GROUP_CODE" val="q1-1"/>
  <p:tag name="KSO_WM_UNIT_PRESET_TEXT" val="Lorem ipsum dolor sit amet, consectetur"/>
  <p:tag name="KSO_WM_UNIT_TEXT_FILL_FORE_SCHEMECOLOR_INDEX" val="13"/>
  <p:tag name="KSO_WM_UNIT_TEXT_FILL_TYPE" val="1"/>
</p:tagLst>
</file>

<file path=ppt/tags/tag3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0817"/>
  <p:tag name="KSO_WM_UNIT_TYPE" val="q_h_i"/>
  <p:tag name="KSO_WM_UNIT_INDEX" val="1_2_4"/>
  <p:tag name="KSO_WM_UNIT_ID" val="diagram20160817_4*q_h_i*1_2_4"/>
  <p:tag name="KSO_WM_UNIT_LAYERLEVEL" val="1_1_1"/>
  <p:tag name="KSO_WM_DIAGRAM_GROUP_CODE" val="q1-1"/>
  <p:tag name="KSO_WM_UNIT_SHADOW_SCHEMECOLOR_INDEX" val="16"/>
  <p:tag name="KSO_WM_UNIT_TEXT_FILL_FORE_SCHEMECOLOR_INDEX" val="13"/>
  <p:tag name="KSO_WM_UNIT_TEXT_FILL_TYPE" val="1"/>
</p:tagLst>
</file>

<file path=ppt/tags/tag3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0817"/>
  <p:tag name="KSO_WM_UNIT_TYPE" val="q_h_a"/>
  <p:tag name="KSO_WM_UNIT_INDEX" val="1_2_1"/>
  <p:tag name="KSO_WM_UNIT_ID" val="diagram20160817_4*q_h_a*1_2_1"/>
  <p:tag name="KSO_WM_UNIT_LAYERLEVEL" val="1_1_1"/>
  <p:tag name="KSO_WM_UNIT_VALUE" val="5"/>
  <p:tag name="KSO_WM_UNIT_HIGHLIGHT" val="0"/>
  <p:tag name="KSO_WM_UNIT_COMPATIBLE" val="0"/>
  <p:tag name="KSO_WM_UNIT_CLEAR" val="0"/>
  <p:tag name="KSO_WM_DIAGRAM_GROUP_CODE" val="q1-1"/>
  <p:tag name="KSO_WM_UNIT_PRESET_TEXT" val="OPTION 01"/>
  <p:tag name="KSO_WM_UNIT_TEXT_FILL_FORE_SCHEMECOLOR_INDEX" val="13"/>
  <p:tag name="KSO_WM_UNIT_TEXT_FILL_TYPE" val="1"/>
</p:tagLst>
</file>

<file path=ppt/tags/tag4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0817"/>
  <p:tag name="KSO_WM_UNIT_TYPE" val="q_h_f"/>
  <p:tag name="KSO_WM_UNIT_INDEX" val="1_2_1"/>
  <p:tag name="KSO_WM_UNIT_ID" val="diagram20160817_4*q_h_f*1_2_1"/>
  <p:tag name="KSO_WM_UNIT_LAYERLEVEL" val="1_1_1"/>
  <p:tag name="KSO_WM_UNIT_VALUE" val="21"/>
  <p:tag name="KSO_WM_UNIT_HIGHLIGHT" val="0"/>
  <p:tag name="KSO_WM_UNIT_COMPATIBLE" val="0"/>
  <p:tag name="KSO_WM_UNIT_CLEAR" val="0"/>
  <p:tag name="KSO_WM_DIAGRAM_GROUP_CODE" val="q1-1"/>
  <p:tag name="KSO_WM_UNIT_PRESET_TEXT" val="Lorem ipsum dolor sit amet, consectetur"/>
  <p:tag name="KSO_WM_UNIT_TEXT_FILL_FORE_SCHEMECOLOR_INDEX" val="13"/>
  <p:tag name="KSO_WM_UNIT_TEXT_FILL_TYPE" val="1"/>
</p:tagLst>
</file>

<file path=ppt/tags/tag4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0817"/>
  <p:tag name="KSO_WM_UNIT_TYPE" val="q_h_i"/>
  <p:tag name="KSO_WM_UNIT_INDEX" val="1_2_4"/>
  <p:tag name="KSO_WM_UNIT_ID" val="diagram20160817_4*q_h_i*1_2_4"/>
  <p:tag name="KSO_WM_UNIT_LAYERLEVEL" val="1_1_1"/>
  <p:tag name="KSO_WM_DIAGRAM_GROUP_CODE" val="q1-1"/>
  <p:tag name="KSO_WM_UNIT_SHADOW_SCHEMECOLOR_INDEX" val="16"/>
  <p:tag name="KSO_WM_UNIT_TEXT_FILL_FORE_SCHEMECOLOR_INDEX" val="13"/>
  <p:tag name="KSO_WM_UNIT_TEXT_FILL_TYPE" val="1"/>
</p:tagLst>
</file>

<file path=ppt/tags/tag4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0817"/>
  <p:tag name="KSO_WM_UNIT_TYPE" val="q_h_a"/>
  <p:tag name="KSO_WM_UNIT_INDEX" val="1_2_1"/>
  <p:tag name="KSO_WM_UNIT_ID" val="diagram20160817_4*q_h_a*1_2_1"/>
  <p:tag name="KSO_WM_UNIT_LAYERLEVEL" val="1_1_1"/>
  <p:tag name="KSO_WM_UNIT_VALUE" val="5"/>
  <p:tag name="KSO_WM_UNIT_HIGHLIGHT" val="0"/>
  <p:tag name="KSO_WM_UNIT_COMPATIBLE" val="0"/>
  <p:tag name="KSO_WM_UNIT_CLEAR" val="0"/>
  <p:tag name="KSO_WM_DIAGRAM_GROUP_CODE" val="q1-1"/>
  <p:tag name="KSO_WM_UNIT_PRESET_TEXT" val="OPTION 01"/>
  <p:tag name="KSO_WM_UNIT_TEXT_FILL_FORE_SCHEMECOLOR_INDEX" val="13"/>
  <p:tag name="KSO_WM_UNIT_TEXT_FILL_TYPE" val="1"/>
</p:tagLst>
</file>

<file path=ppt/tags/tag4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0817"/>
  <p:tag name="KSO_WM_UNIT_TYPE" val="q_h_f"/>
  <p:tag name="KSO_WM_UNIT_INDEX" val="1_2_1"/>
  <p:tag name="KSO_WM_UNIT_ID" val="diagram20160817_4*q_h_f*1_2_1"/>
  <p:tag name="KSO_WM_UNIT_LAYERLEVEL" val="1_1_1"/>
  <p:tag name="KSO_WM_UNIT_VALUE" val="21"/>
  <p:tag name="KSO_WM_UNIT_HIGHLIGHT" val="0"/>
  <p:tag name="KSO_WM_UNIT_COMPATIBLE" val="0"/>
  <p:tag name="KSO_WM_UNIT_CLEAR" val="0"/>
  <p:tag name="KSO_WM_DIAGRAM_GROUP_CODE" val="q1-1"/>
  <p:tag name="KSO_WM_UNIT_PRESET_TEXT" val="Lorem ipsum dolor sit amet, consectetur"/>
  <p:tag name="KSO_WM_UNIT_TEXT_FILL_FORE_SCHEMECOLOR_INDEX" val="13"/>
  <p:tag name="KSO_WM_UNIT_TEXT_FILL_TYPE" val="1"/>
</p:tagLst>
</file>

<file path=ppt/tags/tag4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0817"/>
  <p:tag name="KSO_WM_UNIT_TYPE" val="q_h_i"/>
  <p:tag name="KSO_WM_UNIT_INDEX" val="1_2_4"/>
  <p:tag name="KSO_WM_UNIT_ID" val="diagram20160817_4*q_h_i*1_2_4"/>
  <p:tag name="KSO_WM_UNIT_LAYERLEVEL" val="1_1_1"/>
  <p:tag name="KSO_WM_DIAGRAM_GROUP_CODE" val="q1-1"/>
  <p:tag name="KSO_WM_UNIT_SHADOW_SCHEMECOLOR_INDEX" val="16"/>
  <p:tag name="KSO_WM_UNIT_TEXT_FILL_FORE_SCHEMECOLOR_INDEX" val="13"/>
  <p:tag name="KSO_WM_UNIT_TEXT_FILL_TYPE" val="1"/>
</p:tagLst>
</file>

<file path=ppt/tags/tag4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0817"/>
  <p:tag name="KSO_WM_UNIT_TYPE" val="q_h_a"/>
  <p:tag name="KSO_WM_UNIT_INDEX" val="1_2_1"/>
  <p:tag name="KSO_WM_UNIT_ID" val="diagram20160817_4*q_h_a*1_2_1"/>
  <p:tag name="KSO_WM_UNIT_LAYERLEVEL" val="1_1_1"/>
  <p:tag name="KSO_WM_UNIT_VALUE" val="5"/>
  <p:tag name="KSO_WM_UNIT_HIGHLIGHT" val="0"/>
  <p:tag name="KSO_WM_UNIT_COMPATIBLE" val="0"/>
  <p:tag name="KSO_WM_UNIT_CLEAR" val="0"/>
  <p:tag name="KSO_WM_DIAGRAM_GROUP_CODE" val="q1-1"/>
  <p:tag name="KSO_WM_UNIT_PRESET_TEXT" val="OPTION 01"/>
  <p:tag name="KSO_WM_UNIT_TEXT_FILL_FORE_SCHEMECOLOR_INDEX" val="13"/>
  <p:tag name="KSO_WM_UNIT_TEXT_FILL_TYPE" val="1"/>
</p:tagLst>
</file>

<file path=ppt/tags/tag4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0817"/>
  <p:tag name="KSO_WM_UNIT_TYPE" val="q_h_f"/>
  <p:tag name="KSO_WM_UNIT_INDEX" val="1_2_1"/>
  <p:tag name="KSO_WM_UNIT_ID" val="diagram20160817_4*q_h_f*1_2_1"/>
  <p:tag name="KSO_WM_UNIT_LAYERLEVEL" val="1_1_1"/>
  <p:tag name="KSO_WM_UNIT_VALUE" val="21"/>
  <p:tag name="KSO_WM_UNIT_HIGHLIGHT" val="0"/>
  <p:tag name="KSO_WM_UNIT_COMPATIBLE" val="0"/>
  <p:tag name="KSO_WM_UNIT_CLEAR" val="0"/>
  <p:tag name="KSO_WM_DIAGRAM_GROUP_CODE" val="q1-1"/>
  <p:tag name="KSO_WM_UNIT_PRESET_TEXT" val="Lorem ipsum dolor sit amet, consectetur"/>
  <p:tag name="KSO_WM_UNIT_TEXT_FILL_FORE_SCHEMECOLOR_INDEX" val="13"/>
  <p:tag name="KSO_WM_UNIT_TEXT_FILL_TYPE" val="1"/>
</p:tagLst>
</file>

<file path=ppt/tags/tag4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0817"/>
  <p:tag name="KSO_WM_UNIT_TYPE" val="q_h_a"/>
  <p:tag name="KSO_WM_UNIT_INDEX" val="1_2_1"/>
  <p:tag name="KSO_WM_UNIT_ID" val="diagram20160817_4*q_h_a*1_2_1"/>
  <p:tag name="KSO_WM_UNIT_LAYERLEVEL" val="1_1_1"/>
  <p:tag name="KSO_WM_UNIT_VALUE" val="5"/>
  <p:tag name="KSO_WM_UNIT_HIGHLIGHT" val="0"/>
  <p:tag name="KSO_WM_UNIT_COMPATIBLE" val="0"/>
  <p:tag name="KSO_WM_UNIT_CLEAR" val="0"/>
  <p:tag name="KSO_WM_DIAGRAM_GROUP_CODE" val="q1-1"/>
  <p:tag name="KSO_WM_UNIT_PRESET_TEXT" val="OPTION 01"/>
  <p:tag name="KSO_WM_UNIT_TEXT_FILL_FORE_SCHEMECOLOR_INDEX" val="13"/>
  <p:tag name="KSO_WM_UNIT_TEXT_FILL_TYPE" val="1"/>
</p:tagLst>
</file>

<file path=ppt/tags/tag4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0817"/>
  <p:tag name="KSO_WM_UNIT_TYPE" val="q_h_i"/>
  <p:tag name="KSO_WM_UNIT_INDEX" val="1_2_4"/>
  <p:tag name="KSO_WM_UNIT_ID" val="diagram20160817_4*q_h_i*1_2_4"/>
  <p:tag name="KSO_WM_UNIT_LAYERLEVEL" val="1_1_1"/>
  <p:tag name="KSO_WM_DIAGRAM_GROUP_CODE" val="q1-1"/>
  <p:tag name="KSO_WM_UNIT_SHADOW_SCHEMECOLOR_INDEX" val="16"/>
  <p:tag name="KSO_WM_UNIT_TEXT_FILL_FORE_SCHEMECOLOR_INDEX" val="13"/>
  <p:tag name="KSO_WM_UNIT_TEXT_FILL_TYPE" val="1"/>
</p:tagLst>
</file>

<file path=ppt/tags/tag4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0817"/>
  <p:tag name="KSO_WM_UNIT_TYPE" val="q_h_f"/>
  <p:tag name="KSO_WM_UNIT_INDEX" val="1_2_1"/>
  <p:tag name="KSO_WM_UNIT_ID" val="diagram20160817_4*q_h_f*1_2_1"/>
  <p:tag name="KSO_WM_UNIT_LAYERLEVEL" val="1_1_1"/>
  <p:tag name="KSO_WM_UNIT_VALUE" val="21"/>
  <p:tag name="KSO_WM_UNIT_HIGHLIGHT" val="0"/>
  <p:tag name="KSO_WM_UNIT_COMPATIBLE" val="0"/>
  <p:tag name="KSO_WM_UNIT_CLEAR" val="0"/>
  <p:tag name="KSO_WM_DIAGRAM_GROUP_CODE" val="q1-1"/>
  <p:tag name="KSO_WM_UNIT_PRESET_TEXT" val="Lorem ipsum dolor sit amet, consectetur"/>
  <p:tag name="KSO_WM_UNIT_TEXT_FILL_FORE_SCHEMECOLOR_INDEX" val="13"/>
  <p:tag name="KSO_WM_UNIT_TEXT_FILL_TYPE" val="1"/>
</p:tagLst>
</file>

<file path=ppt/tags/tag5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0817"/>
  <p:tag name="KSO_WM_UNIT_TYPE" val="q_h_a"/>
  <p:tag name="KSO_WM_UNIT_INDEX" val="1_2_1"/>
  <p:tag name="KSO_WM_UNIT_ID" val="diagram20160817_4*q_h_a*1_2_1"/>
  <p:tag name="KSO_WM_UNIT_LAYERLEVEL" val="1_1_1"/>
  <p:tag name="KSO_WM_UNIT_VALUE" val="5"/>
  <p:tag name="KSO_WM_UNIT_HIGHLIGHT" val="0"/>
  <p:tag name="KSO_WM_UNIT_COMPATIBLE" val="0"/>
  <p:tag name="KSO_WM_UNIT_CLEAR" val="0"/>
  <p:tag name="KSO_WM_DIAGRAM_GROUP_CODE" val="q1-1"/>
  <p:tag name="KSO_WM_UNIT_PRESET_TEXT" val="OPTION 01"/>
  <p:tag name="KSO_WM_UNIT_TEXT_FILL_FORE_SCHEMECOLOR_INDEX" val="13"/>
  <p:tag name="KSO_WM_UNIT_TEXT_FILL_TYPE" val="1"/>
</p:tagLst>
</file>

<file path=ppt/tags/tag5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0817"/>
  <p:tag name="KSO_WM_UNIT_TYPE" val="q_h_i"/>
  <p:tag name="KSO_WM_UNIT_INDEX" val="1_2_4"/>
  <p:tag name="KSO_WM_UNIT_ID" val="diagram20160817_4*q_h_i*1_2_4"/>
  <p:tag name="KSO_WM_UNIT_LAYERLEVEL" val="1_1_1"/>
  <p:tag name="KSO_WM_DIAGRAM_GROUP_CODE" val="q1-1"/>
  <p:tag name="KSO_WM_UNIT_SHADOW_SCHEMECOLOR_INDEX" val="16"/>
  <p:tag name="KSO_WM_UNIT_TEXT_FILL_FORE_SCHEMECOLOR_INDEX" val="13"/>
  <p:tag name="KSO_WM_UNIT_TEXT_FILL_TYPE" val="1"/>
</p:tagLst>
</file>

<file path=ppt/tags/tag5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0817"/>
  <p:tag name="KSO_WM_UNIT_TYPE" val="q_h_f"/>
  <p:tag name="KSO_WM_UNIT_INDEX" val="1_2_1"/>
  <p:tag name="KSO_WM_UNIT_ID" val="diagram20160817_4*q_h_f*1_2_1"/>
  <p:tag name="KSO_WM_UNIT_LAYERLEVEL" val="1_1_1"/>
  <p:tag name="KSO_WM_UNIT_VALUE" val="21"/>
  <p:tag name="KSO_WM_UNIT_HIGHLIGHT" val="0"/>
  <p:tag name="KSO_WM_UNIT_COMPATIBLE" val="0"/>
  <p:tag name="KSO_WM_UNIT_CLEAR" val="0"/>
  <p:tag name="KSO_WM_DIAGRAM_GROUP_CODE" val="q1-1"/>
  <p:tag name="KSO_WM_UNIT_PRESET_TEXT" val="Lorem ipsum dolor sit amet, consectetur"/>
  <p:tag name="KSO_WM_UNIT_TEXT_FILL_FORE_SCHEMECOLOR_INDEX" val="13"/>
  <p:tag name="KSO_WM_UNIT_TEXT_FILL_TYPE" val="1"/>
</p:tagLst>
</file>

<file path=ppt/tags/tag5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0817"/>
  <p:tag name="KSO_WM_UNIT_TYPE" val="q_h_a"/>
  <p:tag name="KSO_WM_UNIT_INDEX" val="1_2_1"/>
  <p:tag name="KSO_WM_UNIT_ID" val="diagram20160817_4*q_h_a*1_2_1"/>
  <p:tag name="KSO_WM_UNIT_LAYERLEVEL" val="1_1_1"/>
  <p:tag name="KSO_WM_UNIT_VALUE" val="5"/>
  <p:tag name="KSO_WM_UNIT_HIGHLIGHT" val="0"/>
  <p:tag name="KSO_WM_UNIT_COMPATIBLE" val="0"/>
  <p:tag name="KSO_WM_UNIT_CLEAR" val="0"/>
  <p:tag name="KSO_WM_DIAGRAM_GROUP_CODE" val="q1-1"/>
  <p:tag name="KSO_WM_UNIT_PRESET_TEXT" val="OPTION 01"/>
  <p:tag name="KSO_WM_UNIT_TEXT_FILL_FORE_SCHEMECOLOR_INDEX" val="13"/>
  <p:tag name="KSO_WM_UNIT_TEXT_FILL_TYPE" val="1"/>
</p:tagLst>
</file>

<file path=ppt/tags/tag5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0817"/>
  <p:tag name="KSO_WM_UNIT_TYPE" val="q_h_i"/>
  <p:tag name="KSO_WM_UNIT_INDEX" val="1_2_4"/>
  <p:tag name="KSO_WM_UNIT_ID" val="diagram20160817_4*q_h_i*1_2_4"/>
  <p:tag name="KSO_WM_UNIT_LAYERLEVEL" val="1_1_1"/>
  <p:tag name="KSO_WM_DIAGRAM_GROUP_CODE" val="q1-1"/>
  <p:tag name="KSO_WM_UNIT_SHADOW_SCHEMECOLOR_INDEX" val="16"/>
  <p:tag name="KSO_WM_UNIT_TEXT_FILL_FORE_SCHEMECOLOR_INDEX" val="13"/>
  <p:tag name="KSO_WM_UNIT_TEXT_FILL_TYPE" val="1"/>
</p:tagLst>
</file>

<file path=ppt/tags/tag5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0817"/>
  <p:tag name="KSO_WM_UNIT_TYPE" val="q_h_f"/>
  <p:tag name="KSO_WM_UNIT_INDEX" val="1_2_1"/>
  <p:tag name="KSO_WM_UNIT_ID" val="diagram20160817_4*q_h_f*1_2_1"/>
  <p:tag name="KSO_WM_UNIT_LAYERLEVEL" val="1_1_1"/>
  <p:tag name="KSO_WM_UNIT_VALUE" val="21"/>
  <p:tag name="KSO_WM_UNIT_HIGHLIGHT" val="0"/>
  <p:tag name="KSO_WM_UNIT_COMPATIBLE" val="0"/>
  <p:tag name="KSO_WM_UNIT_CLEAR" val="0"/>
  <p:tag name="KSO_WM_DIAGRAM_GROUP_CODE" val="q1-1"/>
  <p:tag name="KSO_WM_UNIT_PRESET_TEXT" val="Lorem ipsum dolor sit amet, consectetur"/>
  <p:tag name="KSO_WM_UNIT_TEXT_FILL_FORE_SCHEMECOLOR_INDEX" val="13"/>
  <p:tag name="KSO_WM_UNIT_TEXT_FILL_TYPE" val="1"/>
</p:tagLst>
</file>

<file path=ppt/tags/tag5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0817"/>
  <p:tag name="KSO_WM_UNIT_TYPE" val="q_h_a"/>
  <p:tag name="KSO_WM_UNIT_INDEX" val="1_2_1"/>
  <p:tag name="KSO_WM_UNIT_ID" val="diagram20160817_4*q_h_a*1_2_1"/>
  <p:tag name="KSO_WM_UNIT_LAYERLEVEL" val="1_1_1"/>
  <p:tag name="KSO_WM_UNIT_VALUE" val="5"/>
  <p:tag name="KSO_WM_UNIT_HIGHLIGHT" val="0"/>
  <p:tag name="KSO_WM_UNIT_COMPATIBLE" val="0"/>
  <p:tag name="KSO_WM_UNIT_CLEAR" val="0"/>
  <p:tag name="KSO_WM_DIAGRAM_GROUP_CODE" val="q1-1"/>
  <p:tag name="KSO_WM_UNIT_PRESET_TEXT" val="OPTION 01"/>
  <p:tag name="KSO_WM_UNIT_TEXT_FILL_FORE_SCHEMECOLOR_INDEX" val="13"/>
  <p:tag name="KSO_WM_UNIT_TEXT_FILL_TYPE" val="1"/>
</p:tagLst>
</file>

<file path=ppt/tags/tag5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0817"/>
  <p:tag name="KSO_WM_UNIT_TYPE" val="q_h_i"/>
  <p:tag name="KSO_WM_UNIT_INDEX" val="1_2_4"/>
  <p:tag name="KSO_WM_UNIT_ID" val="diagram20160817_4*q_h_i*1_2_4"/>
  <p:tag name="KSO_WM_UNIT_LAYERLEVEL" val="1_1_1"/>
  <p:tag name="KSO_WM_DIAGRAM_GROUP_CODE" val="q1-1"/>
  <p:tag name="KSO_WM_UNIT_SHADOW_SCHEMECOLOR_INDEX" val="16"/>
  <p:tag name="KSO_WM_UNIT_TEXT_FILL_FORE_SCHEMECOLOR_INDEX" val="13"/>
  <p:tag name="KSO_WM_UNIT_TEXT_FILL_TYPE" val="1"/>
</p:tagLst>
</file>

<file path=ppt/tags/tag5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0817"/>
  <p:tag name="KSO_WM_UNIT_TYPE" val="q_h_f"/>
  <p:tag name="KSO_WM_UNIT_INDEX" val="1_2_1"/>
  <p:tag name="KSO_WM_UNIT_ID" val="diagram20160817_4*q_h_f*1_2_1"/>
  <p:tag name="KSO_WM_UNIT_LAYERLEVEL" val="1_1_1"/>
  <p:tag name="KSO_WM_UNIT_VALUE" val="21"/>
  <p:tag name="KSO_WM_UNIT_HIGHLIGHT" val="0"/>
  <p:tag name="KSO_WM_UNIT_COMPATIBLE" val="0"/>
  <p:tag name="KSO_WM_UNIT_CLEAR" val="0"/>
  <p:tag name="KSO_WM_DIAGRAM_GROUP_CODE" val="q1-1"/>
  <p:tag name="KSO_WM_UNIT_PRESET_TEXT" val="Lorem ipsum dolor sit amet, consectetur"/>
  <p:tag name="KSO_WM_UNIT_TEXT_FILL_FORE_SCHEMECOLOR_INDEX" val="13"/>
  <p:tag name="KSO_WM_UNIT_TEXT_FILL_TYPE" val="1"/>
</p:tagLst>
</file>

<file path=ppt/tags/tag5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0817"/>
  <p:tag name="KSO_WM_UNIT_TYPE" val="q_h_a"/>
  <p:tag name="KSO_WM_UNIT_INDEX" val="1_2_1"/>
  <p:tag name="KSO_WM_UNIT_ID" val="diagram20160817_4*q_h_a*1_2_1"/>
  <p:tag name="KSO_WM_UNIT_LAYERLEVEL" val="1_1_1"/>
  <p:tag name="KSO_WM_UNIT_VALUE" val="5"/>
  <p:tag name="KSO_WM_UNIT_HIGHLIGHT" val="0"/>
  <p:tag name="KSO_WM_UNIT_COMPATIBLE" val="0"/>
  <p:tag name="KSO_WM_UNIT_CLEAR" val="0"/>
  <p:tag name="KSO_WM_DIAGRAM_GROUP_CODE" val="q1-1"/>
  <p:tag name="KSO_WM_UNIT_PRESET_TEXT" val="OPTION 01"/>
  <p:tag name="KSO_WM_UNIT_TEXT_FILL_FORE_SCHEMECOLOR_INDEX" val="13"/>
  <p:tag name="KSO_WM_UNIT_TEXT_FILL_TYPE" val="1"/>
</p:tagLst>
</file>

<file path=ppt/tags/tag6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0817"/>
  <p:tag name="KSO_WM_UNIT_TYPE" val="q_h_i"/>
  <p:tag name="KSO_WM_UNIT_INDEX" val="1_2_4"/>
  <p:tag name="KSO_WM_UNIT_ID" val="diagram20160817_4*q_h_i*1_2_4"/>
  <p:tag name="KSO_WM_UNIT_LAYERLEVEL" val="1_1_1"/>
  <p:tag name="KSO_WM_DIAGRAM_GROUP_CODE" val="q1-1"/>
  <p:tag name="KSO_WM_UNIT_SHADOW_SCHEMECOLOR_INDEX" val="16"/>
  <p:tag name="KSO_WM_UNIT_TEXT_FILL_FORE_SCHEMECOLOR_INDEX" val="13"/>
  <p:tag name="KSO_WM_UNIT_TEXT_FILL_TYPE" val="1"/>
</p:tagLst>
</file>

<file path=ppt/tags/tag6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0817"/>
  <p:tag name="KSO_WM_UNIT_TYPE" val="q_h_f"/>
  <p:tag name="KSO_WM_UNIT_INDEX" val="1_2_1"/>
  <p:tag name="KSO_WM_UNIT_ID" val="diagram20160817_4*q_h_f*1_2_1"/>
  <p:tag name="KSO_WM_UNIT_LAYERLEVEL" val="1_1_1"/>
  <p:tag name="KSO_WM_UNIT_VALUE" val="21"/>
  <p:tag name="KSO_WM_UNIT_HIGHLIGHT" val="0"/>
  <p:tag name="KSO_WM_UNIT_COMPATIBLE" val="0"/>
  <p:tag name="KSO_WM_UNIT_CLEAR" val="0"/>
  <p:tag name="KSO_WM_DIAGRAM_GROUP_CODE" val="q1-1"/>
  <p:tag name="KSO_WM_UNIT_PRESET_TEXT" val="Lorem ipsum dolor sit amet, consectetur"/>
  <p:tag name="KSO_WM_UNIT_TEXT_FILL_FORE_SCHEMECOLOR_INDEX" val="13"/>
  <p:tag name="KSO_WM_UNIT_TEXT_FILL_TYPE" val="1"/>
</p:tagLst>
</file>

<file path=ppt/tags/tag6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0817"/>
  <p:tag name="KSO_WM_UNIT_TYPE" val="q_h_a"/>
  <p:tag name="KSO_WM_UNIT_INDEX" val="1_2_1"/>
  <p:tag name="KSO_WM_UNIT_ID" val="diagram20160817_4*q_h_a*1_2_1"/>
  <p:tag name="KSO_WM_UNIT_LAYERLEVEL" val="1_1_1"/>
  <p:tag name="KSO_WM_UNIT_VALUE" val="5"/>
  <p:tag name="KSO_WM_UNIT_HIGHLIGHT" val="0"/>
  <p:tag name="KSO_WM_UNIT_COMPATIBLE" val="0"/>
  <p:tag name="KSO_WM_UNIT_CLEAR" val="0"/>
  <p:tag name="KSO_WM_DIAGRAM_GROUP_CODE" val="q1-1"/>
  <p:tag name="KSO_WM_UNIT_PRESET_TEXT" val="OPTION 01"/>
  <p:tag name="KSO_WM_UNIT_TEXT_FILL_FORE_SCHEMECOLOR_INDEX" val="13"/>
  <p:tag name="KSO_WM_UNIT_TEXT_FILL_TYPE" val="1"/>
</p:tagLst>
</file>

<file path=ppt/tags/tag6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0817"/>
  <p:tag name="KSO_WM_UNIT_TYPE" val="q_h_i"/>
  <p:tag name="KSO_WM_UNIT_INDEX" val="1_2_4"/>
  <p:tag name="KSO_WM_UNIT_ID" val="diagram20160817_4*q_h_i*1_2_4"/>
  <p:tag name="KSO_WM_UNIT_LAYERLEVEL" val="1_1_1"/>
  <p:tag name="KSO_WM_DIAGRAM_GROUP_CODE" val="q1-1"/>
  <p:tag name="KSO_WM_UNIT_SHADOW_SCHEMECOLOR_INDEX" val="16"/>
  <p:tag name="KSO_WM_UNIT_TEXT_FILL_FORE_SCHEMECOLOR_INDEX" val="13"/>
  <p:tag name="KSO_WM_UNIT_TEXT_FILL_TYPE" val="1"/>
</p:tagLst>
</file>

<file path=ppt/tags/tag6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0817"/>
  <p:tag name="KSO_WM_UNIT_TYPE" val="q_h_f"/>
  <p:tag name="KSO_WM_UNIT_INDEX" val="1_2_1"/>
  <p:tag name="KSO_WM_UNIT_ID" val="diagram20160817_4*q_h_f*1_2_1"/>
  <p:tag name="KSO_WM_UNIT_LAYERLEVEL" val="1_1_1"/>
  <p:tag name="KSO_WM_UNIT_VALUE" val="21"/>
  <p:tag name="KSO_WM_UNIT_HIGHLIGHT" val="0"/>
  <p:tag name="KSO_WM_UNIT_COMPATIBLE" val="0"/>
  <p:tag name="KSO_WM_UNIT_CLEAR" val="0"/>
  <p:tag name="KSO_WM_DIAGRAM_GROUP_CODE" val="q1-1"/>
  <p:tag name="KSO_WM_UNIT_PRESET_TEXT" val="Lorem ipsum dolor sit amet, consectetur"/>
  <p:tag name="KSO_WM_UNIT_TEXT_FILL_FORE_SCHEMECOLOR_INDEX" val="13"/>
  <p:tag name="KSO_WM_UNIT_TEXT_FILL_TYPE" val="1"/>
</p:tagLst>
</file>

<file path=ppt/tags/tag6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0817"/>
  <p:tag name="KSO_WM_UNIT_TYPE" val="q_h_a"/>
  <p:tag name="KSO_WM_UNIT_INDEX" val="1_2_1"/>
  <p:tag name="KSO_WM_UNIT_ID" val="diagram20160817_4*q_h_a*1_2_1"/>
  <p:tag name="KSO_WM_UNIT_LAYERLEVEL" val="1_1_1"/>
  <p:tag name="KSO_WM_UNIT_VALUE" val="5"/>
  <p:tag name="KSO_WM_UNIT_HIGHLIGHT" val="0"/>
  <p:tag name="KSO_WM_UNIT_COMPATIBLE" val="0"/>
  <p:tag name="KSO_WM_UNIT_CLEAR" val="0"/>
  <p:tag name="KSO_WM_DIAGRAM_GROUP_CODE" val="q1-1"/>
  <p:tag name="KSO_WM_UNIT_PRESET_TEXT" val="OPTION 01"/>
  <p:tag name="KSO_WM_UNIT_TEXT_FILL_FORE_SCHEMECOLOR_INDEX" val="13"/>
  <p:tag name="KSO_WM_UNIT_TEXT_FILL_TYPE" val="1"/>
</p:tagLst>
</file>

<file path=ppt/tags/tag6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0817"/>
  <p:tag name="KSO_WM_UNIT_TYPE" val="q_h_i"/>
  <p:tag name="KSO_WM_UNIT_INDEX" val="1_2_4"/>
  <p:tag name="KSO_WM_UNIT_ID" val="diagram20160817_4*q_h_i*1_2_4"/>
  <p:tag name="KSO_WM_UNIT_LAYERLEVEL" val="1_1_1"/>
  <p:tag name="KSO_WM_DIAGRAM_GROUP_CODE" val="q1-1"/>
  <p:tag name="KSO_WM_UNIT_SHADOW_SCHEMECOLOR_INDEX" val="16"/>
  <p:tag name="KSO_WM_UNIT_TEXT_FILL_FORE_SCHEMECOLOR_INDEX" val="13"/>
  <p:tag name="KSO_WM_UNIT_TEXT_FILL_TYPE" val="1"/>
</p:tagLst>
</file>

<file path=ppt/tags/tag6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0817"/>
  <p:tag name="KSO_WM_UNIT_TYPE" val="q_h_f"/>
  <p:tag name="KSO_WM_UNIT_INDEX" val="1_2_1"/>
  <p:tag name="KSO_WM_UNIT_ID" val="diagram20160817_4*q_h_f*1_2_1"/>
  <p:tag name="KSO_WM_UNIT_LAYERLEVEL" val="1_1_1"/>
  <p:tag name="KSO_WM_UNIT_VALUE" val="21"/>
  <p:tag name="KSO_WM_UNIT_HIGHLIGHT" val="0"/>
  <p:tag name="KSO_WM_UNIT_COMPATIBLE" val="0"/>
  <p:tag name="KSO_WM_UNIT_CLEAR" val="0"/>
  <p:tag name="KSO_WM_DIAGRAM_GROUP_CODE" val="q1-1"/>
  <p:tag name="KSO_WM_UNIT_PRESET_TEXT" val="Lorem ipsum dolor sit amet, consectetur"/>
  <p:tag name="KSO_WM_UNIT_TEXT_FILL_FORE_SCHEMECOLOR_INDEX" val="13"/>
  <p:tag name="KSO_WM_UNIT_TEXT_FILL_TYPE" val="1"/>
</p:tagLst>
</file>

<file path=ppt/tags/tag6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0817"/>
  <p:tag name="KSO_WM_UNIT_TYPE" val="q_h_a"/>
  <p:tag name="KSO_WM_UNIT_INDEX" val="1_2_1"/>
  <p:tag name="KSO_WM_UNIT_ID" val="diagram20160817_4*q_h_a*1_2_1"/>
  <p:tag name="KSO_WM_UNIT_LAYERLEVEL" val="1_1_1"/>
  <p:tag name="KSO_WM_UNIT_VALUE" val="5"/>
  <p:tag name="KSO_WM_UNIT_HIGHLIGHT" val="0"/>
  <p:tag name="KSO_WM_UNIT_COMPATIBLE" val="0"/>
  <p:tag name="KSO_WM_UNIT_CLEAR" val="0"/>
  <p:tag name="KSO_WM_DIAGRAM_GROUP_CODE" val="q1-1"/>
  <p:tag name="KSO_WM_UNIT_PRESET_TEXT" val="OPTION 01"/>
  <p:tag name="KSO_WM_UNIT_TEXT_FILL_FORE_SCHEMECOLOR_INDEX" val="13"/>
  <p:tag name="KSO_WM_UNIT_TEXT_FILL_TYPE" val="1"/>
</p:tagLst>
</file>

<file path=ppt/tags/tag6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0817"/>
  <p:tag name="KSO_WM_UNIT_TYPE" val="q_h_i"/>
  <p:tag name="KSO_WM_UNIT_INDEX" val="1_2_4"/>
  <p:tag name="KSO_WM_UNIT_ID" val="diagram20160817_4*q_h_i*1_2_4"/>
  <p:tag name="KSO_WM_UNIT_LAYERLEVEL" val="1_1_1"/>
  <p:tag name="KSO_WM_DIAGRAM_GROUP_CODE" val="q1-1"/>
  <p:tag name="KSO_WM_UNIT_SHADOW_SCHEMECOLOR_INDEX" val="16"/>
  <p:tag name="KSO_WM_UNIT_TEXT_FILL_FORE_SCHEMECOLOR_INDEX" val="13"/>
  <p:tag name="KSO_WM_UNIT_TEXT_FILL_TYPE" val="1"/>
</p:tagLst>
</file>

<file path=ppt/tags/tag7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0817"/>
  <p:tag name="KSO_WM_UNIT_TYPE" val="q_h_f"/>
  <p:tag name="KSO_WM_UNIT_INDEX" val="1_2_1"/>
  <p:tag name="KSO_WM_UNIT_ID" val="diagram20160817_4*q_h_f*1_2_1"/>
  <p:tag name="KSO_WM_UNIT_LAYERLEVEL" val="1_1_1"/>
  <p:tag name="KSO_WM_UNIT_VALUE" val="21"/>
  <p:tag name="KSO_WM_UNIT_HIGHLIGHT" val="0"/>
  <p:tag name="KSO_WM_UNIT_COMPATIBLE" val="0"/>
  <p:tag name="KSO_WM_UNIT_CLEAR" val="0"/>
  <p:tag name="KSO_WM_DIAGRAM_GROUP_CODE" val="q1-1"/>
  <p:tag name="KSO_WM_UNIT_PRESET_TEXT" val="Lorem ipsum dolor sit amet, consectetur"/>
  <p:tag name="KSO_WM_UNIT_TEXT_FILL_FORE_SCHEMECOLOR_INDEX" val="13"/>
  <p:tag name="KSO_WM_UNIT_TEXT_FILL_TYPE" val="1"/>
</p:tagLst>
</file>

<file path=ppt/tags/tag7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0817"/>
  <p:tag name="KSO_WM_UNIT_TYPE" val="q_h_a"/>
  <p:tag name="KSO_WM_UNIT_INDEX" val="1_2_1"/>
  <p:tag name="KSO_WM_UNIT_ID" val="diagram20160817_4*q_h_a*1_2_1"/>
  <p:tag name="KSO_WM_UNIT_LAYERLEVEL" val="1_1_1"/>
  <p:tag name="KSO_WM_UNIT_VALUE" val="5"/>
  <p:tag name="KSO_WM_UNIT_HIGHLIGHT" val="0"/>
  <p:tag name="KSO_WM_UNIT_COMPATIBLE" val="0"/>
  <p:tag name="KSO_WM_UNIT_CLEAR" val="0"/>
  <p:tag name="KSO_WM_DIAGRAM_GROUP_CODE" val="q1-1"/>
  <p:tag name="KSO_WM_UNIT_PRESET_TEXT" val="OPTION 01"/>
  <p:tag name="KSO_WM_UNIT_TEXT_FILL_FORE_SCHEMECOLOR_INDEX" val="13"/>
  <p:tag name="KSO_WM_UNIT_TEXT_FILL_TYPE" val="1"/>
</p:tagLst>
</file>

<file path=ppt/tags/tag7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0817"/>
  <p:tag name="KSO_WM_UNIT_TYPE" val="q_h_i"/>
  <p:tag name="KSO_WM_UNIT_INDEX" val="1_2_4"/>
  <p:tag name="KSO_WM_UNIT_ID" val="diagram20160817_4*q_h_i*1_2_4"/>
  <p:tag name="KSO_WM_UNIT_LAYERLEVEL" val="1_1_1"/>
  <p:tag name="KSO_WM_DIAGRAM_GROUP_CODE" val="q1-1"/>
  <p:tag name="KSO_WM_UNIT_SHADOW_SCHEMECOLOR_INDEX" val="16"/>
  <p:tag name="KSO_WM_UNIT_TEXT_FILL_FORE_SCHEMECOLOR_INDEX" val="13"/>
  <p:tag name="KSO_WM_UNIT_TEXT_FILL_TYPE" val="1"/>
</p:tagLst>
</file>

<file path=ppt/tags/tag7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0817"/>
  <p:tag name="KSO_WM_UNIT_TYPE" val="q_h_f"/>
  <p:tag name="KSO_WM_UNIT_INDEX" val="1_2_1"/>
  <p:tag name="KSO_WM_UNIT_ID" val="diagram20160817_4*q_h_f*1_2_1"/>
  <p:tag name="KSO_WM_UNIT_LAYERLEVEL" val="1_1_1"/>
  <p:tag name="KSO_WM_UNIT_VALUE" val="21"/>
  <p:tag name="KSO_WM_UNIT_HIGHLIGHT" val="0"/>
  <p:tag name="KSO_WM_UNIT_COMPATIBLE" val="0"/>
  <p:tag name="KSO_WM_UNIT_CLEAR" val="0"/>
  <p:tag name="KSO_WM_DIAGRAM_GROUP_CODE" val="q1-1"/>
  <p:tag name="KSO_WM_UNIT_PRESET_TEXT" val="Lorem ipsum dolor sit amet, consectetur"/>
  <p:tag name="KSO_WM_UNIT_TEXT_FILL_FORE_SCHEMECOLOR_INDEX" val="13"/>
  <p:tag name="KSO_WM_UNIT_TEXT_FILL_TYPE" val="1"/>
</p:tagLst>
</file>

<file path=ppt/tags/tag7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0817"/>
  <p:tag name="KSO_WM_UNIT_TYPE" val="q_h_a"/>
  <p:tag name="KSO_WM_UNIT_INDEX" val="1_2_1"/>
  <p:tag name="KSO_WM_UNIT_ID" val="diagram20160817_4*q_h_a*1_2_1"/>
  <p:tag name="KSO_WM_UNIT_LAYERLEVEL" val="1_1_1"/>
  <p:tag name="KSO_WM_UNIT_VALUE" val="5"/>
  <p:tag name="KSO_WM_UNIT_HIGHLIGHT" val="0"/>
  <p:tag name="KSO_WM_UNIT_COMPATIBLE" val="0"/>
  <p:tag name="KSO_WM_UNIT_CLEAR" val="0"/>
  <p:tag name="KSO_WM_DIAGRAM_GROUP_CODE" val="q1-1"/>
  <p:tag name="KSO_WM_UNIT_PRESET_TEXT" val="OPTION 01"/>
  <p:tag name="KSO_WM_UNIT_TEXT_FILL_FORE_SCHEMECOLOR_INDEX" val="13"/>
  <p:tag name="KSO_WM_UNIT_TEXT_FILL_TYPE" val="1"/>
</p:tagLst>
</file>

<file path=ppt/tags/tag7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0817"/>
  <p:tag name="KSO_WM_UNIT_TYPE" val="q_h_i"/>
  <p:tag name="KSO_WM_UNIT_INDEX" val="1_2_4"/>
  <p:tag name="KSO_WM_UNIT_ID" val="diagram20160817_4*q_h_i*1_2_4"/>
  <p:tag name="KSO_WM_UNIT_LAYERLEVEL" val="1_1_1"/>
  <p:tag name="KSO_WM_DIAGRAM_GROUP_CODE" val="q1-1"/>
  <p:tag name="KSO_WM_UNIT_SHADOW_SCHEMECOLOR_INDEX" val="16"/>
  <p:tag name="KSO_WM_UNIT_TEXT_FILL_FORE_SCHEMECOLOR_INDEX" val="13"/>
  <p:tag name="KSO_WM_UNIT_TEXT_FILL_TYPE" val="1"/>
</p:tagLst>
</file>

<file path=ppt/tags/tag7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0817"/>
  <p:tag name="KSO_WM_UNIT_TYPE" val="q_h_f"/>
  <p:tag name="KSO_WM_UNIT_INDEX" val="1_2_1"/>
  <p:tag name="KSO_WM_UNIT_ID" val="diagram20160817_4*q_h_f*1_2_1"/>
  <p:tag name="KSO_WM_UNIT_LAYERLEVEL" val="1_1_1"/>
  <p:tag name="KSO_WM_UNIT_VALUE" val="21"/>
  <p:tag name="KSO_WM_UNIT_HIGHLIGHT" val="0"/>
  <p:tag name="KSO_WM_UNIT_COMPATIBLE" val="0"/>
  <p:tag name="KSO_WM_UNIT_CLEAR" val="0"/>
  <p:tag name="KSO_WM_DIAGRAM_GROUP_CODE" val="q1-1"/>
  <p:tag name="KSO_WM_UNIT_PRESET_TEXT" val="Lorem ipsum dolor sit amet, consectetur"/>
  <p:tag name="KSO_WM_UNIT_TEXT_FILL_FORE_SCHEMECOLOR_INDEX" val="13"/>
  <p:tag name="KSO_WM_UNIT_TEXT_FILL_TYPE" val="1"/>
</p:tagLst>
</file>

<file path=ppt/tags/tag7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0817"/>
  <p:tag name="KSO_WM_UNIT_TYPE" val="q_h_i"/>
  <p:tag name="KSO_WM_UNIT_INDEX" val="1_2_4"/>
  <p:tag name="KSO_WM_UNIT_ID" val="diagram20160817_4*q_h_i*1_2_4"/>
  <p:tag name="KSO_WM_UNIT_LAYERLEVEL" val="1_1_1"/>
  <p:tag name="KSO_WM_DIAGRAM_GROUP_CODE" val="q1-1"/>
  <p:tag name="KSO_WM_UNIT_SHADOW_SCHEMECOLOR_INDEX" val="16"/>
  <p:tag name="KSO_WM_UNIT_TEXT_FILL_FORE_SCHEMECOLOR_INDEX" val="13"/>
  <p:tag name="KSO_WM_UNIT_TEXT_FILL_TYPE" val="1"/>
</p:tagLst>
</file>

<file path=ppt/tags/tag7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0817"/>
  <p:tag name="KSO_WM_UNIT_TYPE" val="q_h_a"/>
  <p:tag name="KSO_WM_UNIT_INDEX" val="1_2_1"/>
  <p:tag name="KSO_WM_UNIT_ID" val="diagram20160817_4*q_h_a*1_2_1"/>
  <p:tag name="KSO_WM_UNIT_LAYERLEVEL" val="1_1_1"/>
  <p:tag name="KSO_WM_UNIT_VALUE" val="5"/>
  <p:tag name="KSO_WM_UNIT_HIGHLIGHT" val="0"/>
  <p:tag name="KSO_WM_UNIT_COMPATIBLE" val="0"/>
  <p:tag name="KSO_WM_UNIT_CLEAR" val="0"/>
  <p:tag name="KSO_WM_DIAGRAM_GROUP_CODE" val="q1-1"/>
  <p:tag name="KSO_WM_UNIT_PRESET_TEXT" val="OPTION 01"/>
  <p:tag name="KSO_WM_UNIT_TEXT_FILL_FORE_SCHEMECOLOR_INDEX" val="13"/>
  <p:tag name="KSO_WM_UNIT_TEXT_FILL_TYPE" val="1"/>
</p:tagLst>
</file>

<file path=ppt/tags/tag7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0817"/>
  <p:tag name="KSO_WM_UNIT_TYPE" val="q_h_a"/>
  <p:tag name="KSO_WM_UNIT_INDEX" val="1_2_1"/>
  <p:tag name="KSO_WM_UNIT_ID" val="diagram20160817_4*q_h_a*1_2_1"/>
  <p:tag name="KSO_WM_UNIT_LAYERLEVEL" val="1_1_1"/>
  <p:tag name="KSO_WM_UNIT_VALUE" val="5"/>
  <p:tag name="KSO_WM_UNIT_HIGHLIGHT" val="0"/>
  <p:tag name="KSO_WM_UNIT_COMPATIBLE" val="0"/>
  <p:tag name="KSO_WM_UNIT_CLEAR" val="0"/>
  <p:tag name="KSO_WM_DIAGRAM_GROUP_CODE" val="q1-1"/>
  <p:tag name="KSO_WM_UNIT_PRESET_TEXT" val="OPTION 01"/>
  <p:tag name="KSO_WM_UNIT_TEXT_FILL_FORE_SCHEMECOLOR_INDEX" val="13"/>
  <p:tag name="KSO_WM_UNIT_TEXT_FILL_TYPE" val="1"/>
</p:tagLst>
</file>

<file path=ppt/tags/tag8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0817"/>
  <p:tag name="KSO_WM_UNIT_TYPE" val="q_h_i"/>
  <p:tag name="KSO_WM_UNIT_INDEX" val="1_2_4"/>
  <p:tag name="KSO_WM_UNIT_ID" val="diagram20160817_4*q_h_i*1_2_4"/>
  <p:tag name="KSO_WM_UNIT_LAYERLEVEL" val="1_1_1"/>
  <p:tag name="KSO_WM_DIAGRAM_GROUP_CODE" val="q1-1"/>
  <p:tag name="KSO_WM_UNIT_SHADOW_SCHEMECOLOR_INDEX" val="16"/>
  <p:tag name="KSO_WM_UNIT_TEXT_FILL_FORE_SCHEMECOLOR_INDEX" val="13"/>
  <p:tag name="KSO_WM_UNIT_TEXT_FILL_TYPE" val="1"/>
</p:tagLst>
</file>

<file path=ppt/tags/tag8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0817"/>
  <p:tag name="KSO_WM_UNIT_TYPE" val="q_h_f"/>
  <p:tag name="KSO_WM_UNIT_INDEX" val="1_2_1"/>
  <p:tag name="KSO_WM_UNIT_ID" val="diagram20160817_4*q_h_f*1_2_1"/>
  <p:tag name="KSO_WM_UNIT_LAYERLEVEL" val="1_1_1"/>
  <p:tag name="KSO_WM_UNIT_VALUE" val="21"/>
  <p:tag name="KSO_WM_UNIT_HIGHLIGHT" val="0"/>
  <p:tag name="KSO_WM_UNIT_COMPATIBLE" val="0"/>
  <p:tag name="KSO_WM_UNIT_CLEAR" val="0"/>
  <p:tag name="KSO_WM_DIAGRAM_GROUP_CODE" val="q1-1"/>
  <p:tag name="KSO_WM_UNIT_PRESET_TEXT" val="Lorem ipsum dolor sit amet, consectetur"/>
  <p:tag name="KSO_WM_UNIT_TEXT_FILL_FORE_SCHEMECOLOR_INDEX" val="13"/>
  <p:tag name="KSO_WM_UNIT_TEXT_FILL_TYPE" val="1"/>
</p:tagLst>
</file>

<file path=ppt/tags/tag8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0817"/>
  <p:tag name="KSO_WM_UNIT_TYPE" val="q_h_a"/>
  <p:tag name="KSO_WM_UNIT_INDEX" val="1_2_1"/>
  <p:tag name="KSO_WM_UNIT_ID" val="diagram20160817_4*q_h_a*1_2_1"/>
  <p:tag name="KSO_WM_UNIT_LAYERLEVEL" val="1_1_1"/>
  <p:tag name="KSO_WM_UNIT_VALUE" val="5"/>
  <p:tag name="KSO_WM_UNIT_HIGHLIGHT" val="0"/>
  <p:tag name="KSO_WM_UNIT_COMPATIBLE" val="0"/>
  <p:tag name="KSO_WM_UNIT_CLEAR" val="0"/>
  <p:tag name="KSO_WM_DIAGRAM_GROUP_CODE" val="q1-1"/>
  <p:tag name="KSO_WM_UNIT_PRESET_TEXT" val="OPTION 01"/>
  <p:tag name="KSO_WM_UNIT_TEXT_FILL_FORE_SCHEMECOLOR_INDEX" val="13"/>
  <p:tag name="KSO_WM_UNIT_TEXT_FILL_TYPE" val="1"/>
</p:tagLst>
</file>

<file path=ppt/tags/tag8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0817"/>
  <p:tag name="KSO_WM_UNIT_TYPE" val="q_h_i"/>
  <p:tag name="KSO_WM_UNIT_INDEX" val="1_2_4"/>
  <p:tag name="KSO_WM_UNIT_ID" val="diagram20160817_4*q_h_i*1_2_4"/>
  <p:tag name="KSO_WM_UNIT_LAYERLEVEL" val="1_1_1"/>
  <p:tag name="KSO_WM_DIAGRAM_GROUP_CODE" val="q1-1"/>
  <p:tag name="KSO_WM_UNIT_SHADOW_SCHEMECOLOR_INDEX" val="16"/>
  <p:tag name="KSO_WM_UNIT_TEXT_FILL_FORE_SCHEMECOLOR_INDEX" val="13"/>
  <p:tag name="KSO_WM_UNIT_TEXT_FILL_TYPE" val="1"/>
</p:tagLst>
</file>

<file path=ppt/tags/tag8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0817"/>
  <p:tag name="KSO_WM_UNIT_TYPE" val="q_h_f"/>
  <p:tag name="KSO_WM_UNIT_INDEX" val="1_2_1"/>
  <p:tag name="KSO_WM_UNIT_ID" val="diagram20160817_4*q_h_f*1_2_1"/>
  <p:tag name="KSO_WM_UNIT_LAYERLEVEL" val="1_1_1"/>
  <p:tag name="KSO_WM_UNIT_VALUE" val="21"/>
  <p:tag name="KSO_WM_UNIT_HIGHLIGHT" val="0"/>
  <p:tag name="KSO_WM_UNIT_COMPATIBLE" val="0"/>
  <p:tag name="KSO_WM_UNIT_CLEAR" val="0"/>
  <p:tag name="KSO_WM_DIAGRAM_GROUP_CODE" val="q1-1"/>
  <p:tag name="KSO_WM_UNIT_PRESET_TEXT" val="Lorem ipsum dolor sit amet, consectetur"/>
  <p:tag name="KSO_WM_UNIT_TEXT_FILL_FORE_SCHEMECOLOR_INDEX" val="13"/>
  <p:tag name="KSO_WM_UNIT_TEXT_FILL_TYPE" val="1"/>
</p:tagLst>
</file>

<file path=ppt/tags/tag8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0817"/>
  <p:tag name="KSO_WM_UNIT_TYPE" val="q_h_a"/>
  <p:tag name="KSO_WM_UNIT_INDEX" val="1_2_1"/>
  <p:tag name="KSO_WM_UNIT_ID" val="diagram20160817_4*q_h_a*1_2_1"/>
  <p:tag name="KSO_WM_UNIT_LAYERLEVEL" val="1_1_1"/>
  <p:tag name="KSO_WM_UNIT_VALUE" val="5"/>
  <p:tag name="KSO_WM_UNIT_HIGHLIGHT" val="0"/>
  <p:tag name="KSO_WM_UNIT_COMPATIBLE" val="0"/>
  <p:tag name="KSO_WM_UNIT_CLEAR" val="0"/>
  <p:tag name="KSO_WM_DIAGRAM_GROUP_CODE" val="q1-1"/>
  <p:tag name="KSO_WM_UNIT_PRESET_TEXT" val="OPTION 01"/>
  <p:tag name="KSO_WM_UNIT_TEXT_FILL_FORE_SCHEMECOLOR_INDEX" val="13"/>
  <p:tag name="KSO_WM_UNIT_TEXT_FILL_TYPE" val="1"/>
</p:tagLst>
</file>

<file path=ppt/tags/tag8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0817"/>
  <p:tag name="KSO_WM_UNIT_TYPE" val="q_h_i"/>
  <p:tag name="KSO_WM_UNIT_INDEX" val="1_2_4"/>
  <p:tag name="KSO_WM_UNIT_ID" val="diagram20160817_4*q_h_i*1_2_4"/>
  <p:tag name="KSO_WM_UNIT_LAYERLEVEL" val="1_1_1"/>
  <p:tag name="KSO_WM_DIAGRAM_GROUP_CODE" val="q1-1"/>
  <p:tag name="KSO_WM_UNIT_SHADOW_SCHEMECOLOR_INDEX" val="16"/>
  <p:tag name="KSO_WM_UNIT_TEXT_FILL_FORE_SCHEMECOLOR_INDEX" val="13"/>
  <p:tag name="KSO_WM_UNIT_TEXT_FILL_TYPE" val="1"/>
</p:tagLst>
</file>

<file path=ppt/tags/tag8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0817"/>
  <p:tag name="KSO_WM_UNIT_TYPE" val="q_h_f"/>
  <p:tag name="KSO_WM_UNIT_INDEX" val="1_2_1"/>
  <p:tag name="KSO_WM_UNIT_ID" val="diagram20160817_4*q_h_f*1_2_1"/>
  <p:tag name="KSO_WM_UNIT_LAYERLEVEL" val="1_1_1"/>
  <p:tag name="KSO_WM_UNIT_VALUE" val="21"/>
  <p:tag name="KSO_WM_UNIT_HIGHLIGHT" val="0"/>
  <p:tag name="KSO_WM_UNIT_COMPATIBLE" val="0"/>
  <p:tag name="KSO_WM_UNIT_CLEAR" val="0"/>
  <p:tag name="KSO_WM_DIAGRAM_GROUP_CODE" val="q1-1"/>
  <p:tag name="KSO_WM_UNIT_PRESET_TEXT" val="Lorem ipsum dolor sit amet, consectetur"/>
  <p:tag name="KSO_WM_UNIT_TEXT_FILL_FORE_SCHEMECOLOR_INDEX" val="13"/>
  <p:tag name="KSO_WM_UNIT_TEXT_FILL_TYPE" val="1"/>
</p:tagLst>
</file>

<file path=ppt/tags/tag8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0817"/>
  <p:tag name="KSO_WM_UNIT_TYPE" val="q_h_a"/>
  <p:tag name="KSO_WM_UNIT_INDEX" val="1_2_1"/>
  <p:tag name="KSO_WM_UNIT_ID" val="diagram20160817_4*q_h_a*1_2_1"/>
  <p:tag name="KSO_WM_UNIT_LAYERLEVEL" val="1_1_1"/>
  <p:tag name="KSO_WM_UNIT_VALUE" val="5"/>
  <p:tag name="KSO_WM_UNIT_HIGHLIGHT" val="0"/>
  <p:tag name="KSO_WM_UNIT_COMPATIBLE" val="0"/>
  <p:tag name="KSO_WM_UNIT_CLEAR" val="0"/>
  <p:tag name="KSO_WM_DIAGRAM_GROUP_CODE" val="q1-1"/>
  <p:tag name="KSO_WM_UNIT_PRESET_TEXT" val="OPTION 01"/>
  <p:tag name="KSO_WM_UNIT_TEXT_FILL_FORE_SCHEMECOLOR_INDEX" val="13"/>
  <p:tag name="KSO_WM_UNIT_TEXT_FILL_TYPE" val="1"/>
</p:tagLst>
</file>

<file path=ppt/tags/tag8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0817"/>
  <p:tag name="KSO_WM_UNIT_TYPE" val="q_h_i"/>
  <p:tag name="KSO_WM_UNIT_INDEX" val="1_2_4"/>
  <p:tag name="KSO_WM_UNIT_ID" val="diagram20160817_4*q_h_i*1_2_4"/>
  <p:tag name="KSO_WM_UNIT_LAYERLEVEL" val="1_1_1"/>
  <p:tag name="KSO_WM_DIAGRAM_GROUP_CODE" val="q1-1"/>
  <p:tag name="KSO_WM_UNIT_SHADOW_SCHEMECOLOR_INDEX" val="16"/>
  <p:tag name="KSO_WM_UNIT_TEXT_FILL_FORE_SCHEMECOLOR_INDEX" val="13"/>
  <p:tag name="KSO_WM_UNIT_TEXT_FILL_TYPE" val="1"/>
</p:tagLst>
</file>

<file path=ppt/tags/tag9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0817"/>
  <p:tag name="KSO_WM_UNIT_TYPE" val="q_h_f"/>
  <p:tag name="KSO_WM_UNIT_INDEX" val="1_2_1"/>
  <p:tag name="KSO_WM_UNIT_ID" val="diagram20160817_4*q_h_f*1_2_1"/>
  <p:tag name="KSO_WM_UNIT_LAYERLEVEL" val="1_1_1"/>
  <p:tag name="KSO_WM_UNIT_VALUE" val="21"/>
  <p:tag name="KSO_WM_UNIT_HIGHLIGHT" val="0"/>
  <p:tag name="KSO_WM_UNIT_COMPATIBLE" val="0"/>
  <p:tag name="KSO_WM_UNIT_CLEAR" val="0"/>
  <p:tag name="KSO_WM_DIAGRAM_GROUP_CODE" val="q1-1"/>
  <p:tag name="KSO_WM_UNIT_PRESET_TEXT" val="Lorem ipsum dolor sit amet, consectetur"/>
  <p:tag name="KSO_WM_UNIT_TEXT_FILL_FORE_SCHEMECOLOR_INDEX" val="13"/>
  <p:tag name="KSO_WM_UNIT_TEXT_FILL_TYPE" val="1"/>
</p:tagLst>
</file>

<file path=ppt/tags/tag9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0817"/>
  <p:tag name="KSO_WM_UNIT_TYPE" val="q_h_a"/>
  <p:tag name="KSO_WM_UNIT_INDEX" val="1_2_1"/>
  <p:tag name="KSO_WM_UNIT_ID" val="diagram20160817_4*q_h_a*1_2_1"/>
  <p:tag name="KSO_WM_UNIT_LAYERLEVEL" val="1_1_1"/>
  <p:tag name="KSO_WM_UNIT_VALUE" val="5"/>
  <p:tag name="KSO_WM_UNIT_HIGHLIGHT" val="0"/>
  <p:tag name="KSO_WM_UNIT_COMPATIBLE" val="0"/>
  <p:tag name="KSO_WM_UNIT_CLEAR" val="0"/>
  <p:tag name="KSO_WM_DIAGRAM_GROUP_CODE" val="q1-1"/>
  <p:tag name="KSO_WM_UNIT_PRESET_TEXT" val="OPTION 01"/>
  <p:tag name="KSO_WM_UNIT_TEXT_FILL_FORE_SCHEMECOLOR_INDEX" val="13"/>
  <p:tag name="KSO_WM_UNIT_TEXT_FILL_TYPE" val="1"/>
</p:tagLst>
</file>

<file path=ppt/tags/tag9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0817"/>
  <p:tag name="KSO_WM_UNIT_TYPE" val="q_h_i"/>
  <p:tag name="KSO_WM_UNIT_INDEX" val="1_2_4"/>
  <p:tag name="KSO_WM_UNIT_ID" val="diagram20160817_4*q_h_i*1_2_4"/>
  <p:tag name="KSO_WM_UNIT_LAYERLEVEL" val="1_1_1"/>
  <p:tag name="KSO_WM_DIAGRAM_GROUP_CODE" val="q1-1"/>
  <p:tag name="KSO_WM_UNIT_SHADOW_SCHEMECOLOR_INDEX" val="16"/>
  <p:tag name="KSO_WM_UNIT_TEXT_FILL_FORE_SCHEMECOLOR_INDEX" val="13"/>
  <p:tag name="KSO_WM_UNIT_TEXT_FILL_TYPE" val="1"/>
</p:tagLst>
</file>

<file path=ppt/tags/tag9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0817"/>
  <p:tag name="KSO_WM_UNIT_TYPE" val="q_h_f"/>
  <p:tag name="KSO_WM_UNIT_INDEX" val="1_2_1"/>
  <p:tag name="KSO_WM_UNIT_ID" val="diagram20160817_4*q_h_f*1_2_1"/>
  <p:tag name="KSO_WM_UNIT_LAYERLEVEL" val="1_1_1"/>
  <p:tag name="KSO_WM_UNIT_VALUE" val="21"/>
  <p:tag name="KSO_WM_UNIT_HIGHLIGHT" val="0"/>
  <p:tag name="KSO_WM_UNIT_COMPATIBLE" val="0"/>
  <p:tag name="KSO_WM_UNIT_CLEAR" val="0"/>
  <p:tag name="KSO_WM_DIAGRAM_GROUP_CODE" val="q1-1"/>
  <p:tag name="KSO_WM_UNIT_PRESET_TEXT" val="Lorem ipsum dolor sit amet, consectetur"/>
  <p:tag name="KSO_WM_UNIT_TEXT_FILL_FORE_SCHEMECOLOR_INDEX" val="13"/>
  <p:tag name="KSO_WM_UNIT_TEXT_FILL_TYPE" val="1"/>
</p:tagLst>
</file>

<file path=ppt/tags/tag9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0817"/>
  <p:tag name="KSO_WM_UNIT_TYPE" val="q_h_a"/>
  <p:tag name="KSO_WM_UNIT_INDEX" val="1_2_1"/>
  <p:tag name="KSO_WM_UNIT_ID" val="diagram20160817_4*q_h_a*1_2_1"/>
  <p:tag name="KSO_WM_UNIT_LAYERLEVEL" val="1_1_1"/>
  <p:tag name="KSO_WM_UNIT_VALUE" val="5"/>
  <p:tag name="KSO_WM_UNIT_HIGHLIGHT" val="0"/>
  <p:tag name="KSO_WM_UNIT_COMPATIBLE" val="0"/>
  <p:tag name="KSO_WM_UNIT_CLEAR" val="0"/>
  <p:tag name="KSO_WM_DIAGRAM_GROUP_CODE" val="q1-1"/>
  <p:tag name="KSO_WM_UNIT_PRESET_TEXT" val="OPTION 01"/>
  <p:tag name="KSO_WM_UNIT_TEXT_FILL_FORE_SCHEMECOLOR_INDEX" val="13"/>
  <p:tag name="KSO_WM_UNIT_TEXT_FILL_TYPE" val="1"/>
</p:tagLst>
</file>

<file path=ppt/tags/tag9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0817"/>
  <p:tag name="KSO_WM_UNIT_TYPE" val="q_h_i"/>
  <p:tag name="KSO_WM_UNIT_INDEX" val="1_2_4"/>
  <p:tag name="KSO_WM_UNIT_ID" val="diagram20160817_4*q_h_i*1_2_4"/>
  <p:tag name="KSO_WM_UNIT_LAYERLEVEL" val="1_1_1"/>
  <p:tag name="KSO_WM_DIAGRAM_GROUP_CODE" val="q1-1"/>
  <p:tag name="KSO_WM_UNIT_SHADOW_SCHEMECOLOR_INDEX" val="16"/>
  <p:tag name="KSO_WM_UNIT_TEXT_FILL_FORE_SCHEMECOLOR_INDEX" val="13"/>
  <p:tag name="KSO_WM_UNIT_TEXT_FILL_TYPE" val="1"/>
</p:tagLst>
</file>

<file path=ppt/tags/tag9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0817"/>
  <p:tag name="KSO_WM_UNIT_TYPE" val="q_h_f"/>
  <p:tag name="KSO_WM_UNIT_INDEX" val="1_2_1"/>
  <p:tag name="KSO_WM_UNIT_ID" val="diagram20160817_4*q_h_f*1_2_1"/>
  <p:tag name="KSO_WM_UNIT_LAYERLEVEL" val="1_1_1"/>
  <p:tag name="KSO_WM_UNIT_VALUE" val="21"/>
  <p:tag name="KSO_WM_UNIT_HIGHLIGHT" val="0"/>
  <p:tag name="KSO_WM_UNIT_COMPATIBLE" val="0"/>
  <p:tag name="KSO_WM_UNIT_CLEAR" val="0"/>
  <p:tag name="KSO_WM_DIAGRAM_GROUP_CODE" val="q1-1"/>
  <p:tag name="KSO_WM_UNIT_PRESET_TEXT" val="Lorem ipsum dolor sit amet, consectetur"/>
  <p:tag name="KSO_WM_UNIT_TEXT_FILL_FORE_SCHEMECOLOR_INDEX" val="13"/>
  <p:tag name="KSO_WM_UNIT_TEXT_FILL_TYPE" val="1"/>
</p:tagLst>
</file>

<file path=ppt/tags/tag9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0817"/>
  <p:tag name="KSO_WM_UNIT_TYPE" val="q_h_a"/>
  <p:tag name="KSO_WM_UNIT_INDEX" val="1_2_1"/>
  <p:tag name="KSO_WM_UNIT_ID" val="diagram20160817_4*q_h_a*1_2_1"/>
  <p:tag name="KSO_WM_UNIT_LAYERLEVEL" val="1_1_1"/>
  <p:tag name="KSO_WM_UNIT_VALUE" val="5"/>
  <p:tag name="KSO_WM_UNIT_HIGHLIGHT" val="0"/>
  <p:tag name="KSO_WM_UNIT_COMPATIBLE" val="0"/>
  <p:tag name="KSO_WM_UNIT_CLEAR" val="0"/>
  <p:tag name="KSO_WM_DIAGRAM_GROUP_CODE" val="q1-1"/>
  <p:tag name="KSO_WM_UNIT_PRESET_TEXT" val="OPTION 01"/>
  <p:tag name="KSO_WM_UNIT_TEXT_FILL_FORE_SCHEMECOLOR_INDEX" val="13"/>
  <p:tag name="KSO_WM_UNIT_TEXT_FILL_TYPE" val="1"/>
</p:tagLst>
</file>

<file path=ppt/tags/tag9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0817"/>
  <p:tag name="KSO_WM_UNIT_TYPE" val="q_h_i"/>
  <p:tag name="KSO_WM_UNIT_INDEX" val="1_2_4"/>
  <p:tag name="KSO_WM_UNIT_ID" val="diagram20160817_4*q_h_i*1_2_4"/>
  <p:tag name="KSO_WM_UNIT_LAYERLEVEL" val="1_1_1"/>
  <p:tag name="KSO_WM_DIAGRAM_GROUP_CODE" val="q1-1"/>
  <p:tag name="KSO_WM_UNIT_SHADOW_SCHEMECOLOR_INDEX" val="16"/>
  <p:tag name="KSO_WM_UNIT_TEXT_FILL_FORE_SCHEMECOLOR_INDEX" val="13"/>
  <p:tag name="KSO_WM_UNIT_TEXT_FILL_TYPE" val="1"/>
</p:tagLst>
</file>

<file path=ppt/tags/tag9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0817"/>
  <p:tag name="KSO_WM_UNIT_TYPE" val="q_h_f"/>
  <p:tag name="KSO_WM_UNIT_INDEX" val="1_2_1"/>
  <p:tag name="KSO_WM_UNIT_ID" val="diagram20160817_4*q_h_f*1_2_1"/>
  <p:tag name="KSO_WM_UNIT_LAYERLEVEL" val="1_1_1"/>
  <p:tag name="KSO_WM_UNIT_VALUE" val="21"/>
  <p:tag name="KSO_WM_UNIT_HIGHLIGHT" val="0"/>
  <p:tag name="KSO_WM_UNIT_COMPATIBLE" val="0"/>
  <p:tag name="KSO_WM_UNIT_CLEAR" val="0"/>
  <p:tag name="KSO_WM_DIAGRAM_GROUP_CODE" val="q1-1"/>
  <p:tag name="KSO_WM_UNIT_PRESET_TEXT" val="Lorem ipsum dolor sit amet, consectetur"/>
  <p:tag name="KSO_WM_UNIT_TEXT_FILL_FORE_SCHEMECOLOR_INDEX" val="13"/>
  <p:tag name="KSO_WM_UNIT_TEXT_FILL_TYPE" val="1"/>
</p:tagLst>
</file>

<file path=ppt/tags/tag10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0817"/>
  <p:tag name="KSO_WM_UNIT_TYPE" val="q_h_a"/>
  <p:tag name="KSO_WM_UNIT_INDEX" val="1_2_1"/>
  <p:tag name="KSO_WM_UNIT_ID" val="diagram20160817_4*q_h_a*1_2_1"/>
  <p:tag name="KSO_WM_UNIT_LAYERLEVEL" val="1_1_1"/>
  <p:tag name="KSO_WM_UNIT_VALUE" val="5"/>
  <p:tag name="KSO_WM_UNIT_HIGHLIGHT" val="0"/>
  <p:tag name="KSO_WM_UNIT_COMPATIBLE" val="0"/>
  <p:tag name="KSO_WM_UNIT_CLEAR" val="0"/>
  <p:tag name="KSO_WM_DIAGRAM_GROUP_CODE" val="q1-1"/>
  <p:tag name="KSO_WM_UNIT_PRESET_TEXT" val="OPTION 01"/>
  <p:tag name="KSO_WM_UNIT_TEXT_FILL_FORE_SCHEMECOLOR_INDEX" val="13"/>
  <p:tag name="KSO_WM_UNIT_TEXT_FILL_TYPE" val="1"/>
</p:tagLst>
</file>

<file path=ppt/tags/tag10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0817"/>
  <p:tag name="KSO_WM_UNIT_TYPE" val="q_h_i"/>
  <p:tag name="KSO_WM_UNIT_INDEX" val="1_2_4"/>
  <p:tag name="KSO_WM_UNIT_ID" val="diagram20160817_4*q_h_i*1_2_4"/>
  <p:tag name="KSO_WM_UNIT_LAYERLEVEL" val="1_1_1"/>
  <p:tag name="KSO_WM_DIAGRAM_GROUP_CODE" val="q1-1"/>
  <p:tag name="KSO_WM_UNIT_SHADOW_SCHEMECOLOR_INDEX" val="16"/>
  <p:tag name="KSO_WM_UNIT_TEXT_FILL_FORE_SCHEMECOLOR_INDEX" val="13"/>
  <p:tag name="KSO_WM_UNIT_TEXT_FILL_TYPE" val="1"/>
</p:tagLst>
</file>

<file path=ppt/tags/tag10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0817"/>
  <p:tag name="KSO_WM_UNIT_TYPE" val="q_h_f"/>
  <p:tag name="KSO_WM_UNIT_INDEX" val="1_2_1"/>
  <p:tag name="KSO_WM_UNIT_ID" val="diagram20160817_4*q_h_f*1_2_1"/>
  <p:tag name="KSO_WM_UNIT_LAYERLEVEL" val="1_1_1"/>
  <p:tag name="KSO_WM_UNIT_VALUE" val="21"/>
  <p:tag name="KSO_WM_UNIT_HIGHLIGHT" val="0"/>
  <p:tag name="KSO_WM_UNIT_COMPATIBLE" val="0"/>
  <p:tag name="KSO_WM_UNIT_CLEAR" val="0"/>
  <p:tag name="KSO_WM_DIAGRAM_GROUP_CODE" val="q1-1"/>
  <p:tag name="KSO_WM_UNIT_PRESET_TEXT" val="Lorem ipsum dolor sit amet, consectetur"/>
  <p:tag name="KSO_WM_UNIT_TEXT_FILL_FORE_SCHEMECOLOR_INDEX" val="13"/>
  <p:tag name="KSO_WM_UNIT_TEXT_FILL_TYPE" val="1"/>
</p:tagLst>
</file>

<file path=ppt/tags/tag10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0817"/>
  <p:tag name="KSO_WM_UNIT_TYPE" val="q_h_a"/>
  <p:tag name="KSO_WM_UNIT_INDEX" val="1_2_1"/>
  <p:tag name="KSO_WM_UNIT_ID" val="diagram20160817_4*q_h_a*1_2_1"/>
  <p:tag name="KSO_WM_UNIT_LAYERLEVEL" val="1_1_1"/>
  <p:tag name="KSO_WM_UNIT_VALUE" val="5"/>
  <p:tag name="KSO_WM_UNIT_HIGHLIGHT" val="0"/>
  <p:tag name="KSO_WM_UNIT_COMPATIBLE" val="0"/>
  <p:tag name="KSO_WM_UNIT_CLEAR" val="0"/>
  <p:tag name="KSO_WM_DIAGRAM_GROUP_CODE" val="q1-1"/>
  <p:tag name="KSO_WM_UNIT_PRESET_TEXT" val="OPTION 01"/>
  <p:tag name="KSO_WM_UNIT_TEXT_FILL_FORE_SCHEMECOLOR_INDEX" val="13"/>
  <p:tag name="KSO_WM_UNIT_TEXT_FILL_TYPE" val="1"/>
</p:tagLst>
</file>

<file path=ppt/tags/tag10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0817"/>
  <p:tag name="KSO_WM_UNIT_TYPE" val="q_h_i"/>
  <p:tag name="KSO_WM_UNIT_INDEX" val="1_2_4"/>
  <p:tag name="KSO_WM_UNIT_ID" val="diagram20160817_4*q_h_i*1_2_4"/>
  <p:tag name="KSO_WM_UNIT_LAYERLEVEL" val="1_1_1"/>
  <p:tag name="KSO_WM_DIAGRAM_GROUP_CODE" val="q1-1"/>
  <p:tag name="KSO_WM_UNIT_SHADOW_SCHEMECOLOR_INDEX" val="16"/>
  <p:tag name="KSO_WM_UNIT_TEXT_FILL_FORE_SCHEMECOLOR_INDEX" val="13"/>
  <p:tag name="KSO_WM_UNIT_TEXT_FILL_TYPE" val="1"/>
</p:tagLst>
</file>

<file path=ppt/tags/tag10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0817"/>
  <p:tag name="KSO_WM_UNIT_TYPE" val="q_h_f"/>
  <p:tag name="KSO_WM_UNIT_INDEX" val="1_2_1"/>
  <p:tag name="KSO_WM_UNIT_ID" val="diagram20160817_4*q_h_f*1_2_1"/>
  <p:tag name="KSO_WM_UNIT_LAYERLEVEL" val="1_1_1"/>
  <p:tag name="KSO_WM_UNIT_VALUE" val="21"/>
  <p:tag name="KSO_WM_UNIT_HIGHLIGHT" val="0"/>
  <p:tag name="KSO_WM_UNIT_COMPATIBLE" val="0"/>
  <p:tag name="KSO_WM_UNIT_CLEAR" val="0"/>
  <p:tag name="KSO_WM_DIAGRAM_GROUP_CODE" val="q1-1"/>
  <p:tag name="KSO_WM_UNIT_PRESET_TEXT" val="Lorem ipsum dolor sit amet, consectetur"/>
  <p:tag name="KSO_WM_UNIT_TEXT_FILL_FORE_SCHEMECOLOR_INDEX" val="13"/>
  <p:tag name="KSO_WM_UNIT_TEXT_FILL_TYPE" val="1"/>
</p:tagLst>
</file>

<file path=ppt/tags/tag10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0817"/>
  <p:tag name="KSO_WM_UNIT_TYPE" val="q_h_a"/>
  <p:tag name="KSO_WM_UNIT_INDEX" val="1_2_1"/>
  <p:tag name="KSO_WM_UNIT_ID" val="diagram20160817_4*q_h_a*1_2_1"/>
  <p:tag name="KSO_WM_UNIT_LAYERLEVEL" val="1_1_1"/>
  <p:tag name="KSO_WM_UNIT_VALUE" val="5"/>
  <p:tag name="KSO_WM_UNIT_HIGHLIGHT" val="0"/>
  <p:tag name="KSO_WM_UNIT_COMPATIBLE" val="0"/>
  <p:tag name="KSO_WM_UNIT_CLEAR" val="0"/>
  <p:tag name="KSO_WM_DIAGRAM_GROUP_CODE" val="q1-1"/>
  <p:tag name="KSO_WM_UNIT_PRESET_TEXT" val="OPTION 01"/>
  <p:tag name="KSO_WM_UNIT_TEXT_FILL_FORE_SCHEMECOLOR_INDEX" val="13"/>
  <p:tag name="KSO_WM_UNIT_TEXT_FILL_TYPE" val="1"/>
</p:tagLst>
</file>

<file path=ppt/tags/tag10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0817"/>
  <p:tag name="KSO_WM_UNIT_TYPE" val="q_h_i"/>
  <p:tag name="KSO_WM_UNIT_INDEX" val="1_2_4"/>
  <p:tag name="KSO_WM_UNIT_ID" val="diagram20160817_4*q_h_i*1_2_4"/>
  <p:tag name="KSO_WM_UNIT_LAYERLEVEL" val="1_1_1"/>
  <p:tag name="KSO_WM_DIAGRAM_GROUP_CODE" val="q1-1"/>
  <p:tag name="KSO_WM_UNIT_SHADOW_SCHEMECOLOR_INDEX" val="16"/>
  <p:tag name="KSO_WM_UNIT_TEXT_FILL_FORE_SCHEMECOLOR_INDEX" val="13"/>
  <p:tag name="KSO_WM_UNIT_TEXT_FILL_TYPE" val="1"/>
</p:tagLst>
</file>

<file path=ppt/tags/tag10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0817"/>
  <p:tag name="KSO_WM_UNIT_TYPE" val="q_h_f"/>
  <p:tag name="KSO_WM_UNIT_INDEX" val="1_2_1"/>
  <p:tag name="KSO_WM_UNIT_ID" val="diagram20160817_4*q_h_f*1_2_1"/>
  <p:tag name="KSO_WM_UNIT_LAYERLEVEL" val="1_1_1"/>
  <p:tag name="KSO_WM_UNIT_VALUE" val="21"/>
  <p:tag name="KSO_WM_UNIT_HIGHLIGHT" val="0"/>
  <p:tag name="KSO_WM_UNIT_COMPATIBLE" val="0"/>
  <p:tag name="KSO_WM_UNIT_CLEAR" val="0"/>
  <p:tag name="KSO_WM_DIAGRAM_GROUP_CODE" val="q1-1"/>
  <p:tag name="KSO_WM_UNIT_PRESET_TEXT" val="Lorem ipsum dolor sit amet, consectetur"/>
  <p:tag name="KSO_WM_UNIT_TEXT_FILL_FORE_SCHEMECOLOR_INDEX" val="13"/>
  <p:tag name="KSO_WM_UNIT_TEXT_FILL_TYPE" val="1"/>
</p:tagLst>
</file>

<file path=ppt/tags/tag10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0817"/>
  <p:tag name="KSO_WM_UNIT_TYPE" val="q_h_i"/>
  <p:tag name="KSO_WM_UNIT_INDEX" val="1_2_4"/>
  <p:tag name="KSO_WM_UNIT_ID" val="diagram20160817_4*q_h_i*1_2_4"/>
  <p:tag name="KSO_WM_UNIT_LAYERLEVEL" val="1_1_1"/>
  <p:tag name="KSO_WM_DIAGRAM_GROUP_CODE" val="q1-1"/>
  <p:tag name="KSO_WM_UNIT_SHADOW_SCHEMECOLOR_INDEX" val="16"/>
  <p:tag name="KSO_WM_UNIT_TEXT_FILL_FORE_SCHEMECOLOR_INDEX" val="13"/>
  <p:tag name="KSO_WM_UNIT_TEXT_FILL_TYPE" val="1"/>
</p:tagLst>
</file>

<file path=ppt/tags/tag11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0817"/>
  <p:tag name="KSO_WM_UNIT_TYPE" val="q_h_a"/>
  <p:tag name="KSO_WM_UNIT_INDEX" val="1_2_1"/>
  <p:tag name="KSO_WM_UNIT_ID" val="diagram20160817_4*q_h_a*1_2_1"/>
  <p:tag name="KSO_WM_UNIT_LAYERLEVEL" val="1_1_1"/>
  <p:tag name="KSO_WM_UNIT_VALUE" val="5"/>
  <p:tag name="KSO_WM_UNIT_HIGHLIGHT" val="0"/>
  <p:tag name="KSO_WM_UNIT_COMPATIBLE" val="0"/>
  <p:tag name="KSO_WM_UNIT_CLEAR" val="0"/>
  <p:tag name="KSO_WM_DIAGRAM_GROUP_CODE" val="q1-1"/>
  <p:tag name="KSO_WM_UNIT_PRESET_TEXT" val="OPTION 01"/>
  <p:tag name="KSO_WM_UNIT_TEXT_FILL_FORE_SCHEMECOLOR_INDEX" val="13"/>
  <p:tag name="KSO_WM_UNIT_TEXT_FILL_TYPE" val="1"/>
</p:tagLst>
</file>

<file path=ppt/tags/tag11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0817"/>
  <p:tag name="KSO_WM_UNIT_TYPE" val="q_h_a"/>
  <p:tag name="KSO_WM_UNIT_INDEX" val="1_2_1"/>
  <p:tag name="KSO_WM_UNIT_ID" val="diagram20160817_4*q_h_a*1_2_1"/>
  <p:tag name="KSO_WM_UNIT_LAYERLEVEL" val="1_1_1"/>
  <p:tag name="KSO_WM_UNIT_VALUE" val="5"/>
  <p:tag name="KSO_WM_UNIT_HIGHLIGHT" val="0"/>
  <p:tag name="KSO_WM_UNIT_COMPATIBLE" val="0"/>
  <p:tag name="KSO_WM_UNIT_CLEAR" val="0"/>
  <p:tag name="KSO_WM_DIAGRAM_GROUP_CODE" val="q1-1"/>
  <p:tag name="KSO_WM_UNIT_PRESET_TEXT" val="OPTION 01"/>
  <p:tag name="KSO_WM_UNIT_TEXT_FILL_FORE_SCHEMECOLOR_INDEX" val="13"/>
  <p:tag name="KSO_WM_UNIT_TEXT_FILL_TYPE" val="1"/>
</p:tagLst>
</file>

<file path=ppt/tags/tag11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0817"/>
  <p:tag name="KSO_WM_UNIT_TYPE" val="q_h_a"/>
  <p:tag name="KSO_WM_UNIT_INDEX" val="1_2_1"/>
  <p:tag name="KSO_WM_UNIT_ID" val="diagram20160817_4*q_h_a*1_2_1"/>
  <p:tag name="KSO_WM_UNIT_LAYERLEVEL" val="1_1_1"/>
  <p:tag name="KSO_WM_UNIT_VALUE" val="5"/>
  <p:tag name="KSO_WM_UNIT_HIGHLIGHT" val="0"/>
  <p:tag name="KSO_WM_UNIT_COMPATIBLE" val="0"/>
  <p:tag name="KSO_WM_UNIT_CLEAR" val="0"/>
  <p:tag name="KSO_WM_DIAGRAM_GROUP_CODE" val="q1-1"/>
  <p:tag name="KSO_WM_UNIT_PRESET_TEXT" val="OPTION 01"/>
  <p:tag name="KSO_WM_UNIT_TEXT_FILL_FORE_SCHEMECOLOR_INDEX" val="13"/>
  <p:tag name="KSO_WM_UNIT_TEXT_FILL_TYPE" val="1"/>
</p:tagLst>
</file>

<file path=ppt/tags/tag11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0817"/>
  <p:tag name="KSO_WM_UNIT_TYPE" val="q_h_i"/>
  <p:tag name="KSO_WM_UNIT_INDEX" val="1_2_4"/>
  <p:tag name="KSO_WM_UNIT_ID" val="diagram20160817_4*q_h_i*1_2_4"/>
  <p:tag name="KSO_WM_UNIT_LAYERLEVEL" val="1_1_1"/>
  <p:tag name="KSO_WM_DIAGRAM_GROUP_CODE" val="q1-1"/>
  <p:tag name="KSO_WM_UNIT_SHADOW_SCHEMECOLOR_INDEX" val="16"/>
  <p:tag name="KSO_WM_UNIT_TEXT_FILL_FORE_SCHEMECOLOR_INDEX" val="13"/>
  <p:tag name="KSO_WM_UNIT_TEXT_FILL_TYPE" val="1"/>
</p:tagLst>
</file>

<file path=ppt/tags/tag11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0817"/>
  <p:tag name="KSO_WM_UNIT_TYPE" val="q_h_a"/>
  <p:tag name="KSO_WM_UNIT_INDEX" val="1_2_1"/>
  <p:tag name="KSO_WM_UNIT_ID" val="diagram20160817_4*q_h_a*1_2_1"/>
  <p:tag name="KSO_WM_UNIT_LAYERLEVEL" val="1_1_1"/>
  <p:tag name="KSO_WM_UNIT_VALUE" val="5"/>
  <p:tag name="KSO_WM_UNIT_HIGHLIGHT" val="0"/>
  <p:tag name="KSO_WM_UNIT_COMPATIBLE" val="0"/>
  <p:tag name="KSO_WM_UNIT_CLEAR" val="0"/>
  <p:tag name="KSO_WM_DIAGRAM_GROUP_CODE" val="q1-1"/>
  <p:tag name="KSO_WM_UNIT_PRESET_TEXT" val="OPTION 01"/>
  <p:tag name="KSO_WM_UNIT_TEXT_FILL_FORE_SCHEMECOLOR_INDEX" val="13"/>
  <p:tag name="KSO_WM_UNIT_TEXT_FILL_TYPE" val="1"/>
</p:tagLst>
</file>

<file path=ppt/tags/tag11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0817"/>
  <p:tag name="KSO_WM_UNIT_TYPE" val="q_h_f"/>
  <p:tag name="KSO_WM_UNIT_INDEX" val="1_2_1"/>
  <p:tag name="KSO_WM_UNIT_ID" val="diagram20160817_4*q_h_f*1_2_1"/>
  <p:tag name="KSO_WM_UNIT_LAYERLEVEL" val="1_1_1"/>
  <p:tag name="KSO_WM_UNIT_VALUE" val="21"/>
  <p:tag name="KSO_WM_UNIT_HIGHLIGHT" val="0"/>
  <p:tag name="KSO_WM_UNIT_COMPATIBLE" val="0"/>
  <p:tag name="KSO_WM_UNIT_CLEAR" val="0"/>
  <p:tag name="KSO_WM_DIAGRAM_GROUP_CODE" val="q1-1"/>
  <p:tag name="KSO_WM_UNIT_PRESET_TEXT" val="Lorem ipsum dolor sit amet, consectetur"/>
  <p:tag name="KSO_WM_UNIT_TEXT_FILL_FORE_SCHEMECOLOR_INDEX" val="13"/>
  <p:tag name="KSO_WM_UNIT_TEXT_FILL_TYPE"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2487</TotalTime>
  <Words>1941</Words>
  <Application>Microsoft Office PowerPoint</Application>
  <PresentationFormat>宽屏</PresentationFormat>
  <Paragraphs>216</Paragraphs>
  <Slides>40</Slides>
  <Notes>40</Notes>
  <HiddenSlides>0</HiddenSlides>
  <MMClips>0</MMClips>
  <ScaleCrop>false</ScaleCrop>
  <HeadingPairs>
    <vt:vector size="8" baseType="variant">
      <vt:variant>
        <vt:lpstr>已用的字体</vt:lpstr>
      </vt:variant>
      <vt:variant>
        <vt:i4>8</vt:i4>
      </vt:variant>
      <vt:variant>
        <vt:lpstr>主题</vt:lpstr>
      </vt:variant>
      <vt:variant>
        <vt:i4>1</vt:i4>
      </vt:variant>
      <vt:variant>
        <vt:lpstr>嵌入 OLE 服务器</vt:lpstr>
      </vt:variant>
      <vt:variant>
        <vt:i4>1</vt:i4>
      </vt:variant>
      <vt:variant>
        <vt:lpstr>幻灯片标题</vt:lpstr>
      </vt:variant>
      <vt:variant>
        <vt:i4>40</vt:i4>
      </vt:variant>
    </vt:vector>
  </HeadingPairs>
  <TitlesOfParts>
    <vt:vector size="50" baseType="lpstr">
      <vt:lpstr>微软雅黑</vt:lpstr>
      <vt:lpstr>新宋体</vt:lpstr>
      <vt:lpstr>Arial</vt:lpstr>
      <vt:lpstr>Assistant</vt:lpstr>
      <vt:lpstr>Calibri</vt:lpstr>
      <vt:lpstr>Calibri Light</vt:lpstr>
      <vt:lpstr>Palatino Linotype</vt:lpstr>
      <vt:lpstr>Wingdings</vt:lpstr>
      <vt:lpstr>Office Theme</vt:lpstr>
      <vt:lpstr>包装程序外壳对象</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Zhong, Fangtian</dc:creator>
  <cp:lastModifiedBy>卓雲 钱</cp:lastModifiedBy>
  <cp:revision>62</cp:revision>
  <dcterms:created xsi:type="dcterms:W3CDTF">2022-09-21T15:51:00Z</dcterms:created>
  <dcterms:modified xsi:type="dcterms:W3CDTF">2023-10-24T13:54:29Z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CC2C0F941B7A40BB95BC861408F20AFB_12</vt:lpwstr>
  </property>
  <property fmtid="{D5CDD505-2E9C-101B-9397-08002B2CF9AE}" pid="3" name="KSOProductBuildVer">
    <vt:lpwstr>2052-11.1.0.14309</vt:lpwstr>
  </property>
</Properties>
</file>