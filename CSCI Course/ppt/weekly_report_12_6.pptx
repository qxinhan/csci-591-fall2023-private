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AE_9FD14E01.xml" ContentType="application/vnd.ms-powerpoint.comment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comments/modernComment_1AF_868E5CA7.xml" ContentType="application/vnd.ms-powerpoint.comment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comments/modernComment_1B0_5D7A39C3.xml" ContentType="application/vnd.ms-powerpoint.comment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423" r:id="rId2"/>
    <p:sldId id="424" r:id="rId3"/>
    <p:sldId id="425" r:id="rId4"/>
    <p:sldId id="428" r:id="rId5"/>
    <p:sldId id="430" r:id="rId6"/>
    <p:sldId id="431" r:id="rId7"/>
    <p:sldId id="432" r:id="rId8"/>
    <p:sldId id="427" r:id="rId9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CB068E-0DAD-188A-5234-4F0D95AC1878}" name="卓雲 钱" initials="卓钱" userId="e9c72fbd0d489e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AE_9FD14E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84E1535-ED39-4B64-AE19-084B3B709C54}" authorId="{E9CB068E-0DAD-188A-5234-4F0D95AC1878}" created="2023-12-06T14:46:14.926">
    <pc:sldMkLst xmlns:pc="http://schemas.microsoft.com/office/powerpoint/2013/main/command">
      <pc:docMk/>
      <pc:sldMk cId="2681294337" sldId="430"/>
    </pc:sldMkLst>
    <p188:txBody>
      <a:bodyPr/>
      <a:lstStyle/>
      <a:p>
        <a:r>
          <a:rPr lang="zh-CN" altLang="en-US"/>
          <a:t>这里GS的值为0x002b就很奇怪…...我觉得每个段寄存器存的值都只是一个索引，用来映射这一个段在内存中的base address，我其实想找到这个映射关系，但是我目前没找到这个映射关系…...</a:t>
        </a:r>
      </a:p>
    </p188:txBody>
  </p188:cm>
</p188:cmLst>
</file>

<file path=ppt/comments/modernComment_1AF_868E5C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F102F7-5A65-46A9-9B93-C2980D5CD2B8}" authorId="{E9CB068E-0DAD-188A-5234-4F0D95AC1878}" created="2023-12-06T14:18:41.054">
    <pc:sldMkLst xmlns:pc="http://schemas.microsoft.com/office/powerpoint/2013/main/command">
      <pc:docMk/>
      <pc:sldMk cId="2257476775" sldId="431"/>
    </pc:sldMkLst>
    <p188:txBody>
      <a:bodyPr/>
      <a:lstStyle/>
      <a:p>
        <a:r>
          <a:rPr lang="zh-CN" altLang="en-US"/>
          <a:t>其实，我已经知道如何通过WInHex手动获得png图片。
但是现在有个小问题，如果我直接copy这个图片的二进制代码到txt里面，然后改txt的后缀名为png结果没法得到这个图片。</a:t>
        </a:r>
      </a:p>
    </p188:txBody>
  </p188:cm>
</p188:cmLst>
</file>

<file path=ppt/comments/modernComment_1B0_5D7A39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DF3A6-7828-467D-A7A8-69B810B32BDA}" authorId="{E9CB068E-0DAD-188A-5234-4F0D95AC1878}" created="2023-12-06T13:34:24.090">
    <pc:sldMkLst xmlns:pc="http://schemas.microsoft.com/office/powerpoint/2013/main/command">
      <pc:docMk/>
      <pc:sldMk cId="1568291267" sldId="432"/>
    </pc:sldMkLst>
    <p188:replyLst>
      <p188:reply id="{4E731E32-3823-4C6A-A6AC-EB0DB0FCBAD0}" authorId="{E9CB068E-0DAD-188A-5234-4F0D95AC1878}" created="2023-12-06T14:25:36.350">
        <p188:txBody>
          <a:bodyPr/>
          <a:lstStyle/>
          <a:p>
            <a:r>
              <a:rPr lang="zh-CN" altLang="en-US"/>
              <a:t>手动把图片弄出来很简单，我在今晚在想如何开发一个程序去这个exe里面读取这部分的二进制数据，然后转化出来得到png图片。读取这部分的二进制数据不难，现在的问题是不知道怎么将二进制数据转化为图片。</a:t>
            </a:r>
          </a:p>
        </p188:txBody>
      </p188:reply>
      <p188:reply id="{7C34A573-0CD8-41F3-BCAA-D61F3369799A}" authorId="{E9CB068E-0DAD-188A-5234-4F0D95AC1878}" created="2023-12-06T14:28:00.007">
        <p188:txBody>
          <a:bodyPr/>
          <a:lstStyle/>
          <a:p>
            <a:r>
              <a:rPr lang="zh-CN" altLang="en-US"/>
              <a:t>接上一条回复：
不能直接读取二进制数据然后生成png文件，会有问题。我把相关code上传到github上了，这个问题解决了的话，其实可以开发一个程序自动化地去导出一个PE文件resource table里面的图像。
脑子混乱了，感觉进入死循环了，今天不想了，明天再想。</a:t>
            </a:r>
          </a:p>
        </p188:txBody>
      </p188:reply>
    </p188:replyLst>
    <p188:txBody>
      <a:bodyPr/>
      <a:lstStyle/>
      <a:p>
        <a:r>
          <a:rPr lang="zh-CN" altLang="en-US"/>
          <a:t>让我组织一下语言，我现在脑子是混乱的【悲】
我可以通过WinHex这个工具的两种方式把这个png的数据导出来，都是copy这个图像的源二进制码。一种copy的结果是生成一个ANSI编码的txt，一堆乱码，但是这个txt文件只要该它的后缀名，改为png就可以得到原图像了。另一个是一堆二进制code，编码方式为utf-8，改了后缀名也没用。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685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42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767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702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microsoft.com/office/2018/10/relationships/comments" Target="../comments/modernComment_1AE_9FD14E01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hyperlink" Target="https://github.com/QXinHan/csci-591-fall2023-private/blob/main/PNGConvertion/main.cpp" TargetMode="Externa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microsoft.com/office/2018/10/relationships/comments" Target="../comments/modernComment_1AF_868E5CA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4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microsoft.com/office/2018/10/relationships/comments" Target="../comments/modernComment_1B0_5D7A39C3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Study task: week05 to quiz1 Due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Write a blog mainly about how to get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Teb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and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Peb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Start the week06 study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Have not finished the analysis of the code in quiz1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Leave some problems about the conversion of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png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show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show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It is how I get the base address of GS(x64)/FS(x86).(the next slide)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find that the `__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readfsdword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(0x18)` is actually the assemble code `mov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eax,dword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ptr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fs:[18h]`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Note: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address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of GS in memory is actually the base address of the PEB.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479661-38B4-1A6A-BD3E-847588ED4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298" y="5142547"/>
            <a:ext cx="8734425" cy="18383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E680082-D071-69F9-9E78-632E596CD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054" y="0"/>
            <a:ext cx="7167167" cy="532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93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934024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still don’t discover the relation between the value stored in GS and the base address of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segment in memory.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Mayby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I do not need to focus on it?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conversion , that between the value stored in GS corresponds to the base address of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segment in memory, is done secretly by the operating system?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5D1D74-C2B6-5702-68C1-394601662F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2267" y="3695490"/>
            <a:ext cx="9018534" cy="333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943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3994785"/>
            <a:chOff x="839" y="1816"/>
            <a:chExt cx="8083" cy="629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5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My final goal is to convert the binary code(in `test.txt`) into a image(.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png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).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`test.txt` stores the binary code of the `testPNG.png`.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For more details please look at my github:</a:t>
              </a:r>
              <a:r>
                <a:rPr lang="en-US" altLang="zh-CN" sz="1600" dirty="0">
                  <a:hlinkClick r:id="rId7"/>
                </a:rPr>
                <a:t>csci-591-fall2023-private/PNGConvertion/README.md at main · </a:t>
              </a:r>
              <a:r>
                <a:rPr lang="en-US" altLang="zh-CN" sz="1600" dirty="0" err="1">
                  <a:hlinkClick r:id="rId7"/>
                </a:rPr>
                <a:t>QXinHan</a:t>
              </a:r>
              <a:r>
                <a:rPr lang="en-US" altLang="zh-CN" sz="1600" dirty="0">
                  <a:hlinkClick r:id="rId7"/>
                </a:rPr>
                <a:t>/csci-591-fall2023-private (github.com)</a:t>
              </a:r>
              <a:endParaRPr lang="en-US" altLang="zh-CN" sz="1600" dirty="0"/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6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Very sorry! There are some problems when I upload images to </a:t>
              </a:r>
              <a:r>
                <a:rPr lang="en-US" altLang="zh-CN" sz="16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github</a:t>
              </a:r>
              <a:r>
                <a:rPr lang="en-US" altLang="zh-CN" sz="16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 I will show you the details about how I get the image(.</a:t>
              </a:r>
              <a:r>
                <a:rPr lang="en-US" altLang="zh-CN" sz="16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png</a:t>
              </a:r>
              <a:r>
                <a:rPr lang="en-US" altLang="zh-CN" sz="16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) in the resource table and what the problem I have.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574767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016760"/>
            <a:chOff x="839" y="1816"/>
            <a:chExt cx="8083" cy="3176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510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>
                <a:buClr>
                  <a:srgbClr val="00B0F0"/>
                </a:buClr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85F968-5C0D-CDC4-116B-163EC1B31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6041" y="0"/>
            <a:ext cx="8654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2912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analysis of the code in quiz1 and quiz2.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week06.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Solve the problems in this week’s slides.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356</Words>
  <Application>Microsoft Office PowerPoint</Application>
  <PresentationFormat>宽屏</PresentationFormat>
  <Paragraphs>48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23</cp:revision>
  <dcterms:created xsi:type="dcterms:W3CDTF">2022-09-21T15:51:00Z</dcterms:created>
  <dcterms:modified xsi:type="dcterms:W3CDTF">2023-12-06T14:51:01Z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