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423" r:id="rId2"/>
    <p:sldId id="424" r:id="rId3"/>
    <p:sldId id="427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22"/>
  </p:normalViewPr>
  <p:slideViewPr>
    <p:cSldViewPr snapToGrid="0">
      <p:cViewPr varScale="1">
        <p:scale>
          <a:sx n="105" d="100"/>
          <a:sy n="105" d="100"/>
        </p:scale>
        <p:origin x="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44675"/>
            <a:chOff x="839" y="1816"/>
            <a:chExt cx="8083" cy="290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3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Watch the  video  slips from 25 to 38.Refresh the PE format.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video 37</a:t>
              </a:r>
              <a:r>
                <a:rPr lang="en-US" altLang="zh-CN" sz="1700" baseline="300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Set up the environment for assembly.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Dive to PE and optimize my code for parsing PE.</a:t>
              </a:r>
            </a:p>
            <a:p>
              <a:pPr>
                <a:buClr>
                  <a:srgbClr val="00B0F0"/>
                </a:buClr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3745844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Two slips a day, this week from 38 to 48. This is mainly about PE format.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remaining class is divided into three parts by me, C++  and basic data structure , Win 32 and hardcode. I will study them in three weeks , I hope I can follow my plan.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After the class I will use about two weeks for x64 assembly language.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is my plan from September  to October 14</a:t>
              </a:r>
              <a:r>
                <a:rPr lang="en-US" altLang="zh-CN" sz="1700" baseline="300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</a:p>
            <a:p>
              <a:pPr>
                <a:buClr>
                  <a:srgbClr val="00B0F0"/>
                </a:buClr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139</Words>
  <Application>Microsoft Office PowerPoint</Application>
  <PresentationFormat>宽屏</PresentationFormat>
  <Paragraphs>21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钱 卓雲</cp:lastModifiedBy>
  <cp:revision>40</cp:revision>
  <dcterms:created xsi:type="dcterms:W3CDTF">2022-09-21T15:51:00Z</dcterms:created>
  <dcterms:modified xsi:type="dcterms:W3CDTF">2023-09-05T01:05:41Z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